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8" r:id="rId5"/>
  </p:sldMasterIdLst>
  <p:notesMasterIdLst>
    <p:notesMasterId r:id="rId24"/>
  </p:notesMasterIdLst>
  <p:handoutMasterIdLst>
    <p:handoutMasterId r:id="rId25"/>
  </p:handoutMasterIdLst>
  <p:sldIdLst>
    <p:sldId id="352" r:id="rId6"/>
    <p:sldId id="353" r:id="rId7"/>
    <p:sldId id="309" r:id="rId8"/>
    <p:sldId id="314" r:id="rId9"/>
    <p:sldId id="313" r:id="rId10"/>
    <p:sldId id="296" r:id="rId11"/>
    <p:sldId id="264" r:id="rId12"/>
    <p:sldId id="317" r:id="rId13"/>
    <p:sldId id="357" r:id="rId14"/>
    <p:sldId id="355" r:id="rId15"/>
    <p:sldId id="318" r:id="rId16"/>
    <p:sldId id="356" r:id="rId17"/>
    <p:sldId id="358" r:id="rId18"/>
    <p:sldId id="359" r:id="rId19"/>
    <p:sldId id="360" r:id="rId20"/>
    <p:sldId id="361" r:id="rId21"/>
    <p:sldId id="294" r:id="rId22"/>
    <p:sldId id="295" r:id="rId23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9"/>
  </p:normalViewPr>
  <p:slideViewPr>
    <p:cSldViewPr>
      <p:cViewPr varScale="1">
        <p:scale>
          <a:sx n="102" d="100"/>
          <a:sy n="102" d="100"/>
        </p:scale>
        <p:origin x="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ATI RATH ." userId="c069ce78-7b3e-49df-863c-37cd5cba8d18" providerId="ADAL" clId="{88DB0432-0257-4B9C-AC44-4607F71EAFFD}"/>
    <pc:docChg chg="undo custSel addSld delSld modSld">
      <pc:chgData name="MINATI RATH ." userId="c069ce78-7b3e-49df-863c-37cd5cba8d18" providerId="ADAL" clId="{88DB0432-0257-4B9C-AC44-4607F71EAFFD}" dt="2026-01-24T14:17:00.881" v="3287"/>
      <pc:docMkLst>
        <pc:docMk/>
      </pc:docMkLst>
      <pc:sldChg chg="addSp delSp mod">
        <pc:chgData name="MINATI RATH ." userId="c069ce78-7b3e-49df-863c-37cd5cba8d18" providerId="ADAL" clId="{88DB0432-0257-4B9C-AC44-4607F71EAFFD}" dt="2026-01-24T14:17:00.881" v="3287"/>
        <pc:sldMkLst>
          <pc:docMk/>
          <pc:sldMk cId="2386971447" sldId="269"/>
        </pc:sldMkLst>
        <pc:inkChg chg="add">
          <ac:chgData name="MINATI RATH ." userId="c069ce78-7b3e-49df-863c-37cd5cba8d18" providerId="ADAL" clId="{88DB0432-0257-4B9C-AC44-4607F71EAFFD}" dt="2026-01-24T14:11:51.770" v="3098"/>
          <ac:inkMkLst>
            <pc:docMk/>
            <pc:sldMk cId="2386971447" sldId="269"/>
            <ac:inkMk id="3" creationId="{75954B93-5BC5-172E-E7CE-A81C5F43DFE6}"/>
          </ac:inkMkLst>
        </pc:inkChg>
        <pc:inkChg chg="add">
          <ac:chgData name="MINATI RATH ." userId="c069ce78-7b3e-49df-863c-37cd5cba8d18" providerId="ADAL" clId="{88DB0432-0257-4B9C-AC44-4607F71EAFFD}" dt="2026-01-24T14:11:55.388" v="3099"/>
          <ac:inkMkLst>
            <pc:docMk/>
            <pc:sldMk cId="2386971447" sldId="269"/>
            <ac:inkMk id="4" creationId="{A3950050-EA3B-FF7E-54A7-F8BF90159E00}"/>
          </ac:inkMkLst>
        </pc:inkChg>
        <pc:inkChg chg="add del">
          <ac:chgData name="MINATI RATH ." userId="c069ce78-7b3e-49df-863c-37cd5cba8d18" providerId="ADAL" clId="{88DB0432-0257-4B9C-AC44-4607F71EAFFD}" dt="2026-01-24T14:11:59.956" v="3103"/>
          <ac:inkMkLst>
            <pc:docMk/>
            <pc:sldMk cId="2386971447" sldId="269"/>
            <ac:inkMk id="5" creationId="{AB982164-0F7E-64B5-8001-CC85EADA9C91}"/>
          </ac:inkMkLst>
        </pc:inkChg>
        <pc:inkChg chg="add del">
          <ac:chgData name="MINATI RATH ." userId="c069ce78-7b3e-49df-863c-37cd5cba8d18" providerId="ADAL" clId="{88DB0432-0257-4B9C-AC44-4607F71EAFFD}" dt="2026-01-24T14:11:59.956" v="3103"/>
          <ac:inkMkLst>
            <pc:docMk/>
            <pc:sldMk cId="2386971447" sldId="269"/>
            <ac:inkMk id="6" creationId="{B86052F7-8B49-2C9F-ACFD-826D7E0AD647}"/>
          </ac:inkMkLst>
        </pc:inkChg>
        <pc:inkChg chg="add del">
          <ac:chgData name="MINATI RATH ." userId="c069ce78-7b3e-49df-863c-37cd5cba8d18" providerId="ADAL" clId="{88DB0432-0257-4B9C-AC44-4607F71EAFFD}" dt="2026-01-24T14:11:59.956" v="3103"/>
          <ac:inkMkLst>
            <pc:docMk/>
            <pc:sldMk cId="2386971447" sldId="269"/>
            <ac:inkMk id="7" creationId="{E6FED2AA-70B9-EBB6-CE3A-3ED2FD77DB3D}"/>
          </ac:inkMkLst>
        </pc:inkChg>
        <pc:inkChg chg="add reco">
          <ac:chgData name="MINATI RATH ." userId="c069ce78-7b3e-49df-863c-37cd5cba8d18" providerId="ADAL" clId="{88DB0432-0257-4B9C-AC44-4607F71EAFFD}" dt="2026-01-24T14:11:59.956" v="3103"/>
          <ac:inkMkLst>
            <pc:docMk/>
            <pc:sldMk cId="2386971447" sldId="269"/>
            <ac:inkMk id="8" creationId="{E7FE4660-30A1-2F9A-0E93-C0F5B7DA5F34}"/>
          </ac:inkMkLst>
        </pc:inkChg>
        <pc:inkChg chg="add del">
          <ac:chgData name="MINATI RATH ." userId="c069ce78-7b3e-49df-863c-37cd5cba8d18" providerId="ADAL" clId="{88DB0432-0257-4B9C-AC44-4607F71EAFFD}" dt="2026-01-24T14:12:05.552" v="3108"/>
          <ac:inkMkLst>
            <pc:docMk/>
            <pc:sldMk cId="2386971447" sldId="269"/>
            <ac:inkMk id="9" creationId="{5D87231C-4E32-6908-DCC6-7EC0617F5265}"/>
          </ac:inkMkLst>
        </pc:inkChg>
        <pc:inkChg chg="add del">
          <ac:chgData name="MINATI RATH ." userId="c069ce78-7b3e-49df-863c-37cd5cba8d18" providerId="ADAL" clId="{88DB0432-0257-4B9C-AC44-4607F71EAFFD}" dt="2026-01-24T14:12:05.552" v="3108"/>
          <ac:inkMkLst>
            <pc:docMk/>
            <pc:sldMk cId="2386971447" sldId="269"/>
            <ac:inkMk id="10" creationId="{6F66C978-F1BB-8FAE-3F13-EBD360DD88B0}"/>
          </ac:inkMkLst>
        </pc:inkChg>
        <pc:inkChg chg="add">
          <ac:chgData name="MINATI RATH ." userId="c069ce78-7b3e-49df-863c-37cd5cba8d18" providerId="ADAL" clId="{88DB0432-0257-4B9C-AC44-4607F71EAFFD}" dt="2026-01-24T14:12:04.027" v="3106"/>
          <ac:inkMkLst>
            <pc:docMk/>
            <pc:sldMk cId="2386971447" sldId="269"/>
            <ac:inkMk id="11" creationId="{D671CF5B-D0A8-B992-015D-BF7FA9C6B1A7}"/>
          </ac:inkMkLst>
        </pc:inkChg>
        <pc:inkChg chg="add">
          <ac:chgData name="MINATI RATH ." userId="c069ce78-7b3e-49df-863c-37cd5cba8d18" providerId="ADAL" clId="{88DB0432-0257-4B9C-AC44-4607F71EAFFD}" dt="2026-01-24T14:12:04.916" v="3107"/>
          <ac:inkMkLst>
            <pc:docMk/>
            <pc:sldMk cId="2386971447" sldId="269"/>
            <ac:inkMk id="12" creationId="{B31B847B-8B21-4D7C-571E-E9FDF06FF0F0}"/>
          </ac:inkMkLst>
        </pc:inkChg>
        <pc:inkChg chg="add reco">
          <ac:chgData name="MINATI RATH ." userId="c069ce78-7b3e-49df-863c-37cd5cba8d18" providerId="ADAL" clId="{88DB0432-0257-4B9C-AC44-4607F71EAFFD}" dt="2026-01-24T14:12:05.552" v="3108"/>
          <ac:inkMkLst>
            <pc:docMk/>
            <pc:sldMk cId="2386971447" sldId="269"/>
            <ac:inkMk id="13" creationId="{A7811D58-E96E-FE3B-BD34-694D8E8ADE18}"/>
          </ac:inkMkLst>
        </pc:inkChg>
        <pc:inkChg chg="add del">
          <ac:chgData name="MINATI RATH ." userId="c069ce78-7b3e-49df-863c-37cd5cba8d18" providerId="ADAL" clId="{88DB0432-0257-4B9C-AC44-4607F71EAFFD}" dt="2026-01-24T14:12:08.024" v="3111"/>
          <ac:inkMkLst>
            <pc:docMk/>
            <pc:sldMk cId="2386971447" sldId="269"/>
            <ac:inkMk id="14" creationId="{EAC32E11-398E-AC99-C85D-5DC03BE8F232}"/>
          </ac:inkMkLst>
        </pc:inkChg>
        <pc:inkChg chg="add del">
          <ac:chgData name="MINATI RATH ." userId="c069ce78-7b3e-49df-863c-37cd5cba8d18" providerId="ADAL" clId="{88DB0432-0257-4B9C-AC44-4607F71EAFFD}" dt="2026-01-24T14:12:08.024" v="3111"/>
          <ac:inkMkLst>
            <pc:docMk/>
            <pc:sldMk cId="2386971447" sldId="269"/>
            <ac:inkMk id="15" creationId="{10F57E89-E9AE-55E1-430F-826FD85CC978}"/>
          </ac:inkMkLst>
        </pc:inkChg>
        <pc:inkChg chg="add reco">
          <ac:chgData name="MINATI RATH ." userId="c069ce78-7b3e-49df-863c-37cd5cba8d18" providerId="ADAL" clId="{88DB0432-0257-4B9C-AC44-4607F71EAFFD}" dt="2026-01-24T14:12:08.024" v="3111"/>
          <ac:inkMkLst>
            <pc:docMk/>
            <pc:sldMk cId="2386971447" sldId="269"/>
            <ac:inkMk id="16" creationId="{67C708A3-3330-8097-0DA4-46FCD7D22E14}"/>
          </ac:inkMkLst>
        </pc:inkChg>
        <pc:inkChg chg="add del">
          <ac:chgData name="MINATI RATH ." userId="c069ce78-7b3e-49df-863c-37cd5cba8d18" providerId="ADAL" clId="{88DB0432-0257-4B9C-AC44-4607F71EAFFD}" dt="2026-01-24T14:12:09.671" v="3114"/>
          <ac:inkMkLst>
            <pc:docMk/>
            <pc:sldMk cId="2386971447" sldId="269"/>
            <ac:inkMk id="17" creationId="{09E8697D-5E28-9F7D-D49A-70931F73B388}"/>
          </ac:inkMkLst>
        </pc:inkChg>
        <pc:inkChg chg="add del">
          <ac:chgData name="MINATI RATH ." userId="c069ce78-7b3e-49df-863c-37cd5cba8d18" providerId="ADAL" clId="{88DB0432-0257-4B9C-AC44-4607F71EAFFD}" dt="2026-01-24T14:12:09.671" v="3114"/>
          <ac:inkMkLst>
            <pc:docMk/>
            <pc:sldMk cId="2386971447" sldId="269"/>
            <ac:inkMk id="18" creationId="{B8923741-86E2-4807-D4E5-97B7E8D76769}"/>
          </ac:inkMkLst>
        </pc:inkChg>
        <pc:inkChg chg="add reco">
          <ac:chgData name="MINATI RATH ." userId="c069ce78-7b3e-49df-863c-37cd5cba8d18" providerId="ADAL" clId="{88DB0432-0257-4B9C-AC44-4607F71EAFFD}" dt="2026-01-24T14:12:09.671" v="3114"/>
          <ac:inkMkLst>
            <pc:docMk/>
            <pc:sldMk cId="2386971447" sldId="269"/>
            <ac:inkMk id="19" creationId="{248488E4-0A91-0607-FF6B-D642C7A4983E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0" creationId="{26197843-C0CE-2474-03A6-EC419BE140ED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1" creationId="{F49FFA06-8706-57D5-DB3B-C5C5D54D0550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2" creationId="{7C9CAE25-9262-1C8A-2CD3-E97C3E62F3A8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3" creationId="{AE8AB504-26FB-BF85-4F60-AA4C1C873C7B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4" creationId="{886757C7-924E-8792-709D-7DE769899580}"/>
          </ac:inkMkLst>
        </pc:inkChg>
        <pc:inkChg chg="add del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5" creationId="{0DE16CF2-0B2A-1BC9-4DE0-4828C5C18597}"/>
          </ac:inkMkLst>
        </pc:inkChg>
        <pc:inkChg chg="add reco">
          <ac:chgData name="MINATI RATH ." userId="c069ce78-7b3e-49df-863c-37cd5cba8d18" providerId="ADAL" clId="{88DB0432-0257-4B9C-AC44-4607F71EAFFD}" dt="2026-01-24T14:12:13.745" v="3121"/>
          <ac:inkMkLst>
            <pc:docMk/>
            <pc:sldMk cId="2386971447" sldId="269"/>
            <ac:inkMk id="26" creationId="{3C05FACB-E240-11CF-97D2-89DBDCC2B8A1}"/>
          </ac:inkMkLst>
        </pc:inkChg>
        <pc:inkChg chg="add del">
          <ac:chgData name="MINATI RATH ." userId="c069ce78-7b3e-49df-863c-37cd5cba8d18" providerId="ADAL" clId="{88DB0432-0257-4B9C-AC44-4607F71EAFFD}" dt="2026-01-24T14:12:16.338" v="3124"/>
          <ac:inkMkLst>
            <pc:docMk/>
            <pc:sldMk cId="2386971447" sldId="269"/>
            <ac:inkMk id="27" creationId="{C01DBF24-F67D-62A7-F0D2-CC26EDDF8651}"/>
          </ac:inkMkLst>
        </pc:inkChg>
        <pc:inkChg chg="add del">
          <ac:chgData name="MINATI RATH ." userId="c069ce78-7b3e-49df-863c-37cd5cba8d18" providerId="ADAL" clId="{88DB0432-0257-4B9C-AC44-4607F71EAFFD}" dt="2026-01-24T14:12:16.338" v="3124"/>
          <ac:inkMkLst>
            <pc:docMk/>
            <pc:sldMk cId="2386971447" sldId="269"/>
            <ac:inkMk id="28" creationId="{082FED38-31AA-2011-5287-F975CD573E82}"/>
          </ac:inkMkLst>
        </pc:inkChg>
        <pc:inkChg chg="add reco">
          <ac:chgData name="MINATI RATH ." userId="c069ce78-7b3e-49df-863c-37cd5cba8d18" providerId="ADAL" clId="{88DB0432-0257-4B9C-AC44-4607F71EAFFD}" dt="2026-01-24T14:12:16.338" v="3124"/>
          <ac:inkMkLst>
            <pc:docMk/>
            <pc:sldMk cId="2386971447" sldId="269"/>
            <ac:inkMk id="29" creationId="{44E884E6-F39B-CD28-774E-CC3A9FA3C5ED}"/>
          </ac:inkMkLst>
        </pc:inkChg>
        <pc:inkChg chg="add del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0" creationId="{55F45887-78BF-BB5B-D09A-3B8972106722}"/>
          </ac:inkMkLst>
        </pc:inkChg>
        <pc:inkChg chg="add del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1" creationId="{409A3E81-DBC4-C3DE-C3F0-03B8585F7324}"/>
          </ac:inkMkLst>
        </pc:inkChg>
        <pc:inkChg chg="add del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2" creationId="{CA69AE0F-3D4C-6487-74B9-DD1AAC1F8DC3}"/>
          </ac:inkMkLst>
        </pc:inkChg>
        <pc:inkChg chg="add del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3" creationId="{246F647A-E9FE-44B5-BFB8-F9E56BC81E89}"/>
          </ac:inkMkLst>
        </pc:inkChg>
        <pc:inkChg chg="add del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4" creationId="{2C892ADA-3721-5929-74F4-BC6487C1718C}"/>
          </ac:inkMkLst>
        </pc:inkChg>
        <pc:inkChg chg="add reco">
          <ac:chgData name="MINATI RATH ." userId="c069ce78-7b3e-49df-863c-37cd5cba8d18" providerId="ADAL" clId="{88DB0432-0257-4B9C-AC44-4607F71EAFFD}" dt="2026-01-24T14:12:19.675" v="3130"/>
          <ac:inkMkLst>
            <pc:docMk/>
            <pc:sldMk cId="2386971447" sldId="269"/>
            <ac:inkMk id="35" creationId="{F413238B-357A-8063-AFBD-F486177F50B7}"/>
          </ac:inkMkLst>
        </pc:inkChg>
        <pc:inkChg chg="add del">
          <ac:chgData name="MINATI RATH ." userId="c069ce78-7b3e-49df-863c-37cd5cba8d18" providerId="ADAL" clId="{88DB0432-0257-4B9C-AC44-4607F71EAFFD}" dt="2026-01-24T14:12:22.736" v="3133"/>
          <ac:inkMkLst>
            <pc:docMk/>
            <pc:sldMk cId="2386971447" sldId="269"/>
            <ac:inkMk id="36" creationId="{CBD9F234-2502-5166-E645-8ED843A0D92A}"/>
          </ac:inkMkLst>
        </pc:inkChg>
        <pc:inkChg chg="add del">
          <ac:chgData name="MINATI RATH ." userId="c069ce78-7b3e-49df-863c-37cd5cba8d18" providerId="ADAL" clId="{88DB0432-0257-4B9C-AC44-4607F71EAFFD}" dt="2026-01-24T14:12:22.736" v="3133"/>
          <ac:inkMkLst>
            <pc:docMk/>
            <pc:sldMk cId="2386971447" sldId="269"/>
            <ac:inkMk id="37" creationId="{47F1B258-AC1E-AA33-3E37-A7D14B2AD762}"/>
          </ac:inkMkLst>
        </pc:inkChg>
        <pc:inkChg chg="add reco">
          <ac:chgData name="MINATI RATH ." userId="c069ce78-7b3e-49df-863c-37cd5cba8d18" providerId="ADAL" clId="{88DB0432-0257-4B9C-AC44-4607F71EAFFD}" dt="2026-01-24T14:12:22.736" v="3133"/>
          <ac:inkMkLst>
            <pc:docMk/>
            <pc:sldMk cId="2386971447" sldId="269"/>
            <ac:inkMk id="38" creationId="{32721825-5C12-06E5-ABCD-D3416603A843}"/>
          </ac:inkMkLst>
        </pc:inkChg>
        <pc:inkChg chg="add del">
          <ac:chgData name="MINATI RATH ." userId="c069ce78-7b3e-49df-863c-37cd5cba8d18" providerId="ADAL" clId="{88DB0432-0257-4B9C-AC44-4607F71EAFFD}" dt="2026-01-24T14:12:24.756" v="3136"/>
          <ac:inkMkLst>
            <pc:docMk/>
            <pc:sldMk cId="2386971447" sldId="269"/>
            <ac:inkMk id="39" creationId="{CDCEDC0D-0460-6251-DE43-41930EB56A60}"/>
          </ac:inkMkLst>
        </pc:inkChg>
        <pc:inkChg chg="add del">
          <ac:chgData name="MINATI RATH ." userId="c069ce78-7b3e-49df-863c-37cd5cba8d18" providerId="ADAL" clId="{88DB0432-0257-4B9C-AC44-4607F71EAFFD}" dt="2026-01-24T14:12:24.756" v="3136"/>
          <ac:inkMkLst>
            <pc:docMk/>
            <pc:sldMk cId="2386971447" sldId="269"/>
            <ac:inkMk id="40" creationId="{7CD26C11-A148-3936-40FD-BC1D58225362}"/>
          </ac:inkMkLst>
        </pc:inkChg>
        <pc:inkChg chg="add reco">
          <ac:chgData name="MINATI RATH ." userId="c069ce78-7b3e-49df-863c-37cd5cba8d18" providerId="ADAL" clId="{88DB0432-0257-4B9C-AC44-4607F71EAFFD}" dt="2026-01-24T14:12:24.756" v="3136"/>
          <ac:inkMkLst>
            <pc:docMk/>
            <pc:sldMk cId="2386971447" sldId="269"/>
            <ac:inkMk id="41" creationId="{82FE6507-20FE-53E6-8527-74D632B8FF5D}"/>
          </ac:inkMkLst>
        </pc:inkChg>
        <pc:inkChg chg="add del">
          <ac:chgData name="MINATI RATH ." userId="c069ce78-7b3e-49df-863c-37cd5cba8d18" providerId="ADAL" clId="{88DB0432-0257-4B9C-AC44-4607F71EAFFD}" dt="2026-01-24T14:12:27.228" v="3139"/>
          <ac:inkMkLst>
            <pc:docMk/>
            <pc:sldMk cId="2386971447" sldId="269"/>
            <ac:inkMk id="42" creationId="{EC672A0E-CB9F-4155-325A-809CC5C97062}"/>
          </ac:inkMkLst>
        </pc:inkChg>
        <pc:inkChg chg="add del">
          <ac:chgData name="MINATI RATH ." userId="c069ce78-7b3e-49df-863c-37cd5cba8d18" providerId="ADAL" clId="{88DB0432-0257-4B9C-AC44-4607F71EAFFD}" dt="2026-01-24T14:12:27.228" v="3139"/>
          <ac:inkMkLst>
            <pc:docMk/>
            <pc:sldMk cId="2386971447" sldId="269"/>
            <ac:inkMk id="43" creationId="{46607A2E-4E77-FC52-2071-A156349A358F}"/>
          </ac:inkMkLst>
        </pc:inkChg>
        <pc:inkChg chg="add reco">
          <ac:chgData name="MINATI RATH ." userId="c069ce78-7b3e-49df-863c-37cd5cba8d18" providerId="ADAL" clId="{88DB0432-0257-4B9C-AC44-4607F71EAFFD}" dt="2026-01-24T14:12:27.228" v="3139"/>
          <ac:inkMkLst>
            <pc:docMk/>
            <pc:sldMk cId="2386971447" sldId="269"/>
            <ac:inkMk id="44" creationId="{4E83C85D-CAD5-69EF-E724-08AEBF9F3225}"/>
          </ac:inkMkLst>
        </pc:inkChg>
        <pc:inkChg chg="add">
          <ac:chgData name="MINATI RATH ." userId="c069ce78-7b3e-49df-863c-37cd5cba8d18" providerId="ADAL" clId="{88DB0432-0257-4B9C-AC44-4607F71EAFFD}" dt="2026-01-24T14:12:30.032" v="3140"/>
          <ac:inkMkLst>
            <pc:docMk/>
            <pc:sldMk cId="2386971447" sldId="269"/>
            <ac:inkMk id="45" creationId="{916EB939-3140-786F-E373-58B361A9F1AC}"/>
          </ac:inkMkLst>
        </pc:inkChg>
        <pc:inkChg chg="add del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46" creationId="{AFE0874D-EE6B-DC0A-632D-6830B96FB57D}"/>
          </ac:inkMkLst>
        </pc:inkChg>
        <pc:inkChg chg="add del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47" creationId="{A523EDC0-03DD-FFA6-3B76-7C8B4E34AC5E}"/>
          </ac:inkMkLst>
        </pc:inkChg>
        <pc:inkChg chg="add del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48" creationId="{450653A8-10BC-DAAF-A2DC-C7277F97C320}"/>
          </ac:inkMkLst>
        </pc:inkChg>
        <pc:inkChg chg="add del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49" creationId="{6763E8F0-628E-C0FA-C30C-4BA3DF03A19B}"/>
          </ac:inkMkLst>
        </pc:inkChg>
        <pc:inkChg chg="add del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50" creationId="{C3C3650C-3B99-87FD-CDDA-63FD7159D2E5}"/>
          </ac:inkMkLst>
        </pc:inkChg>
        <pc:inkChg chg="add reco">
          <ac:chgData name="MINATI RATH ." userId="c069ce78-7b3e-49df-863c-37cd5cba8d18" providerId="ADAL" clId="{88DB0432-0257-4B9C-AC44-4607F71EAFFD}" dt="2026-01-24T14:12:37.892" v="3146"/>
          <ac:inkMkLst>
            <pc:docMk/>
            <pc:sldMk cId="2386971447" sldId="269"/>
            <ac:inkMk id="51" creationId="{94BE050F-5A7A-0054-3304-B3A598BEA7EB}"/>
          </ac:inkMkLst>
        </pc:inkChg>
        <pc:inkChg chg="add">
          <ac:chgData name="MINATI RATH ." userId="c069ce78-7b3e-49df-863c-37cd5cba8d18" providerId="ADAL" clId="{88DB0432-0257-4B9C-AC44-4607F71EAFFD}" dt="2026-01-24T14:12:55.400" v="3147"/>
          <ac:inkMkLst>
            <pc:docMk/>
            <pc:sldMk cId="2386971447" sldId="269"/>
            <ac:inkMk id="52" creationId="{4E9C09E0-5DE3-9CD8-AEDB-CF4D1E87CEBE}"/>
          </ac:inkMkLst>
        </pc:inkChg>
        <pc:inkChg chg="add">
          <ac:chgData name="MINATI RATH ." userId="c069ce78-7b3e-49df-863c-37cd5cba8d18" providerId="ADAL" clId="{88DB0432-0257-4B9C-AC44-4607F71EAFFD}" dt="2026-01-24T14:12:58.211" v="3148"/>
          <ac:inkMkLst>
            <pc:docMk/>
            <pc:sldMk cId="2386971447" sldId="269"/>
            <ac:inkMk id="53" creationId="{F6704E57-B548-281E-1247-34EDFB036E8F}"/>
          </ac:inkMkLst>
        </pc:inkChg>
        <pc:inkChg chg="add">
          <ac:chgData name="MINATI RATH ." userId="c069ce78-7b3e-49df-863c-37cd5cba8d18" providerId="ADAL" clId="{88DB0432-0257-4B9C-AC44-4607F71EAFFD}" dt="2026-01-24T14:13:01.414" v="3149"/>
          <ac:inkMkLst>
            <pc:docMk/>
            <pc:sldMk cId="2386971447" sldId="269"/>
            <ac:inkMk id="54" creationId="{6AD07D0D-CEA5-CD64-1546-77C405EBABCA}"/>
          </ac:inkMkLst>
        </pc:inkChg>
        <pc:inkChg chg="add del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55" creationId="{1EE09F32-B0FD-4397-9F8E-FC2294C872A1}"/>
          </ac:inkMkLst>
        </pc:inkChg>
        <pc:inkChg chg="add del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56" creationId="{E196ED09-39E9-1BE3-60B2-0FCC16250EDE}"/>
          </ac:inkMkLst>
        </pc:inkChg>
        <pc:inkChg chg="add">
          <ac:chgData name="MINATI RATH ." userId="c069ce78-7b3e-49df-863c-37cd5cba8d18" providerId="ADAL" clId="{88DB0432-0257-4B9C-AC44-4607F71EAFFD}" dt="2026-01-24T14:13:10.063" v="3152"/>
          <ac:inkMkLst>
            <pc:docMk/>
            <pc:sldMk cId="2386971447" sldId="269"/>
            <ac:inkMk id="57" creationId="{1B2F9341-24A2-B188-BB75-CEF3E2044E06}"/>
          </ac:inkMkLst>
        </pc:inkChg>
        <pc:inkChg chg="add del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58" creationId="{C922AEAD-1E6D-739C-6670-57BB2B82EDD7}"/>
          </ac:inkMkLst>
        </pc:inkChg>
        <pc:inkChg chg="add del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59" creationId="{D01E70EE-ECD5-F4A9-E311-33A20B8DCB0A}"/>
          </ac:inkMkLst>
        </pc:inkChg>
        <pc:inkChg chg="add del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60" creationId="{37DE6955-C25E-A39C-8F40-A6303A9B1F4A}"/>
          </ac:inkMkLst>
        </pc:inkChg>
        <pc:inkChg chg="add reco">
          <ac:chgData name="MINATI RATH ." userId="c069ce78-7b3e-49df-863c-37cd5cba8d18" providerId="ADAL" clId="{88DB0432-0257-4B9C-AC44-4607F71EAFFD}" dt="2026-01-24T14:13:19.791" v="3156"/>
          <ac:inkMkLst>
            <pc:docMk/>
            <pc:sldMk cId="2386971447" sldId="269"/>
            <ac:inkMk id="61" creationId="{3A678C41-6798-A55C-23DE-6E1D0F945028}"/>
          </ac:inkMkLst>
        </pc:inkChg>
        <pc:inkChg chg="add del">
          <ac:chgData name="MINATI RATH ." userId="c069ce78-7b3e-49df-863c-37cd5cba8d18" providerId="ADAL" clId="{88DB0432-0257-4B9C-AC44-4607F71EAFFD}" dt="2026-01-24T14:16:27.533" v="3267"/>
          <ac:inkMkLst>
            <pc:docMk/>
            <pc:sldMk cId="2386971447" sldId="269"/>
            <ac:inkMk id="62" creationId="{203778EE-23FE-58AB-4828-A69BF47F837B}"/>
          </ac:inkMkLst>
        </pc:inkChg>
        <pc:inkChg chg="add del">
          <ac:chgData name="MINATI RATH ." userId="c069ce78-7b3e-49df-863c-37cd5cba8d18" providerId="ADAL" clId="{88DB0432-0257-4B9C-AC44-4607F71EAFFD}" dt="2026-01-24T14:16:27.533" v="3267"/>
          <ac:inkMkLst>
            <pc:docMk/>
            <pc:sldMk cId="2386971447" sldId="269"/>
            <ac:inkMk id="63" creationId="{DAEBC61E-8160-C2DF-0CD7-E23FFAC28AF7}"/>
          </ac:inkMkLst>
        </pc:inkChg>
        <pc:inkChg chg="add reco">
          <ac:chgData name="MINATI RATH ." userId="c069ce78-7b3e-49df-863c-37cd5cba8d18" providerId="ADAL" clId="{88DB0432-0257-4B9C-AC44-4607F71EAFFD}" dt="2026-01-24T14:16:27.533" v="3267"/>
          <ac:inkMkLst>
            <pc:docMk/>
            <pc:sldMk cId="2386971447" sldId="269"/>
            <ac:inkMk id="12288" creationId="{BAAD20D2-1B6C-FF76-1BF4-2A14E22F5CCA}"/>
          </ac:inkMkLst>
        </pc:inkChg>
        <pc:inkChg chg="add del">
          <ac:chgData name="MINATI RATH ." userId="c069ce78-7b3e-49df-863c-37cd5cba8d18" providerId="ADAL" clId="{88DB0432-0257-4B9C-AC44-4607F71EAFFD}" dt="2026-01-24T14:16:36.349" v="3270"/>
          <ac:inkMkLst>
            <pc:docMk/>
            <pc:sldMk cId="2386971447" sldId="269"/>
            <ac:inkMk id="12289" creationId="{9E995454-4878-FC94-8182-D84AD80BAABB}"/>
          </ac:inkMkLst>
        </pc:inkChg>
        <pc:inkChg chg="add del">
          <ac:chgData name="MINATI RATH ." userId="c069ce78-7b3e-49df-863c-37cd5cba8d18" providerId="ADAL" clId="{88DB0432-0257-4B9C-AC44-4607F71EAFFD}" dt="2026-01-24T14:16:36.349" v="3270"/>
          <ac:inkMkLst>
            <pc:docMk/>
            <pc:sldMk cId="2386971447" sldId="269"/>
            <ac:inkMk id="12291" creationId="{A6897080-4681-12CB-47D7-DBFD2D62BAF8}"/>
          </ac:inkMkLst>
        </pc:inkChg>
        <pc:inkChg chg="add reco">
          <ac:chgData name="MINATI RATH ." userId="c069ce78-7b3e-49df-863c-37cd5cba8d18" providerId="ADAL" clId="{88DB0432-0257-4B9C-AC44-4607F71EAFFD}" dt="2026-01-24T14:16:36.349" v="3270"/>
          <ac:inkMkLst>
            <pc:docMk/>
            <pc:sldMk cId="2386971447" sldId="269"/>
            <ac:inkMk id="12292" creationId="{CA185B73-128F-24A4-6AFB-26916F5DA3F2}"/>
          </ac:inkMkLst>
        </pc:inkChg>
        <pc:inkChg chg="add del">
          <ac:chgData name="MINATI RATH ." userId="c069ce78-7b3e-49df-863c-37cd5cba8d18" providerId="ADAL" clId="{88DB0432-0257-4B9C-AC44-4607F71EAFFD}" dt="2026-01-24T14:16:42.071" v="3273"/>
          <ac:inkMkLst>
            <pc:docMk/>
            <pc:sldMk cId="2386971447" sldId="269"/>
            <ac:inkMk id="12293" creationId="{A0B12CE7-A8A0-E888-6325-0426FE7E7E88}"/>
          </ac:inkMkLst>
        </pc:inkChg>
        <pc:inkChg chg="add del">
          <ac:chgData name="MINATI RATH ." userId="c069ce78-7b3e-49df-863c-37cd5cba8d18" providerId="ADAL" clId="{88DB0432-0257-4B9C-AC44-4607F71EAFFD}" dt="2026-01-24T14:16:42.071" v="3273"/>
          <ac:inkMkLst>
            <pc:docMk/>
            <pc:sldMk cId="2386971447" sldId="269"/>
            <ac:inkMk id="12294" creationId="{42C6878F-0B1E-F47D-9F2D-A5B244C1BB00}"/>
          </ac:inkMkLst>
        </pc:inkChg>
        <pc:inkChg chg="add reco">
          <ac:chgData name="MINATI RATH ." userId="c069ce78-7b3e-49df-863c-37cd5cba8d18" providerId="ADAL" clId="{88DB0432-0257-4B9C-AC44-4607F71EAFFD}" dt="2026-01-24T14:16:42.071" v="3273"/>
          <ac:inkMkLst>
            <pc:docMk/>
            <pc:sldMk cId="2386971447" sldId="269"/>
            <ac:inkMk id="12295" creationId="{EE92B567-2D03-1AC4-A03D-3D8770C85514}"/>
          </ac:inkMkLst>
        </pc:inkChg>
        <pc:inkChg chg="add">
          <ac:chgData name="MINATI RATH ." userId="c069ce78-7b3e-49df-863c-37cd5cba8d18" providerId="ADAL" clId="{88DB0432-0257-4B9C-AC44-4607F71EAFFD}" dt="2026-01-24T14:16:43.322" v="3274"/>
          <ac:inkMkLst>
            <pc:docMk/>
            <pc:sldMk cId="2386971447" sldId="269"/>
            <ac:inkMk id="12296" creationId="{0DD4246B-607C-B505-8656-80BC3121CA41}"/>
          </ac:inkMkLst>
        </pc:inkChg>
        <pc:inkChg chg="add">
          <ac:chgData name="MINATI RATH ." userId="c069ce78-7b3e-49df-863c-37cd5cba8d18" providerId="ADAL" clId="{88DB0432-0257-4B9C-AC44-4607F71EAFFD}" dt="2026-01-24T14:16:44.587" v="3275"/>
          <ac:inkMkLst>
            <pc:docMk/>
            <pc:sldMk cId="2386971447" sldId="269"/>
            <ac:inkMk id="12297" creationId="{FC808992-F436-893D-EE77-1E034271C2C3}"/>
          </ac:inkMkLst>
        </pc:inkChg>
        <pc:inkChg chg="add del">
          <ac:chgData name="MINATI RATH ." userId="c069ce78-7b3e-49df-863c-37cd5cba8d18" providerId="ADAL" clId="{88DB0432-0257-4B9C-AC44-4607F71EAFFD}" dt="2026-01-24T14:16:49.199" v="3278"/>
          <ac:inkMkLst>
            <pc:docMk/>
            <pc:sldMk cId="2386971447" sldId="269"/>
            <ac:inkMk id="12298" creationId="{2B37747A-CAE3-3229-B19A-24F7FF2E12BA}"/>
          </ac:inkMkLst>
        </pc:inkChg>
        <pc:inkChg chg="add del">
          <ac:chgData name="MINATI RATH ." userId="c069ce78-7b3e-49df-863c-37cd5cba8d18" providerId="ADAL" clId="{88DB0432-0257-4B9C-AC44-4607F71EAFFD}" dt="2026-01-24T14:16:49.199" v="3278"/>
          <ac:inkMkLst>
            <pc:docMk/>
            <pc:sldMk cId="2386971447" sldId="269"/>
            <ac:inkMk id="12299" creationId="{F6A6FA30-EDB7-9D75-DA29-110CE7163AAB}"/>
          </ac:inkMkLst>
        </pc:inkChg>
        <pc:inkChg chg="add reco">
          <ac:chgData name="MINATI RATH ." userId="c069ce78-7b3e-49df-863c-37cd5cba8d18" providerId="ADAL" clId="{88DB0432-0257-4B9C-AC44-4607F71EAFFD}" dt="2026-01-24T14:16:49.199" v="3278"/>
          <ac:inkMkLst>
            <pc:docMk/>
            <pc:sldMk cId="2386971447" sldId="269"/>
            <ac:inkMk id="12300" creationId="{0EA0D9EF-67E3-5114-A1E0-AC31AC350FCF}"/>
          </ac:inkMkLst>
        </pc:inkChg>
        <pc:inkChg chg="add del">
          <ac:chgData name="MINATI RATH ." userId="c069ce78-7b3e-49df-863c-37cd5cba8d18" providerId="ADAL" clId="{88DB0432-0257-4B9C-AC44-4607F71EAFFD}" dt="2026-01-24T14:16:56.547" v="3281"/>
          <ac:inkMkLst>
            <pc:docMk/>
            <pc:sldMk cId="2386971447" sldId="269"/>
            <ac:inkMk id="12301" creationId="{EC7C2D73-3A7B-6D71-D81C-E603CB406912}"/>
          </ac:inkMkLst>
        </pc:inkChg>
        <pc:inkChg chg="add del">
          <ac:chgData name="MINATI RATH ." userId="c069ce78-7b3e-49df-863c-37cd5cba8d18" providerId="ADAL" clId="{88DB0432-0257-4B9C-AC44-4607F71EAFFD}" dt="2026-01-24T14:16:56.547" v="3281"/>
          <ac:inkMkLst>
            <pc:docMk/>
            <pc:sldMk cId="2386971447" sldId="269"/>
            <ac:inkMk id="12302" creationId="{6580A371-C912-4B14-01D3-2C40BEC6E648}"/>
          </ac:inkMkLst>
        </pc:inkChg>
        <pc:inkChg chg="add reco">
          <ac:chgData name="MINATI RATH ." userId="c069ce78-7b3e-49df-863c-37cd5cba8d18" providerId="ADAL" clId="{88DB0432-0257-4B9C-AC44-4607F71EAFFD}" dt="2026-01-24T14:16:56.547" v="3281"/>
          <ac:inkMkLst>
            <pc:docMk/>
            <pc:sldMk cId="2386971447" sldId="269"/>
            <ac:inkMk id="12303" creationId="{CF6CA2E0-749C-7FCC-2DFE-DF42218E73C6}"/>
          </ac:inkMkLst>
        </pc:inkChg>
        <pc:inkChg chg="add del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4" creationId="{C4A7286D-5547-359F-4058-E11CEA01F60C}"/>
          </ac:inkMkLst>
        </pc:inkChg>
        <pc:inkChg chg="add del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5" creationId="{D87249EC-68F4-B821-B5A3-0323E793D122}"/>
          </ac:inkMkLst>
        </pc:inkChg>
        <pc:inkChg chg="add del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6" creationId="{F66EF451-C4D8-C45B-9C21-CAE6B699F7E4}"/>
          </ac:inkMkLst>
        </pc:inkChg>
        <pc:inkChg chg="add del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7" creationId="{E52DE26B-6954-DDAF-CE6F-9E015DF6B23C}"/>
          </ac:inkMkLst>
        </pc:inkChg>
        <pc:inkChg chg="add del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8" creationId="{80FB0F73-AD35-6C99-7F83-033419957B1D}"/>
          </ac:inkMkLst>
        </pc:inkChg>
        <pc:inkChg chg="add reco">
          <ac:chgData name="MINATI RATH ." userId="c069ce78-7b3e-49df-863c-37cd5cba8d18" providerId="ADAL" clId="{88DB0432-0257-4B9C-AC44-4607F71EAFFD}" dt="2026-01-24T14:17:00.881" v="3287"/>
          <ac:inkMkLst>
            <pc:docMk/>
            <pc:sldMk cId="2386971447" sldId="269"/>
            <ac:inkMk id="12309" creationId="{56E2E660-2780-3876-6308-A0D906714A5F}"/>
          </ac:inkMkLst>
        </pc:inkChg>
      </pc:sldChg>
      <pc:sldChg chg="addSp delSp mod">
        <pc:chgData name="MINATI RATH ." userId="c069ce78-7b3e-49df-863c-37cd5cba8d18" providerId="ADAL" clId="{88DB0432-0257-4B9C-AC44-4607F71EAFFD}" dt="2026-01-24T14:02:37.649" v="2929"/>
        <pc:sldMkLst>
          <pc:docMk/>
          <pc:sldMk cId="2484119054" sldId="271"/>
        </pc:sldMkLst>
        <pc:inkChg chg="add del">
          <ac:chgData name="MINATI RATH ." userId="c069ce78-7b3e-49df-863c-37cd5cba8d18" providerId="ADAL" clId="{88DB0432-0257-4B9C-AC44-4607F71EAFFD}" dt="2026-01-24T13:55:25.910" v="2644"/>
          <ac:inkMkLst>
            <pc:docMk/>
            <pc:sldMk cId="2484119054" sldId="271"/>
            <ac:inkMk id="3" creationId="{DC7D6F2F-C1E0-6027-6892-4D93F6CA99FF}"/>
          </ac:inkMkLst>
        </pc:inkChg>
        <pc:inkChg chg="add del">
          <ac:chgData name="MINATI RATH ." userId="c069ce78-7b3e-49df-863c-37cd5cba8d18" providerId="ADAL" clId="{88DB0432-0257-4B9C-AC44-4607F71EAFFD}" dt="2026-01-24T13:55:25.910" v="2644"/>
          <ac:inkMkLst>
            <pc:docMk/>
            <pc:sldMk cId="2484119054" sldId="271"/>
            <ac:inkMk id="4" creationId="{BB4785EB-614A-7F9C-5827-5060C05E8628}"/>
          </ac:inkMkLst>
        </pc:inkChg>
        <pc:inkChg chg="add del reco">
          <ac:chgData name="MINATI RATH ." userId="c069ce78-7b3e-49df-863c-37cd5cba8d18" providerId="ADAL" clId="{88DB0432-0257-4B9C-AC44-4607F71EAFFD}" dt="2026-01-24T13:59:44.421" v="2807"/>
          <ac:inkMkLst>
            <pc:docMk/>
            <pc:sldMk cId="2484119054" sldId="271"/>
            <ac:inkMk id="5" creationId="{D9060E5C-9EDE-5AFF-F7D4-97736B4DC0F8}"/>
          </ac:inkMkLst>
        </pc:inkChg>
        <pc:inkChg chg="add del">
          <ac:chgData name="MINATI RATH ." userId="c069ce78-7b3e-49df-863c-37cd5cba8d18" providerId="ADAL" clId="{88DB0432-0257-4B9C-AC44-4607F71EAFFD}" dt="2026-01-24T13:59:44.422" v="2808"/>
          <ac:inkMkLst>
            <pc:docMk/>
            <pc:sldMk cId="2484119054" sldId="271"/>
            <ac:inkMk id="6" creationId="{74921995-8FBC-D723-D43E-FD9293DD9C10}"/>
          </ac:inkMkLst>
        </pc:inkChg>
        <pc:inkChg chg="add del">
          <ac:chgData name="MINATI RATH ." userId="c069ce78-7b3e-49df-863c-37cd5cba8d18" providerId="ADAL" clId="{88DB0432-0257-4B9C-AC44-4607F71EAFFD}" dt="2026-01-24T13:56:32.887" v="2678"/>
          <ac:inkMkLst>
            <pc:docMk/>
            <pc:sldMk cId="2484119054" sldId="271"/>
            <ac:inkMk id="7" creationId="{AABC508E-7175-EF01-F19A-7FBD1EC66B80}"/>
          </ac:inkMkLst>
        </pc:inkChg>
        <pc:inkChg chg="add del">
          <ac:chgData name="MINATI RATH ." userId="c069ce78-7b3e-49df-863c-37cd5cba8d18" providerId="ADAL" clId="{88DB0432-0257-4B9C-AC44-4607F71EAFFD}" dt="2026-01-24T13:56:32.887" v="2678"/>
          <ac:inkMkLst>
            <pc:docMk/>
            <pc:sldMk cId="2484119054" sldId="271"/>
            <ac:inkMk id="8" creationId="{3FCCDB58-281F-38CF-C400-53012DC7EED2}"/>
          </ac:inkMkLst>
        </pc:inkChg>
        <pc:inkChg chg="add del">
          <ac:chgData name="MINATI RATH ." userId="c069ce78-7b3e-49df-863c-37cd5cba8d18" providerId="ADAL" clId="{88DB0432-0257-4B9C-AC44-4607F71EAFFD}" dt="2026-01-24T13:56:32.887" v="2678"/>
          <ac:inkMkLst>
            <pc:docMk/>
            <pc:sldMk cId="2484119054" sldId="271"/>
            <ac:inkMk id="9" creationId="{C8BAF703-33A5-5C49-C736-3116C72BE666}"/>
          </ac:inkMkLst>
        </pc:inkChg>
        <pc:inkChg chg="add del reco">
          <ac:chgData name="MINATI RATH ." userId="c069ce78-7b3e-49df-863c-37cd5cba8d18" providerId="ADAL" clId="{88DB0432-0257-4B9C-AC44-4607F71EAFFD}" dt="2026-01-24T13:59:44.423" v="2809"/>
          <ac:inkMkLst>
            <pc:docMk/>
            <pc:sldMk cId="2484119054" sldId="271"/>
            <ac:inkMk id="10" creationId="{7F7A19C0-D2AA-A1C5-AE73-4760F72C09F2}"/>
          </ac:inkMkLst>
        </pc:inkChg>
        <pc:inkChg chg="add del">
          <ac:chgData name="MINATI RATH ." userId="c069ce78-7b3e-49df-863c-37cd5cba8d18" providerId="ADAL" clId="{88DB0432-0257-4B9C-AC44-4607F71EAFFD}" dt="2026-01-24T13:59:44.424" v="2810"/>
          <ac:inkMkLst>
            <pc:docMk/>
            <pc:sldMk cId="2484119054" sldId="271"/>
            <ac:inkMk id="11" creationId="{35CAE60E-ACE7-B5B2-67CF-718BB74662A0}"/>
          </ac:inkMkLst>
        </pc:inkChg>
        <pc:inkChg chg="add del">
          <ac:chgData name="MINATI RATH ." userId="c069ce78-7b3e-49df-863c-37cd5cba8d18" providerId="ADAL" clId="{88DB0432-0257-4B9C-AC44-4607F71EAFFD}" dt="2026-01-24T13:56:52.287" v="2684"/>
          <ac:inkMkLst>
            <pc:docMk/>
            <pc:sldMk cId="2484119054" sldId="271"/>
            <ac:inkMk id="12" creationId="{B9EEA599-B29F-5D4D-F71B-4591FB3AEC5A}"/>
          </ac:inkMkLst>
        </pc:inkChg>
        <pc:inkChg chg="add del">
          <ac:chgData name="MINATI RATH ." userId="c069ce78-7b3e-49df-863c-37cd5cba8d18" providerId="ADAL" clId="{88DB0432-0257-4B9C-AC44-4607F71EAFFD}" dt="2026-01-24T13:56:52.287" v="2684"/>
          <ac:inkMkLst>
            <pc:docMk/>
            <pc:sldMk cId="2484119054" sldId="271"/>
            <ac:inkMk id="13" creationId="{B9290579-EF4C-C46E-4A32-DBDBBF220942}"/>
          </ac:inkMkLst>
        </pc:inkChg>
        <pc:inkChg chg="add del">
          <ac:chgData name="MINATI RATH ." userId="c069ce78-7b3e-49df-863c-37cd5cba8d18" providerId="ADAL" clId="{88DB0432-0257-4B9C-AC44-4607F71EAFFD}" dt="2026-01-24T13:56:52.287" v="2684"/>
          <ac:inkMkLst>
            <pc:docMk/>
            <pc:sldMk cId="2484119054" sldId="271"/>
            <ac:inkMk id="14" creationId="{6694ECC4-D801-31B6-8104-659AD1BA44D6}"/>
          </ac:inkMkLst>
        </pc:inkChg>
        <pc:inkChg chg="add del">
          <ac:chgData name="MINATI RATH ." userId="c069ce78-7b3e-49df-863c-37cd5cba8d18" providerId="ADAL" clId="{88DB0432-0257-4B9C-AC44-4607F71EAFFD}" dt="2026-01-24T13:56:52.287" v="2684"/>
          <ac:inkMkLst>
            <pc:docMk/>
            <pc:sldMk cId="2484119054" sldId="271"/>
            <ac:inkMk id="15" creationId="{347A9B65-996D-7BA5-3065-F6B3DA432162}"/>
          </ac:inkMkLst>
        </pc:inkChg>
        <pc:inkChg chg="add del reco">
          <ac:chgData name="MINATI RATH ." userId="c069ce78-7b3e-49df-863c-37cd5cba8d18" providerId="ADAL" clId="{88DB0432-0257-4B9C-AC44-4607F71EAFFD}" dt="2026-01-24T13:59:44.425" v="2811"/>
          <ac:inkMkLst>
            <pc:docMk/>
            <pc:sldMk cId="2484119054" sldId="271"/>
            <ac:inkMk id="16" creationId="{1AE388CD-A7FE-175F-C46E-953FBFA988B6}"/>
          </ac:inkMkLst>
        </pc:inkChg>
        <pc:inkChg chg="add del">
          <ac:chgData name="MINATI RATH ." userId="c069ce78-7b3e-49df-863c-37cd5cba8d18" providerId="ADAL" clId="{88DB0432-0257-4B9C-AC44-4607F71EAFFD}" dt="2026-01-24T13:59:44.426" v="2812"/>
          <ac:inkMkLst>
            <pc:docMk/>
            <pc:sldMk cId="2484119054" sldId="271"/>
            <ac:inkMk id="17" creationId="{7423DCB8-C93C-9FAE-7DEF-CF48C04AE6FC}"/>
          </ac:inkMkLst>
        </pc:inkChg>
        <pc:inkChg chg="add del">
          <ac:chgData name="MINATI RATH ." userId="c069ce78-7b3e-49df-863c-37cd5cba8d18" providerId="ADAL" clId="{88DB0432-0257-4B9C-AC44-4607F71EAFFD}" dt="2026-01-24T13:59:44.426" v="2813"/>
          <ac:inkMkLst>
            <pc:docMk/>
            <pc:sldMk cId="2484119054" sldId="271"/>
            <ac:inkMk id="18" creationId="{07398D67-0F5D-68A9-B837-0345241DB938}"/>
          </ac:inkMkLst>
        </pc:inkChg>
        <pc:inkChg chg="add del">
          <ac:chgData name="MINATI RATH ." userId="c069ce78-7b3e-49df-863c-37cd5cba8d18" providerId="ADAL" clId="{88DB0432-0257-4B9C-AC44-4607F71EAFFD}" dt="2026-01-24T13:57:17.453" v="2694"/>
          <ac:inkMkLst>
            <pc:docMk/>
            <pc:sldMk cId="2484119054" sldId="271"/>
            <ac:inkMk id="19" creationId="{B89056EB-A9D8-6FD4-7A22-BD8E531F675C}"/>
          </ac:inkMkLst>
        </pc:inkChg>
        <pc:inkChg chg="add del">
          <ac:chgData name="MINATI RATH ." userId="c069ce78-7b3e-49df-863c-37cd5cba8d18" providerId="ADAL" clId="{88DB0432-0257-4B9C-AC44-4607F71EAFFD}" dt="2026-01-24T13:57:17.453" v="2694"/>
          <ac:inkMkLst>
            <pc:docMk/>
            <pc:sldMk cId="2484119054" sldId="271"/>
            <ac:inkMk id="20" creationId="{B16AB5D9-F010-1165-AD13-3E60FC39F0AB}"/>
          </ac:inkMkLst>
        </pc:inkChg>
        <pc:inkChg chg="add del reco">
          <ac:chgData name="MINATI RATH ." userId="c069ce78-7b3e-49df-863c-37cd5cba8d18" providerId="ADAL" clId="{88DB0432-0257-4B9C-AC44-4607F71EAFFD}" dt="2026-01-24T13:59:44.427" v="2814"/>
          <ac:inkMkLst>
            <pc:docMk/>
            <pc:sldMk cId="2484119054" sldId="271"/>
            <ac:inkMk id="21" creationId="{5F0CEA03-A62C-E3C5-7C9E-D86208676028}"/>
          </ac:inkMkLst>
        </pc:inkChg>
        <pc:inkChg chg="add del">
          <ac:chgData name="MINATI RATH ." userId="c069ce78-7b3e-49df-863c-37cd5cba8d18" providerId="ADAL" clId="{88DB0432-0257-4B9C-AC44-4607F71EAFFD}" dt="2026-01-24T13:57:24.087" v="2698"/>
          <ac:inkMkLst>
            <pc:docMk/>
            <pc:sldMk cId="2484119054" sldId="271"/>
            <ac:inkMk id="22" creationId="{93E49294-DF14-E579-8A48-1CD88C320D5C}"/>
          </ac:inkMkLst>
        </pc:inkChg>
        <pc:inkChg chg="add del">
          <ac:chgData name="MINATI RATH ." userId="c069ce78-7b3e-49df-863c-37cd5cba8d18" providerId="ADAL" clId="{88DB0432-0257-4B9C-AC44-4607F71EAFFD}" dt="2026-01-24T13:57:24.087" v="2698"/>
          <ac:inkMkLst>
            <pc:docMk/>
            <pc:sldMk cId="2484119054" sldId="271"/>
            <ac:inkMk id="23" creationId="{ECF189D7-35B0-3CE3-0551-B876CD6ACB2E}"/>
          </ac:inkMkLst>
        </pc:inkChg>
        <pc:inkChg chg="add del">
          <ac:chgData name="MINATI RATH ." userId="c069ce78-7b3e-49df-863c-37cd5cba8d18" providerId="ADAL" clId="{88DB0432-0257-4B9C-AC44-4607F71EAFFD}" dt="2026-01-24T13:57:24.087" v="2698"/>
          <ac:inkMkLst>
            <pc:docMk/>
            <pc:sldMk cId="2484119054" sldId="271"/>
            <ac:inkMk id="24" creationId="{EFAB0D57-4578-4A47-991B-7318ABCF58E1}"/>
          </ac:inkMkLst>
        </pc:inkChg>
        <pc:inkChg chg="add del reco">
          <ac:chgData name="MINATI RATH ." userId="c069ce78-7b3e-49df-863c-37cd5cba8d18" providerId="ADAL" clId="{88DB0432-0257-4B9C-AC44-4607F71EAFFD}" dt="2026-01-24T13:59:44.429" v="2815"/>
          <ac:inkMkLst>
            <pc:docMk/>
            <pc:sldMk cId="2484119054" sldId="271"/>
            <ac:inkMk id="25" creationId="{F30649FF-4D3E-DC94-30EF-25D45D4B3DB4}"/>
          </ac:inkMkLst>
        </pc:inkChg>
        <pc:inkChg chg="add del">
          <ac:chgData name="MINATI RATH ." userId="c069ce78-7b3e-49df-863c-37cd5cba8d18" providerId="ADAL" clId="{88DB0432-0257-4B9C-AC44-4607F71EAFFD}" dt="2026-01-24T13:57:27.887" v="2702"/>
          <ac:inkMkLst>
            <pc:docMk/>
            <pc:sldMk cId="2484119054" sldId="271"/>
            <ac:inkMk id="26" creationId="{98AD5F92-3697-4C39-995E-BB62105AFAE6}"/>
          </ac:inkMkLst>
        </pc:inkChg>
        <pc:inkChg chg="add del">
          <ac:chgData name="MINATI RATH ." userId="c069ce78-7b3e-49df-863c-37cd5cba8d18" providerId="ADAL" clId="{88DB0432-0257-4B9C-AC44-4607F71EAFFD}" dt="2026-01-24T13:57:27.887" v="2702"/>
          <ac:inkMkLst>
            <pc:docMk/>
            <pc:sldMk cId="2484119054" sldId="271"/>
            <ac:inkMk id="27" creationId="{6626E18F-1E24-1E27-BF34-816AEF3D2C07}"/>
          </ac:inkMkLst>
        </pc:inkChg>
        <pc:inkChg chg="add del">
          <ac:chgData name="MINATI RATH ." userId="c069ce78-7b3e-49df-863c-37cd5cba8d18" providerId="ADAL" clId="{88DB0432-0257-4B9C-AC44-4607F71EAFFD}" dt="2026-01-24T13:57:27.887" v="2702"/>
          <ac:inkMkLst>
            <pc:docMk/>
            <pc:sldMk cId="2484119054" sldId="271"/>
            <ac:inkMk id="28" creationId="{8F7DF64E-DF74-E47E-787D-52C85E968DCE}"/>
          </ac:inkMkLst>
        </pc:inkChg>
        <pc:inkChg chg="add del reco">
          <ac:chgData name="MINATI RATH ." userId="c069ce78-7b3e-49df-863c-37cd5cba8d18" providerId="ADAL" clId="{88DB0432-0257-4B9C-AC44-4607F71EAFFD}" dt="2026-01-24T13:59:44.430" v="2816"/>
          <ac:inkMkLst>
            <pc:docMk/>
            <pc:sldMk cId="2484119054" sldId="271"/>
            <ac:inkMk id="29" creationId="{B1BC206D-3251-03D8-B7BA-8BBE1AE31E55}"/>
          </ac:inkMkLst>
        </pc:inkChg>
        <pc:inkChg chg="add del">
          <ac:chgData name="MINATI RATH ." userId="c069ce78-7b3e-49df-863c-37cd5cba8d18" providerId="ADAL" clId="{88DB0432-0257-4B9C-AC44-4607F71EAFFD}" dt="2026-01-24T13:57:33.162" v="2708"/>
          <ac:inkMkLst>
            <pc:docMk/>
            <pc:sldMk cId="2484119054" sldId="271"/>
            <ac:inkMk id="30" creationId="{9BD85758-A30B-52C6-4D48-5FD4C30CBE7C}"/>
          </ac:inkMkLst>
        </pc:inkChg>
        <pc:inkChg chg="add del">
          <ac:chgData name="MINATI RATH ." userId="c069ce78-7b3e-49df-863c-37cd5cba8d18" providerId="ADAL" clId="{88DB0432-0257-4B9C-AC44-4607F71EAFFD}" dt="2026-01-24T13:57:33.162" v="2708"/>
          <ac:inkMkLst>
            <pc:docMk/>
            <pc:sldMk cId="2484119054" sldId="271"/>
            <ac:inkMk id="31" creationId="{42DBC420-0276-C04C-04FC-FAD69C1A92FF}"/>
          </ac:inkMkLst>
        </pc:inkChg>
        <pc:inkChg chg="add del">
          <ac:chgData name="MINATI RATH ." userId="c069ce78-7b3e-49df-863c-37cd5cba8d18" providerId="ADAL" clId="{88DB0432-0257-4B9C-AC44-4607F71EAFFD}" dt="2026-01-24T13:57:33.162" v="2708"/>
          <ac:inkMkLst>
            <pc:docMk/>
            <pc:sldMk cId="2484119054" sldId="271"/>
            <ac:inkMk id="32" creationId="{AFCFFB2C-115A-8EF0-C90B-391828CDF8A8}"/>
          </ac:inkMkLst>
        </pc:inkChg>
        <pc:inkChg chg="add del">
          <ac:chgData name="MINATI RATH ." userId="c069ce78-7b3e-49df-863c-37cd5cba8d18" providerId="ADAL" clId="{88DB0432-0257-4B9C-AC44-4607F71EAFFD}" dt="2026-01-24T13:57:33.162" v="2708"/>
          <ac:inkMkLst>
            <pc:docMk/>
            <pc:sldMk cId="2484119054" sldId="271"/>
            <ac:inkMk id="33" creationId="{F1EACAB9-9594-A2AD-D94C-AD2A8B9BE80D}"/>
          </ac:inkMkLst>
        </pc:inkChg>
        <pc:inkChg chg="add del">
          <ac:chgData name="MINATI RATH ." userId="c069ce78-7b3e-49df-863c-37cd5cba8d18" providerId="ADAL" clId="{88DB0432-0257-4B9C-AC44-4607F71EAFFD}" dt="2026-01-24T13:57:33.162" v="2708"/>
          <ac:inkMkLst>
            <pc:docMk/>
            <pc:sldMk cId="2484119054" sldId="271"/>
            <ac:inkMk id="34" creationId="{26B11CE2-A456-70EE-847E-67FE4A9A9447}"/>
          </ac:inkMkLst>
        </pc:inkChg>
        <pc:inkChg chg="add del reco">
          <ac:chgData name="MINATI RATH ." userId="c069ce78-7b3e-49df-863c-37cd5cba8d18" providerId="ADAL" clId="{88DB0432-0257-4B9C-AC44-4607F71EAFFD}" dt="2026-01-24T13:59:44.433" v="2819"/>
          <ac:inkMkLst>
            <pc:docMk/>
            <pc:sldMk cId="2484119054" sldId="271"/>
            <ac:inkMk id="35" creationId="{FAF78E4C-1577-1322-0F6A-62EDDAAAC88D}"/>
          </ac:inkMkLst>
        </pc:inkChg>
        <pc:inkChg chg="add del">
          <ac:chgData name="MINATI RATH ." userId="c069ce78-7b3e-49df-863c-37cd5cba8d18" providerId="ADAL" clId="{88DB0432-0257-4B9C-AC44-4607F71EAFFD}" dt="2026-01-24T13:57:40.730" v="2711"/>
          <ac:inkMkLst>
            <pc:docMk/>
            <pc:sldMk cId="2484119054" sldId="271"/>
            <ac:inkMk id="36" creationId="{BFFC9481-37A2-665D-D81C-D4B2395650A5}"/>
          </ac:inkMkLst>
        </pc:inkChg>
        <pc:inkChg chg="add del">
          <ac:chgData name="MINATI RATH ." userId="c069ce78-7b3e-49df-863c-37cd5cba8d18" providerId="ADAL" clId="{88DB0432-0257-4B9C-AC44-4607F71EAFFD}" dt="2026-01-24T13:57:40.730" v="2711"/>
          <ac:inkMkLst>
            <pc:docMk/>
            <pc:sldMk cId="2484119054" sldId="271"/>
            <ac:inkMk id="37" creationId="{503EDD06-978C-B3FA-1DFB-374C02622F04}"/>
          </ac:inkMkLst>
        </pc:inkChg>
        <pc:inkChg chg="add del reco">
          <ac:chgData name="MINATI RATH ." userId="c069ce78-7b3e-49df-863c-37cd5cba8d18" providerId="ADAL" clId="{88DB0432-0257-4B9C-AC44-4607F71EAFFD}" dt="2026-01-24T13:59:44.435" v="2821"/>
          <ac:inkMkLst>
            <pc:docMk/>
            <pc:sldMk cId="2484119054" sldId="271"/>
            <ac:inkMk id="38" creationId="{3FD875C5-79FC-F698-727F-A3F8CFFA7C4D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39" creationId="{5D9DAA44-CF6F-67B4-9023-0FB9AD19D256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40" creationId="{0AA184CD-6B67-1901-0266-286748B32A21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41" creationId="{040760F0-0922-01F1-B185-84FEA9AFF0B8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42" creationId="{3ECCFDA6-B5DF-4B61-AA25-6478349329BE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43" creationId="{99937977-954A-8CB9-4F64-160F04E77A51}"/>
          </ac:inkMkLst>
        </pc:inkChg>
        <pc:inkChg chg="add del">
          <ac:chgData name="MINATI RATH ." userId="c069ce78-7b3e-49df-863c-37cd5cba8d18" providerId="ADAL" clId="{88DB0432-0257-4B9C-AC44-4607F71EAFFD}" dt="2026-01-24T13:57:48.838" v="2718"/>
          <ac:inkMkLst>
            <pc:docMk/>
            <pc:sldMk cId="2484119054" sldId="271"/>
            <ac:inkMk id="44" creationId="{E5DC587E-73A4-8524-CF3C-2C15237BF749}"/>
          </ac:inkMkLst>
        </pc:inkChg>
        <pc:inkChg chg="add del reco">
          <ac:chgData name="MINATI RATH ." userId="c069ce78-7b3e-49df-863c-37cd5cba8d18" providerId="ADAL" clId="{88DB0432-0257-4B9C-AC44-4607F71EAFFD}" dt="2026-01-24T13:59:44.420" v="2806"/>
          <ac:inkMkLst>
            <pc:docMk/>
            <pc:sldMk cId="2484119054" sldId="271"/>
            <ac:inkMk id="45" creationId="{32472848-6ED0-D957-FEC7-5F31EB43B22E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46" creationId="{8CE98AF5-D080-39DB-0BB2-5E5349844ADE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47" creationId="{9F9D4C93-10D6-2A80-E1A4-878CB29BCBA5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48" creationId="{4D7B6EC5-F8A8-5108-9173-F80805B207CA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49" creationId="{DF562437-DF5E-A9F4-F02C-D3FD4C04DDB2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0" creationId="{EA6B961F-C440-9173-2D5C-DF4B603898BC}"/>
          </ac:inkMkLst>
        </pc:inkChg>
        <pc:inkChg chg="add">
          <ac:chgData name="MINATI RATH ." userId="c069ce78-7b3e-49df-863c-37cd5cba8d18" providerId="ADAL" clId="{88DB0432-0257-4B9C-AC44-4607F71EAFFD}" dt="2026-01-24T13:57:55.893" v="2724"/>
          <ac:inkMkLst>
            <pc:docMk/>
            <pc:sldMk cId="2484119054" sldId="271"/>
            <ac:inkMk id="51" creationId="{CB4582D2-648B-8E3D-7A45-B02ABCB6D02D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2" creationId="{9104FB95-70C7-B34E-312B-9AE6B67B4163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3" creationId="{CFBECA87-B029-01FA-3724-5B71AF2FD80F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4" creationId="{DEEAC708-A3C5-8838-CF77-A88DA9B8D921}"/>
          </ac:inkMkLst>
        </pc:inkChg>
        <pc:inkChg chg="add del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5" creationId="{83C32310-C9BE-35D9-675D-04D038F742D1}"/>
          </ac:inkMkLst>
        </pc:inkChg>
        <pc:inkChg chg="add reco">
          <ac:chgData name="MINATI RATH ." userId="c069ce78-7b3e-49df-863c-37cd5cba8d18" providerId="ADAL" clId="{88DB0432-0257-4B9C-AC44-4607F71EAFFD}" dt="2026-01-24T13:57:57.939" v="2729"/>
          <ac:inkMkLst>
            <pc:docMk/>
            <pc:sldMk cId="2484119054" sldId="271"/>
            <ac:inkMk id="56" creationId="{023EC4C2-4A3D-4115-FD27-8EAF7C9EDC6D}"/>
          </ac:inkMkLst>
        </pc:inkChg>
        <pc:inkChg chg="add del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57" creationId="{FC056DED-DBA1-B527-5F61-B062B35E4F9C}"/>
          </ac:inkMkLst>
        </pc:inkChg>
        <pc:inkChg chg="add del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58" creationId="{1E8BE1C3-1B57-3DD0-E923-FC765095E661}"/>
          </ac:inkMkLst>
        </pc:inkChg>
        <pc:inkChg chg="add del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59" creationId="{44C96FEE-3FE5-DE0A-A45A-B37324773DEA}"/>
          </ac:inkMkLst>
        </pc:inkChg>
        <pc:inkChg chg="add del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60" creationId="{63790B84-96AE-CB7C-861B-26F5FA8E00DB}"/>
          </ac:inkMkLst>
        </pc:inkChg>
        <pc:inkChg chg="add del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61" creationId="{D4E7FEBC-62EB-0129-7CBC-587E0026F7AB}"/>
          </ac:inkMkLst>
        </pc:inkChg>
        <pc:inkChg chg="add reco">
          <ac:chgData name="MINATI RATH ." userId="c069ce78-7b3e-49df-863c-37cd5cba8d18" providerId="ADAL" clId="{88DB0432-0257-4B9C-AC44-4607F71EAFFD}" dt="2026-01-24T13:58:07.765" v="2735"/>
          <ac:inkMkLst>
            <pc:docMk/>
            <pc:sldMk cId="2484119054" sldId="271"/>
            <ac:inkMk id="62" creationId="{F3361191-FE03-9C88-32CF-ABE09331E2ED}"/>
          </ac:inkMkLst>
        </pc:inkChg>
        <pc:inkChg chg="add del">
          <ac:chgData name="MINATI RATH ." userId="c069ce78-7b3e-49df-863c-37cd5cba8d18" providerId="ADAL" clId="{88DB0432-0257-4B9C-AC44-4607F71EAFFD}" dt="2026-01-24T13:58:12.230" v="2738"/>
          <ac:inkMkLst>
            <pc:docMk/>
            <pc:sldMk cId="2484119054" sldId="271"/>
            <ac:inkMk id="63" creationId="{1AE0CCE5-94D7-A868-2037-5A16DDF18ED9}"/>
          </ac:inkMkLst>
        </pc:inkChg>
        <pc:inkChg chg="add del">
          <ac:chgData name="MINATI RATH ." userId="c069ce78-7b3e-49df-863c-37cd5cba8d18" providerId="ADAL" clId="{88DB0432-0257-4B9C-AC44-4607F71EAFFD}" dt="2026-01-24T13:58:12.230" v="2738"/>
          <ac:inkMkLst>
            <pc:docMk/>
            <pc:sldMk cId="2484119054" sldId="271"/>
            <ac:inkMk id="14336" creationId="{003B88D4-F84C-8665-E77B-1D799AB4C3AB}"/>
          </ac:inkMkLst>
        </pc:inkChg>
        <pc:inkChg chg="add reco">
          <ac:chgData name="MINATI RATH ." userId="c069ce78-7b3e-49df-863c-37cd5cba8d18" providerId="ADAL" clId="{88DB0432-0257-4B9C-AC44-4607F71EAFFD}" dt="2026-01-24T13:58:12.230" v="2738"/>
          <ac:inkMkLst>
            <pc:docMk/>
            <pc:sldMk cId="2484119054" sldId="271"/>
            <ac:inkMk id="14337" creationId="{082EBAEC-559C-725B-A261-A7D306F615F5}"/>
          </ac:inkMkLst>
        </pc:inkChg>
        <pc:inkChg chg="add del">
          <ac:chgData name="MINATI RATH ." userId="c069ce78-7b3e-49df-863c-37cd5cba8d18" providerId="ADAL" clId="{88DB0432-0257-4B9C-AC44-4607F71EAFFD}" dt="2026-01-24T13:58:15.855" v="2743"/>
          <ac:inkMkLst>
            <pc:docMk/>
            <pc:sldMk cId="2484119054" sldId="271"/>
            <ac:inkMk id="14340" creationId="{67C5D2D8-50E0-FC23-C9B8-EFF58650D724}"/>
          </ac:inkMkLst>
        </pc:inkChg>
        <pc:inkChg chg="add del">
          <ac:chgData name="MINATI RATH ." userId="c069ce78-7b3e-49df-863c-37cd5cba8d18" providerId="ADAL" clId="{88DB0432-0257-4B9C-AC44-4607F71EAFFD}" dt="2026-01-24T13:58:15.855" v="2743"/>
          <ac:inkMkLst>
            <pc:docMk/>
            <pc:sldMk cId="2484119054" sldId="271"/>
            <ac:inkMk id="14341" creationId="{F251D301-81D8-1E2E-B823-191BE2B3B91B}"/>
          </ac:inkMkLst>
        </pc:inkChg>
        <pc:inkChg chg="add del">
          <ac:chgData name="MINATI RATH ." userId="c069ce78-7b3e-49df-863c-37cd5cba8d18" providerId="ADAL" clId="{88DB0432-0257-4B9C-AC44-4607F71EAFFD}" dt="2026-01-24T13:58:15.855" v="2743"/>
          <ac:inkMkLst>
            <pc:docMk/>
            <pc:sldMk cId="2484119054" sldId="271"/>
            <ac:inkMk id="14342" creationId="{6AA75537-0AED-335D-738A-7825DE61EB88}"/>
          </ac:inkMkLst>
        </pc:inkChg>
        <pc:inkChg chg="add del">
          <ac:chgData name="MINATI RATH ." userId="c069ce78-7b3e-49df-863c-37cd5cba8d18" providerId="ADAL" clId="{88DB0432-0257-4B9C-AC44-4607F71EAFFD}" dt="2026-01-24T13:58:15.855" v="2743"/>
          <ac:inkMkLst>
            <pc:docMk/>
            <pc:sldMk cId="2484119054" sldId="271"/>
            <ac:inkMk id="14343" creationId="{5B06C02B-296C-BBDA-F250-A5C74C06A22D}"/>
          </ac:inkMkLst>
        </pc:inkChg>
        <pc:inkChg chg="add reco">
          <ac:chgData name="MINATI RATH ." userId="c069ce78-7b3e-49df-863c-37cd5cba8d18" providerId="ADAL" clId="{88DB0432-0257-4B9C-AC44-4607F71EAFFD}" dt="2026-01-24T13:58:15.855" v="2743"/>
          <ac:inkMkLst>
            <pc:docMk/>
            <pc:sldMk cId="2484119054" sldId="271"/>
            <ac:inkMk id="14344" creationId="{3F231DF8-9B7F-563B-1EE4-0F1F8E2AF726}"/>
          </ac:inkMkLst>
        </pc:inkChg>
        <pc:inkChg chg="add del">
          <ac:chgData name="MINATI RATH ." userId="c069ce78-7b3e-49df-863c-37cd5cba8d18" providerId="ADAL" clId="{88DB0432-0257-4B9C-AC44-4607F71EAFFD}" dt="2026-01-24T13:58:20.418" v="2749"/>
          <ac:inkMkLst>
            <pc:docMk/>
            <pc:sldMk cId="2484119054" sldId="271"/>
            <ac:inkMk id="14345" creationId="{D6F4CC47-0895-9BEB-5362-02345BCDC5D8}"/>
          </ac:inkMkLst>
        </pc:inkChg>
        <pc:inkChg chg="add del">
          <ac:chgData name="MINATI RATH ." userId="c069ce78-7b3e-49df-863c-37cd5cba8d18" providerId="ADAL" clId="{88DB0432-0257-4B9C-AC44-4607F71EAFFD}" dt="2026-01-24T13:58:20.418" v="2749"/>
          <ac:inkMkLst>
            <pc:docMk/>
            <pc:sldMk cId="2484119054" sldId="271"/>
            <ac:inkMk id="14346" creationId="{D9538844-F602-B14F-8561-32C259A9E304}"/>
          </ac:inkMkLst>
        </pc:inkChg>
        <pc:inkChg chg="add del">
          <ac:chgData name="MINATI RATH ." userId="c069ce78-7b3e-49df-863c-37cd5cba8d18" providerId="ADAL" clId="{88DB0432-0257-4B9C-AC44-4607F71EAFFD}" dt="2026-01-24T13:58:20.418" v="2749"/>
          <ac:inkMkLst>
            <pc:docMk/>
            <pc:sldMk cId="2484119054" sldId="271"/>
            <ac:inkMk id="14347" creationId="{4A9BD094-D803-0D2D-6DD4-6120B905EC22}"/>
          </ac:inkMkLst>
        </pc:inkChg>
        <pc:inkChg chg="add del">
          <ac:chgData name="MINATI RATH ." userId="c069ce78-7b3e-49df-863c-37cd5cba8d18" providerId="ADAL" clId="{88DB0432-0257-4B9C-AC44-4607F71EAFFD}" dt="2026-01-24T13:58:20.418" v="2749"/>
          <ac:inkMkLst>
            <pc:docMk/>
            <pc:sldMk cId="2484119054" sldId="271"/>
            <ac:inkMk id="14348" creationId="{2205315B-B86B-3EFE-DC8B-9ACB544072AA}"/>
          </ac:inkMkLst>
        </pc:inkChg>
        <pc:inkChg chg="add del">
          <ac:chgData name="MINATI RATH ." userId="c069ce78-7b3e-49df-863c-37cd5cba8d18" providerId="ADAL" clId="{88DB0432-0257-4B9C-AC44-4607F71EAFFD}" dt="2026-01-24T13:58:20.418" v="2749"/>
          <ac:inkMkLst>
            <pc:docMk/>
            <pc:sldMk cId="2484119054" sldId="271"/>
            <ac:inkMk id="14349" creationId="{59732747-2C50-BBB6-5AA6-FC8017538750}"/>
          </ac:inkMkLst>
        </pc:inkChg>
        <pc:inkChg chg="add del reco">
          <ac:chgData name="MINATI RATH ." userId="c069ce78-7b3e-49df-863c-37cd5cba8d18" providerId="ADAL" clId="{88DB0432-0257-4B9C-AC44-4607F71EAFFD}" dt="2026-01-24T13:59:44.432" v="2818"/>
          <ac:inkMkLst>
            <pc:docMk/>
            <pc:sldMk cId="2484119054" sldId="271"/>
            <ac:inkMk id="14350" creationId="{1A8A58E4-F59F-4E04-EE08-6FC27FFCFC6F}"/>
          </ac:inkMkLst>
        </pc:inkChg>
        <pc:inkChg chg="add del">
          <ac:chgData name="MINATI RATH ." userId="c069ce78-7b3e-49df-863c-37cd5cba8d18" providerId="ADAL" clId="{88DB0432-0257-4B9C-AC44-4607F71EAFFD}" dt="2026-01-24T13:58:27.892" v="2756"/>
          <ac:inkMkLst>
            <pc:docMk/>
            <pc:sldMk cId="2484119054" sldId="271"/>
            <ac:inkMk id="14351" creationId="{00058F2B-465C-5768-CA98-81E7782A9D9F}"/>
          </ac:inkMkLst>
        </pc:inkChg>
        <pc:inkChg chg="add del">
          <ac:chgData name="MINATI RATH ." userId="c069ce78-7b3e-49df-863c-37cd5cba8d18" providerId="ADAL" clId="{88DB0432-0257-4B9C-AC44-4607F71EAFFD}" dt="2026-01-24T13:58:27.892" v="2756"/>
          <ac:inkMkLst>
            <pc:docMk/>
            <pc:sldMk cId="2484119054" sldId="271"/>
            <ac:inkMk id="14352" creationId="{617942A7-0287-29DC-9D01-6E4C8AB8DCD7}"/>
          </ac:inkMkLst>
        </pc:inkChg>
        <pc:inkChg chg="add del">
          <ac:chgData name="MINATI RATH ." userId="c069ce78-7b3e-49df-863c-37cd5cba8d18" providerId="ADAL" clId="{88DB0432-0257-4B9C-AC44-4607F71EAFFD}" dt="2026-01-24T13:58:27.892" v="2756"/>
          <ac:inkMkLst>
            <pc:docMk/>
            <pc:sldMk cId="2484119054" sldId="271"/>
            <ac:inkMk id="14353" creationId="{5E4D917A-B99E-7711-5364-5B5A56D8F9CC}"/>
          </ac:inkMkLst>
        </pc:inkChg>
        <pc:inkChg chg="add del">
          <ac:chgData name="MINATI RATH ." userId="c069ce78-7b3e-49df-863c-37cd5cba8d18" providerId="ADAL" clId="{88DB0432-0257-4B9C-AC44-4607F71EAFFD}" dt="2026-01-24T13:58:27.892" v="2756"/>
          <ac:inkMkLst>
            <pc:docMk/>
            <pc:sldMk cId="2484119054" sldId="271"/>
            <ac:inkMk id="14354" creationId="{53D12637-D148-5686-E793-C3BFDE86B560}"/>
          </ac:inkMkLst>
        </pc:inkChg>
        <pc:inkChg chg="add del">
          <ac:chgData name="MINATI RATH ." userId="c069ce78-7b3e-49df-863c-37cd5cba8d18" providerId="ADAL" clId="{88DB0432-0257-4B9C-AC44-4607F71EAFFD}" dt="2026-01-24T13:58:27.892" v="2756"/>
          <ac:inkMkLst>
            <pc:docMk/>
            <pc:sldMk cId="2484119054" sldId="271"/>
            <ac:inkMk id="14355" creationId="{3F3C20EA-CC84-92F5-0803-415A5F6DE97A}"/>
          </ac:inkMkLst>
        </pc:inkChg>
        <pc:inkChg chg="add">
          <ac:chgData name="MINATI RATH ." userId="c069ce78-7b3e-49df-863c-37cd5cba8d18" providerId="ADAL" clId="{88DB0432-0257-4B9C-AC44-4607F71EAFFD}" dt="2026-01-24T13:58:26.956" v="2755"/>
          <ac:inkMkLst>
            <pc:docMk/>
            <pc:sldMk cId="2484119054" sldId="271"/>
            <ac:inkMk id="14356" creationId="{CD351DC7-9FE4-6EF1-E17F-F7148326664C}"/>
          </ac:inkMkLst>
        </pc:inkChg>
        <pc:inkChg chg="add del reco">
          <ac:chgData name="MINATI RATH ." userId="c069ce78-7b3e-49df-863c-37cd5cba8d18" providerId="ADAL" clId="{88DB0432-0257-4B9C-AC44-4607F71EAFFD}" dt="2026-01-24T13:59:44.434" v="2820"/>
          <ac:inkMkLst>
            <pc:docMk/>
            <pc:sldMk cId="2484119054" sldId="271"/>
            <ac:inkMk id="14357" creationId="{4AAAA9EA-1C1F-362A-234B-F243CE8FE466}"/>
          </ac:inkMkLst>
        </pc:inkChg>
        <pc:inkChg chg="add">
          <ac:chgData name="MINATI RATH ." userId="c069ce78-7b3e-49df-863c-37cd5cba8d18" providerId="ADAL" clId="{88DB0432-0257-4B9C-AC44-4607F71EAFFD}" dt="2026-01-24T13:58:31.053" v="2757"/>
          <ac:inkMkLst>
            <pc:docMk/>
            <pc:sldMk cId="2484119054" sldId="271"/>
            <ac:inkMk id="14358" creationId="{651596AB-98B8-1EC9-DDE9-F9B2D458D8B5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59" creationId="{AA512AC5-908D-3186-E6AE-BF81EE75037C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0" creationId="{D1BD3350-8B4A-5498-29BC-E3091EC219DB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1" creationId="{C4956228-DBC0-CD9E-ED14-EF427D902DB4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2" creationId="{0CA474FF-21F0-CFFD-C59B-3C6F002D5DA4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3" creationId="{BC4493FE-FA53-6A35-7218-C88384630500}"/>
          </ac:inkMkLst>
        </pc:inkChg>
        <pc:inkChg chg="add del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4" creationId="{5E854B07-9F2C-6022-B1BA-8341043A169F}"/>
          </ac:inkMkLst>
        </pc:inkChg>
        <pc:inkChg chg="add reco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5" creationId="{47099D16-CDD4-1C39-1CF5-F0B4D3761C47}"/>
          </ac:inkMkLst>
        </pc:inkChg>
        <pc:inkChg chg="add reco">
          <ac:chgData name="MINATI RATH ." userId="c069ce78-7b3e-49df-863c-37cd5cba8d18" providerId="ADAL" clId="{88DB0432-0257-4B9C-AC44-4607F71EAFFD}" dt="2026-01-24T13:58:35.267" v="2764"/>
          <ac:inkMkLst>
            <pc:docMk/>
            <pc:sldMk cId="2484119054" sldId="271"/>
            <ac:inkMk id="14366" creationId="{59F1B224-2CF2-DC05-6473-4D4DA0BDA33D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67" creationId="{90943114-8E4F-805F-BF63-CF8037110D02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68" creationId="{33EB313C-6434-9E9A-311A-EB74379C9096}"/>
          </ac:inkMkLst>
        </pc:inkChg>
        <pc:inkChg chg="add del">
          <ac:chgData name="MINATI RATH ." userId="c069ce78-7b3e-49df-863c-37cd5cba8d18" providerId="ADAL" clId="{88DB0432-0257-4B9C-AC44-4607F71EAFFD}" dt="2026-01-24T13:58:39.738" v="2770"/>
          <ac:inkMkLst>
            <pc:docMk/>
            <pc:sldMk cId="2484119054" sldId="271"/>
            <ac:inkMk id="14369" creationId="{9C2D331E-6CB7-C8E5-320E-41CBD68D7CAE}"/>
          </ac:inkMkLst>
        </pc:inkChg>
        <pc:inkChg chg="add del">
          <ac:chgData name="MINATI RATH ." userId="c069ce78-7b3e-49df-863c-37cd5cba8d18" providerId="ADAL" clId="{88DB0432-0257-4B9C-AC44-4607F71EAFFD}" dt="2026-01-24T13:58:39.738" v="2770"/>
          <ac:inkMkLst>
            <pc:docMk/>
            <pc:sldMk cId="2484119054" sldId="271"/>
            <ac:inkMk id="14370" creationId="{5C02CAC4-F7F8-8D6B-5304-88ABCB20C794}"/>
          </ac:inkMkLst>
        </pc:inkChg>
        <pc:inkChg chg="add del">
          <ac:chgData name="MINATI RATH ." userId="c069ce78-7b3e-49df-863c-37cd5cba8d18" providerId="ADAL" clId="{88DB0432-0257-4B9C-AC44-4607F71EAFFD}" dt="2026-01-24T13:58:39.738" v="2770"/>
          <ac:inkMkLst>
            <pc:docMk/>
            <pc:sldMk cId="2484119054" sldId="271"/>
            <ac:inkMk id="14371" creationId="{83863375-2F39-A0AF-06F8-4EC73AC9E359}"/>
          </ac:inkMkLst>
        </pc:inkChg>
        <pc:inkChg chg="add reco">
          <ac:chgData name="MINATI RATH ." userId="c069ce78-7b3e-49df-863c-37cd5cba8d18" providerId="ADAL" clId="{88DB0432-0257-4B9C-AC44-4607F71EAFFD}" dt="2026-01-24T13:58:39.738" v="2770"/>
          <ac:inkMkLst>
            <pc:docMk/>
            <pc:sldMk cId="2484119054" sldId="271"/>
            <ac:inkMk id="14372" creationId="{15135D1E-F7BA-17FB-F3C5-C1CA77F9426C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73" creationId="{05DE3BC9-21E2-BC01-402F-095A7DEB27B4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74" creationId="{67084CAC-C9DD-D08C-814E-7811CC4BC087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75" creationId="{52EDA707-52EE-1A50-FA9D-E26E4429A625}"/>
          </ac:inkMkLst>
        </pc:inkChg>
        <pc:inkChg chg="add del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76" creationId="{408C2A0F-5961-F399-47F1-152A0587AC16}"/>
          </ac:inkMkLst>
        </pc:inkChg>
        <pc:inkChg chg="add reco">
          <ac:chgData name="MINATI RATH ." userId="c069ce78-7b3e-49df-863c-37cd5cba8d18" providerId="ADAL" clId="{88DB0432-0257-4B9C-AC44-4607F71EAFFD}" dt="2026-01-24T13:58:44.820" v="2775"/>
          <ac:inkMkLst>
            <pc:docMk/>
            <pc:sldMk cId="2484119054" sldId="271"/>
            <ac:inkMk id="14377" creationId="{0436EC69-9C49-99E1-2AD8-38FDD2E244D2}"/>
          </ac:inkMkLst>
        </pc:inkChg>
        <pc:inkChg chg="add del">
          <ac:chgData name="MINATI RATH ." userId="c069ce78-7b3e-49df-863c-37cd5cba8d18" providerId="ADAL" clId="{88DB0432-0257-4B9C-AC44-4607F71EAFFD}" dt="2026-01-24T13:58:49.593" v="2778"/>
          <ac:inkMkLst>
            <pc:docMk/>
            <pc:sldMk cId="2484119054" sldId="271"/>
            <ac:inkMk id="14378" creationId="{0740D2BC-EF61-8FA4-43D7-A7F0BE06099E}"/>
          </ac:inkMkLst>
        </pc:inkChg>
        <pc:inkChg chg="add del">
          <ac:chgData name="MINATI RATH ." userId="c069ce78-7b3e-49df-863c-37cd5cba8d18" providerId="ADAL" clId="{88DB0432-0257-4B9C-AC44-4607F71EAFFD}" dt="2026-01-24T13:58:49.593" v="2778"/>
          <ac:inkMkLst>
            <pc:docMk/>
            <pc:sldMk cId="2484119054" sldId="271"/>
            <ac:inkMk id="14379" creationId="{7013164C-8B16-7B49-CD27-2ABA2963F19D}"/>
          </ac:inkMkLst>
        </pc:inkChg>
        <pc:inkChg chg="add reco">
          <ac:chgData name="MINATI RATH ." userId="c069ce78-7b3e-49df-863c-37cd5cba8d18" providerId="ADAL" clId="{88DB0432-0257-4B9C-AC44-4607F71EAFFD}" dt="2026-01-24T13:58:49.593" v="2778"/>
          <ac:inkMkLst>
            <pc:docMk/>
            <pc:sldMk cId="2484119054" sldId="271"/>
            <ac:inkMk id="14380" creationId="{2C337386-85C9-3CD5-D58D-DAE56A475B10}"/>
          </ac:inkMkLst>
        </pc:inkChg>
        <pc:inkChg chg="add">
          <ac:chgData name="MINATI RATH ." userId="c069ce78-7b3e-49df-863c-37cd5cba8d18" providerId="ADAL" clId="{88DB0432-0257-4B9C-AC44-4607F71EAFFD}" dt="2026-01-24T13:58:52.647" v="2779"/>
          <ac:inkMkLst>
            <pc:docMk/>
            <pc:sldMk cId="2484119054" sldId="271"/>
            <ac:inkMk id="14381" creationId="{82B1294D-D53E-1903-A58A-F60E7AE1B979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2" creationId="{9CC81DF3-A893-9FE4-CC31-E62AEC08F7AB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3" creationId="{21EB488C-ABCE-E12A-0D95-39957DEB653C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4" creationId="{F100FCEB-0E86-9D99-4732-7DDA82EC97CE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5" creationId="{1F5F4942-1123-3A22-39A1-D5BFA1A7642D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6" creationId="{8EBE75B5-2A5D-5422-8233-69B550B5AA22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7" creationId="{A97EA0EE-9FEC-EA6B-21A1-156FAB89F29C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8" creationId="{13D4FC02-A75A-0B15-9D69-2D972789172B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89" creationId="{95DDACD2-B48A-8EF4-1339-53CAD1E5EE0A}"/>
          </ac:inkMkLst>
        </pc:inkChg>
        <pc:inkChg chg="add del">
          <ac:chgData name="MINATI RATH ." userId="c069ce78-7b3e-49df-863c-37cd5cba8d18" providerId="ADAL" clId="{88DB0432-0257-4B9C-AC44-4607F71EAFFD}" dt="2026-01-24T13:58:59.479" v="2790"/>
          <ac:inkMkLst>
            <pc:docMk/>
            <pc:sldMk cId="2484119054" sldId="271"/>
            <ac:inkMk id="14390" creationId="{F6C320AE-5F89-7A9A-A5F5-00715DDC45A8}"/>
          </ac:inkMkLst>
        </pc:inkChg>
        <pc:inkChg chg="add">
          <ac:chgData name="MINATI RATH ." userId="c069ce78-7b3e-49df-863c-37cd5cba8d18" providerId="ADAL" clId="{88DB0432-0257-4B9C-AC44-4607F71EAFFD}" dt="2026-01-24T13:58:58.856" v="2789"/>
          <ac:inkMkLst>
            <pc:docMk/>
            <pc:sldMk cId="2484119054" sldId="271"/>
            <ac:inkMk id="14391" creationId="{D727D390-3E8D-42BB-D743-13598CD86C26}"/>
          </ac:inkMkLst>
        </pc:inkChg>
        <pc:inkChg chg="add del reco">
          <ac:chgData name="MINATI RATH ." userId="c069ce78-7b3e-49df-863c-37cd5cba8d18" providerId="ADAL" clId="{88DB0432-0257-4B9C-AC44-4607F71EAFFD}" dt="2026-01-24T13:59:44.431" v="2817"/>
          <ac:inkMkLst>
            <pc:docMk/>
            <pc:sldMk cId="2484119054" sldId="271"/>
            <ac:inkMk id="14392" creationId="{0CA9E627-5126-0133-BBC7-19EFD3F6EEDF}"/>
          </ac:inkMkLst>
        </pc:inkChg>
        <pc:inkChg chg="add del">
          <ac:chgData name="MINATI RATH ." userId="c069ce78-7b3e-49df-863c-37cd5cba8d18" providerId="ADAL" clId="{88DB0432-0257-4B9C-AC44-4607F71EAFFD}" dt="2026-01-24T13:59:05.351" v="2795"/>
          <ac:inkMkLst>
            <pc:docMk/>
            <pc:sldMk cId="2484119054" sldId="271"/>
            <ac:inkMk id="14393" creationId="{4260C725-F016-E3DC-B23B-1DCFFA0E834F}"/>
          </ac:inkMkLst>
        </pc:inkChg>
        <pc:inkChg chg="add del">
          <ac:chgData name="MINATI RATH ." userId="c069ce78-7b3e-49df-863c-37cd5cba8d18" providerId="ADAL" clId="{88DB0432-0257-4B9C-AC44-4607F71EAFFD}" dt="2026-01-24T13:59:05.351" v="2795"/>
          <ac:inkMkLst>
            <pc:docMk/>
            <pc:sldMk cId="2484119054" sldId="271"/>
            <ac:inkMk id="14394" creationId="{416C88EF-EBA7-C3F8-2B56-5581F73914B3}"/>
          </ac:inkMkLst>
        </pc:inkChg>
        <pc:inkChg chg="add del">
          <ac:chgData name="MINATI RATH ." userId="c069ce78-7b3e-49df-863c-37cd5cba8d18" providerId="ADAL" clId="{88DB0432-0257-4B9C-AC44-4607F71EAFFD}" dt="2026-01-24T13:59:05.351" v="2795"/>
          <ac:inkMkLst>
            <pc:docMk/>
            <pc:sldMk cId="2484119054" sldId="271"/>
            <ac:inkMk id="14395" creationId="{3F62B7AF-4924-4715-B0E1-AABA17CFBCB3}"/>
          </ac:inkMkLst>
        </pc:inkChg>
        <pc:inkChg chg="add del">
          <ac:chgData name="MINATI RATH ." userId="c069ce78-7b3e-49df-863c-37cd5cba8d18" providerId="ADAL" clId="{88DB0432-0257-4B9C-AC44-4607F71EAFFD}" dt="2026-01-24T13:59:05.351" v="2795"/>
          <ac:inkMkLst>
            <pc:docMk/>
            <pc:sldMk cId="2484119054" sldId="271"/>
            <ac:inkMk id="14396" creationId="{C8BF1A26-C99A-246A-B760-B753853CA878}"/>
          </ac:inkMkLst>
        </pc:inkChg>
        <pc:inkChg chg="add reco">
          <ac:chgData name="MINATI RATH ." userId="c069ce78-7b3e-49df-863c-37cd5cba8d18" providerId="ADAL" clId="{88DB0432-0257-4B9C-AC44-4607F71EAFFD}" dt="2026-01-24T13:59:05.351" v="2795"/>
          <ac:inkMkLst>
            <pc:docMk/>
            <pc:sldMk cId="2484119054" sldId="271"/>
            <ac:inkMk id="14397" creationId="{7F61520A-E345-64FC-E56F-DFA6E3D5F2FB}"/>
          </ac:inkMkLst>
        </pc:inkChg>
        <pc:inkChg chg="add del">
          <ac:chgData name="MINATI RATH ." userId="c069ce78-7b3e-49df-863c-37cd5cba8d18" providerId="ADAL" clId="{88DB0432-0257-4B9C-AC44-4607F71EAFFD}" dt="2026-01-24T13:59:07.736" v="2800"/>
          <ac:inkMkLst>
            <pc:docMk/>
            <pc:sldMk cId="2484119054" sldId="271"/>
            <ac:inkMk id="14398" creationId="{17D886F7-8B94-CBEF-F938-08FE9A8E90CC}"/>
          </ac:inkMkLst>
        </pc:inkChg>
        <pc:inkChg chg="add del">
          <ac:chgData name="MINATI RATH ." userId="c069ce78-7b3e-49df-863c-37cd5cba8d18" providerId="ADAL" clId="{88DB0432-0257-4B9C-AC44-4607F71EAFFD}" dt="2026-01-24T13:59:07.736" v="2800"/>
          <ac:inkMkLst>
            <pc:docMk/>
            <pc:sldMk cId="2484119054" sldId="271"/>
            <ac:inkMk id="14399" creationId="{50AB89C5-479D-9A42-D23A-6F1F0D8A469C}"/>
          </ac:inkMkLst>
        </pc:inkChg>
        <pc:inkChg chg="add del">
          <ac:chgData name="MINATI RATH ." userId="c069ce78-7b3e-49df-863c-37cd5cba8d18" providerId="ADAL" clId="{88DB0432-0257-4B9C-AC44-4607F71EAFFD}" dt="2026-01-24T13:59:07.736" v="2800"/>
          <ac:inkMkLst>
            <pc:docMk/>
            <pc:sldMk cId="2484119054" sldId="271"/>
            <ac:inkMk id="14400" creationId="{622FDBEC-CC6E-43A0-785F-0A561729A18B}"/>
          </ac:inkMkLst>
        </pc:inkChg>
        <pc:inkChg chg="add del">
          <ac:chgData name="MINATI RATH ." userId="c069ce78-7b3e-49df-863c-37cd5cba8d18" providerId="ADAL" clId="{88DB0432-0257-4B9C-AC44-4607F71EAFFD}" dt="2026-01-24T13:59:07.736" v="2800"/>
          <ac:inkMkLst>
            <pc:docMk/>
            <pc:sldMk cId="2484119054" sldId="271"/>
            <ac:inkMk id="14401" creationId="{5215AA87-C862-3628-5347-6CBD2441817E}"/>
          </ac:inkMkLst>
        </pc:inkChg>
        <pc:inkChg chg="add reco">
          <ac:chgData name="MINATI RATH ." userId="c069ce78-7b3e-49df-863c-37cd5cba8d18" providerId="ADAL" clId="{88DB0432-0257-4B9C-AC44-4607F71EAFFD}" dt="2026-01-24T13:59:07.736" v="2800"/>
          <ac:inkMkLst>
            <pc:docMk/>
            <pc:sldMk cId="2484119054" sldId="271"/>
            <ac:inkMk id="14402" creationId="{52A3B84F-CDAE-9BC9-B090-72B44ACFC16C}"/>
          </ac:inkMkLst>
        </pc:inkChg>
        <pc:inkChg chg="add del">
          <ac:chgData name="MINATI RATH ." userId="c069ce78-7b3e-49df-863c-37cd5cba8d18" providerId="ADAL" clId="{88DB0432-0257-4B9C-AC44-4607F71EAFFD}" dt="2026-01-24T13:59:10.345" v="2805"/>
          <ac:inkMkLst>
            <pc:docMk/>
            <pc:sldMk cId="2484119054" sldId="271"/>
            <ac:inkMk id="14403" creationId="{A844E49A-7A78-F72B-A1B3-878BBE24AC9B}"/>
          </ac:inkMkLst>
        </pc:inkChg>
        <pc:inkChg chg="add del">
          <ac:chgData name="MINATI RATH ." userId="c069ce78-7b3e-49df-863c-37cd5cba8d18" providerId="ADAL" clId="{88DB0432-0257-4B9C-AC44-4607F71EAFFD}" dt="2026-01-24T13:59:10.345" v="2805"/>
          <ac:inkMkLst>
            <pc:docMk/>
            <pc:sldMk cId="2484119054" sldId="271"/>
            <ac:inkMk id="14404" creationId="{A94BB3CE-04D2-07AA-290B-3CFB317738F7}"/>
          </ac:inkMkLst>
        </pc:inkChg>
        <pc:inkChg chg="add del">
          <ac:chgData name="MINATI RATH ." userId="c069ce78-7b3e-49df-863c-37cd5cba8d18" providerId="ADAL" clId="{88DB0432-0257-4B9C-AC44-4607F71EAFFD}" dt="2026-01-24T13:59:10.345" v="2805"/>
          <ac:inkMkLst>
            <pc:docMk/>
            <pc:sldMk cId="2484119054" sldId="271"/>
            <ac:inkMk id="14405" creationId="{F0A061F0-38F6-3BFB-1930-95965779586B}"/>
          </ac:inkMkLst>
        </pc:inkChg>
        <pc:inkChg chg="add del">
          <ac:chgData name="MINATI RATH ." userId="c069ce78-7b3e-49df-863c-37cd5cba8d18" providerId="ADAL" clId="{88DB0432-0257-4B9C-AC44-4607F71EAFFD}" dt="2026-01-24T13:59:10.345" v="2805"/>
          <ac:inkMkLst>
            <pc:docMk/>
            <pc:sldMk cId="2484119054" sldId="271"/>
            <ac:inkMk id="14406" creationId="{06151CDE-BF97-04EB-28B3-7515A31F24E4}"/>
          </ac:inkMkLst>
        </pc:inkChg>
        <pc:inkChg chg="add reco">
          <ac:chgData name="MINATI RATH ." userId="c069ce78-7b3e-49df-863c-37cd5cba8d18" providerId="ADAL" clId="{88DB0432-0257-4B9C-AC44-4607F71EAFFD}" dt="2026-01-24T13:59:10.345" v="2805"/>
          <ac:inkMkLst>
            <pc:docMk/>
            <pc:sldMk cId="2484119054" sldId="271"/>
            <ac:inkMk id="14407" creationId="{D7B18B07-8310-57A9-20E6-3199ADE96FA1}"/>
          </ac:inkMkLst>
        </pc:inkChg>
        <pc:inkChg chg="add">
          <ac:chgData name="MINATI RATH ." userId="c069ce78-7b3e-49df-863c-37cd5cba8d18" providerId="ADAL" clId="{88DB0432-0257-4B9C-AC44-4607F71EAFFD}" dt="2026-01-24T13:59:44.421" v="2807"/>
          <ac:inkMkLst>
            <pc:docMk/>
            <pc:sldMk cId="2484119054" sldId="271"/>
            <ac:inkMk id="14408" creationId="{E8C8F3BE-483D-C818-F5C0-2817EEE32937}"/>
          </ac:inkMkLst>
        </pc:inkChg>
        <pc:inkChg chg="add">
          <ac:chgData name="MINATI RATH ." userId="c069ce78-7b3e-49df-863c-37cd5cba8d18" providerId="ADAL" clId="{88DB0432-0257-4B9C-AC44-4607F71EAFFD}" dt="2026-01-24T13:59:44.422" v="2808"/>
          <ac:inkMkLst>
            <pc:docMk/>
            <pc:sldMk cId="2484119054" sldId="271"/>
            <ac:inkMk id="14409" creationId="{9AF171EC-791A-E08D-F97A-AA77380565B7}"/>
          </ac:inkMkLst>
        </pc:inkChg>
        <pc:inkChg chg="add">
          <ac:chgData name="MINATI RATH ." userId="c069ce78-7b3e-49df-863c-37cd5cba8d18" providerId="ADAL" clId="{88DB0432-0257-4B9C-AC44-4607F71EAFFD}" dt="2026-01-24T13:59:44.424" v="2810"/>
          <ac:inkMkLst>
            <pc:docMk/>
            <pc:sldMk cId="2484119054" sldId="271"/>
            <ac:inkMk id="14410" creationId="{D8ED312C-0E93-26AD-A169-83C12D0D5348}"/>
          </ac:inkMkLst>
        </pc:inkChg>
        <pc:inkChg chg="add">
          <ac:chgData name="MINATI RATH ." userId="c069ce78-7b3e-49df-863c-37cd5cba8d18" providerId="ADAL" clId="{88DB0432-0257-4B9C-AC44-4607F71EAFFD}" dt="2026-01-24T13:59:44.425" v="2811"/>
          <ac:inkMkLst>
            <pc:docMk/>
            <pc:sldMk cId="2484119054" sldId="271"/>
            <ac:inkMk id="14411" creationId="{1B6372D6-8610-05AC-BB63-188A00B90690}"/>
          </ac:inkMkLst>
        </pc:inkChg>
        <pc:inkChg chg="add">
          <ac:chgData name="MINATI RATH ." userId="c069ce78-7b3e-49df-863c-37cd5cba8d18" providerId="ADAL" clId="{88DB0432-0257-4B9C-AC44-4607F71EAFFD}" dt="2026-01-24T13:59:44.426" v="2812"/>
          <ac:inkMkLst>
            <pc:docMk/>
            <pc:sldMk cId="2484119054" sldId="271"/>
            <ac:inkMk id="14412" creationId="{6CB2E990-8F8F-412D-4524-51903CD8E61E}"/>
          </ac:inkMkLst>
        </pc:inkChg>
        <pc:inkChg chg="add">
          <ac:chgData name="MINATI RATH ." userId="c069ce78-7b3e-49df-863c-37cd5cba8d18" providerId="ADAL" clId="{88DB0432-0257-4B9C-AC44-4607F71EAFFD}" dt="2026-01-24T13:59:44.430" v="2816"/>
          <ac:inkMkLst>
            <pc:docMk/>
            <pc:sldMk cId="2484119054" sldId="271"/>
            <ac:inkMk id="14413" creationId="{EDE81336-DD46-62D7-A594-5E83D7787424}"/>
          </ac:inkMkLst>
        </pc:inkChg>
        <pc:inkChg chg="add del">
          <ac:chgData name="MINATI RATH ." userId="c069ce78-7b3e-49df-863c-37cd5cba8d18" providerId="ADAL" clId="{88DB0432-0257-4B9C-AC44-4607F71EAFFD}" dt="2026-01-24T13:59:44.966" v="2822"/>
          <ac:inkMkLst>
            <pc:docMk/>
            <pc:sldMk cId="2484119054" sldId="271"/>
            <ac:inkMk id="14414" creationId="{DC661424-0A15-2B67-C977-0BD01EC2F6D3}"/>
          </ac:inkMkLst>
        </pc:inkChg>
        <pc:inkChg chg="add del">
          <ac:chgData name="MINATI RATH ." userId="c069ce78-7b3e-49df-863c-37cd5cba8d18" providerId="ADAL" clId="{88DB0432-0257-4B9C-AC44-4607F71EAFFD}" dt="2026-01-24T13:59:54.113" v="2823"/>
          <ac:inkMkLst>
            <pc:docMk/>
            <pc:sldMk cId="2484119054" sldId="271"/>
            <ac:inkMk id="14415" creationId="{9424C425-AAE7-B35C-F70A-CB5377F9B4ED}"/>
          </ac:inkMkLst>
        </pc:inkChg>
        <pc:inkChg chg="add del">
          <ac:chgData name="MINATI RATH ." userId="c069ce78-7b3e-49df-863c-37cd5cba8d18" providerId="ADAL" clId="{88DB0432-0257-4B9C-AC44-4607F71EAFFD}" dt="2026-01-24T13:59:44.966" v="2822"/>
          <ac:inkMkLst>
            <pc:docMk/>
            <pc:sldMk cId="2484119054" sldId="271"/>
            <ac:inkMk id="14416" creationId="{2B9D8E4D-14AC-5CA3-4101-93FFA0C1A251}"/>
          </ac:inkMkLst>
        </pc:inkChg>
        <pc:inkChg chg="add reco">
          <ac:chgData name="MINATI RATH ." userId="c069ce78-7b3e-49df-863c-37cd5cba8d18" providerId="ADAL" clId="{88DB0432-0257-4B9C-AC44-4607F71EAFFD}" dt="2026-01-24T13:59:44.966" v="2822"/>
          <ac:inkMkLst>
            <pc:docMk/>
            <pc:sldMk cId="2484119054" sldId="271"/>
            <ac:inkMk id="14417" creationId="{F741CD6D-C259-E68E-8F33-E3F178B242CA}"/>
          </ac:inkMkLst>
        </pc:inkChg>
        <pc:inkChg chg="add del">
          <ac:chgData name="MINATI RATH ." userId="c069ce78-7b3e-49df-863c-37cd5cba8d18" providerId="ADAL" clId="{88DB0432-0257-4B9C-AC44-4607F71EAFFD}" dt="2026-01-24T13:59:59.119" v="2826"/>
          <ac:inkMkLst>
            <pc:docMk/>
            <pc:sldMk cId="2484119054" sldId="271"/>
            <ac:inkMk id="14418" creationId="{DDCFA3F4-C1AC-6D10-DBF8-6170AC972330}"/>
          </ac:inkMkLst>
        </pc:inkChg>
        <pc:inkChg chg="add del">
          <ac:chgData name="MINATI RATH ." userId="c069ce78-7b3e-49df-863c-37cd5cba8d18" providerId="ADAL" clId="{88DB0432-0257-4B9C-AC44-4607F71EAFFD}" dt="2026-01-24T13:59:59.119" v="2826"/>
          <ac:inkMkLst>
            <pc:docMk/>
            <pc:sldMk cId="2484119054" sldId="271"/>
            <ac:inkMk id="14419" creationId="{8A62C1CC-8902-106B-2A12-56B3BEA8FF8F}"/>
          </ac:inkMkLst>
        </pc:inkChg>
        <pc:inkChg chg="add reco">
          <ac:chgData name="MINATI RATH ." userId="c069ce78-7b3e-49df-863c-37cd5cba8d18" providerId="ADAL" clId="{88DB0432-0257-4B9C-AC44-4607F71EAFFD}" dt="2026-01-24T13:59:59.119" v="2826"/>
          <ac:inkMkLst>
            <pc:docMk/>
            <pc:sldMk cId="2484119054" sldId="271"/>
            <ac:inkMk id="14420" creationId="{A78547C0-31BE-EB56-4084-B02226FE949E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1" creationId="{7A0EF32D-CA62-4128-1E6B-97B70FBAEABB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2" creationId="{CD4E8441-0544-1771-6925-9D3E5ADEF3D7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3" creationId="{C1563865-DBD6-FBA9-14A1-6F8BD1498D5C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4" creationId="{07D97EFA-D4EE-9BD3-B80C-51A0D5362913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5" creationId="{63432DB9-61AC-F884-3E05-3F2E41E815E9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6" creationId="{7E86EFFC-6924-C1E7-6C43-809AD8D78C5C}"/>
          </ac:inkMkLst>
        </pc:inkChg>
        <pc:inkChg chg="add del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7" creationId="{E325C805-22FB-18DB-E949-D9DF499533A6}"/>
          </ac:inkMkLst>
        </pc:inkChg>
        <pc:inkChg chg="add reco">
          <ac:chgData name="MINATI RATH ." userId="c069ce78-7b3e-49df-863c-37cd5cba8d18" providerId="ADAL" clId="{88DB0432-0257-4B9C-AC44-4607F71EAFFD}" dt="2026-01-24T14:00:03.929" v="2834"/>
          <ac:inkMkLst>
            <pc:docMk/>
            <pc:sldMk cId="2484119054" sldId="271"/>
            <ac:inkMk id="14428" creationId="{DA949917-AA80-6977-DEFC-D163117E7646}"/>
          </ac:inkMkLst>
        </pc:inkChg>
        <pc:inkChg chg="add del">
          <ac:chgData name="MINATI RATH ." userId="c069ce78-7b3e-49df-863c-37cd5cba8d18" providerId="ADAL" clId="{88DB0432-0257-4B9C-AC44-4607F71EAFFD}" dt="2026-01-24T14:00:07.388" v="2838"/>
          <ac:inkMkLst>
            <pc:docMk/>
            <pc:sldMk cId="2484119054" sldId="271"/>
            <ac:inkMk id="14429" creationId="{FE43BAB0-9018-4231-C035-BEA405CF3A69}"/>
          </ac:inkMkLst>
        </pc:inkChg>
        <pc:inkChg chg="add del">
          <ac:chgData name="MINATI RATH ." userId="c069ce78-7b3e-49df-863c-37cd5cba8d18" providerId="ADAL" clId="{88DB0432-0257-4B9C-AC44-4607F71EAFFD}" dt="2026-01-24T14:00:07.388" v="2838"/>
          <ac:inkMkLst>
            <pc:docMk/>
            <pc:sldMk cId="2484119054" sldId="271"/>
            <ac:inkMk id="14430" creationId="{0909BB13-4601-37CE-BB28-5CCDAD09B1B1}"/>
          </ac:inkMkLst>
        </pc:inkChg>
        <pc:inkChg chg="add del">
          <ac:chgData name="MINATI RATH ." userId="c069ce78-7b3e-49df-863c-37cd5cba8d18" providerId="ADAL" clId="{88DB0432-0257-4B9C-AC44-4607F71EAFFD}" dt="2026-01-24T14:00:07.388" v="2838"/>
          <ac:inkMkLst>
            <pc:docMk/>
            <pc:sldMk cId="2484119054" sldId="271"/>
            <ac:inkMk id="14431" creationId="{3F84A281-8164-270B-02BC-6375FA340A61}"/>
          </ac:inkMkLst>
        </pc:inkChg>
        <pc:inkChg chg="add reco">
          <ac:chgData name="MINATI RATH ." userId="c069ce78-7b3e-49df-863c-37cd5cba8d18" providerId="ADAL" clId="{88DB0432-0257-4B9C-AC44-4607F71EAFFD}" dt="2026-01-24T14:00:07.388" v="2838"/>
          <ac:inkMkLst>
            <pc:docMk/>
            <pc:sldMk cId="2484119054" sldId="271"/>
            <ac:inkMk id="14432" creationId="{26106044-A014-7B18-75AE-12486ED3EAE5}"/>
          </ac:inkMkLst>
        </pc:inkChg>
        <pc:inkChg chg="add del">
          <ac:chgData name="MINATI RATH ." userId="c069ce78-7b3e-49df-863c-37cd5cba8d18" providerId="ADAL" clId="{88DB0432-0257-4B9C-AC44-4607F71EAFFD}" dt="2026-01-24T14:00:11.453" v="2841"/>
          <ac:inkMkLst>
            <pc:docMk/>
            <pc:sldMk cId="2484119054" sldId="271"/>
            <ac:inkMk id="14433" creationId="{1ED53119-BF9B-37E6-9A5A-1778DE6DA62B}"/>
          </ac:inkMkLst>
        </pc:inkChg>
        <pc:inkChg chg="add del">
          <ac:chgData name="MINATI RATH ." userId="c069ce78-7b3e-49df-863c-37cd5cba8d18" providerId="ADAL" clId="{88DB0432-0257-4B9C-AC44-4607F71EAFFD}" dt="2026-01-24T14:00:11.453" v="2841"/>
          <ac:inkMkLst>
            <pc:docMk/>
            <pc:sldMk cId="2484119054" sldId="271"/>
            <ac:inkMk id="14434" creationId="{D96E52FB-7D50-2399-1D89-C3F233833739}"/>
          </ac:inkMkLst>
        </pc:inkChg>
        <pc:inkChg chg="add reco">
          <ac:chgData name="MINATI RATH ." userId="c069ce78-7b3e-49df-863c-37cd5cba8d18" providerId="ADAL" clId="{88DB0432-0257-4B9C-AC44-4607F71EAFFD}" dt="2026-01-24T14:00:11.453" v="2841"/>
          <ac:inkMkLst>
            <pc:docMk/>
            <pc:sldMk cId="2484119054" sldId="271"/>
            <ac:inkMk id="14435" creationId="{E36A4417-0A19-FFBE-40A2-19E642DDDF2A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36" creationId="{C8BB696A-1736-FE8F-BB1E-B03C3FFDB78E}"/>
          </ac:inkMkLst>
        </pc:inkChg>
        <pc:inkChg chg="add">
          <ac:chgData name="MINATI RATH ." userId="c069ce78-7b3e-49df-863c-37cd5cba8d18" providerId="ADAL" clId="{88DB0432-0257-4B9C-AC44-4607F71EAFFD}" dt="2026-01-24T14:00:16.879" v="2843"/>
          <ac:inkMkLst>
            <pc:docMk/>
            <pc:sldMk cId="2484119054" sldId="271"/>
            <ac:inkMk id="14437" creationId="{B8F02CE1-7974-0C3B-4FB6-8958ED881B1C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38" creationId="{87C6876A-D98A-6FAD-4840-A0E38595484B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39" creationId="{9A44DE7F-BBEC-4F4F-4A53-6AC173001CF8}"/>
          </ac:inkMkLst>
        </pc:inkChg>
        <pc:inkChg chg="add">
          <ac:chgData name="MINATI RATH ." userId="c069ce78-7b3e-49df-863c-37cd5cba8d18" providerId="ADAL" clId="{88DB0432-0257-4B9C-AC44-4607F71EAFFD}" dt="2026-01-24T14:00:17.943" v="2846"/>
          <ac:inkMkLst>
            <pc:docMk/>
            <pc:sldMk cId="2484119054" sldId="271"/>
            <ac:inkMk id="14440" creationId="{3A8DC163-07FB-58F6-01E0-BE1BA2383968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1" creationId="{E040D709-6C98-A7AA-1EF9-013176E70366}"/>
          </ac:inkMkLst>
        </pc:inkChg>
        <pc:inkChg chg="add">
          <ac:chgData name="MINATI RATH ." userId="c069ce78-7b3e-49df-863c-37cd5cba8d18" providerId="ADAL" clId="{88DB0432-0257-4B9C-AC44-4607F71EAFFD}" dt="2026-01-24T14:00:19.906" v="2848"/>
          <ac:inkMkLst>
            <pc:docMk/>
            <pc:sldMk cId="2484119054" sldId="271"/>
            <ac:inkMk id="14442" creationId="{418B3632-A5D8-E6B0-0024-58532EAF217F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3" creationId="{D181A9AA-3D71-E869-FFAE-145287693B87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4" creationId="{B0EF9656-8D57-E5CD-F326-5DFE6BDA31BC}"/>
          </ac:inkMkLst>
        </pc:inkChg>
        <pc:inkChg chg="add del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5" creationId="{B0316498-E52B-28E2-F638-196A24E4649C}"/>
          </ac:inkMkLst>
        </pc:inkChg>
        <pc:inkChg chg="add reco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6" creationId="{0C86F304-E12B-B75C-02D6-427C6B81F35F}"/>
          </ac:inkMkLst>
        </pc:inkChg>
        <pc:inkChg chg="add reco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7" creationId="{22F8CBEA-FE09-B5F4-050A-FD718BE7B91D}"/>
          </ac:inkMkLst>
        </pc:inkChg>
        <pc:inkChg chg="add reco">
          <ac:chgData name="MINATI RATH ." userId="c069ce78-7b3e-49df-863c-37cd5cba8d18" providerId="ADAL" clId="{88DB0432-0257-4B9C-AC44-4607F71EAFFD}" dt="2026-01-24T14:00:23.832" v="2852"/>
          <ac:inkMkLst>
            <pc:docMk/>
            <pc:sldMk cId="2484119054" sldId="271"/>
            <ac:inkMk id="14448" creationId="{4EAB2105-6B6C-BB15-613D-87DC4C8DFF04}"/>
          </ac:inkMkLst>
        </pc:inkChg>
        <pc:inkChg chg="add">
          <ac:chgData name="MINATI RATH ." userId="c069ce78-7b3e-49df-863c-37cd5cba8d18" providerId="ADAL" clId="{88DB0432-0257-4B9C-AC44-4607F71EAFFD}" dt="2026-01-24T14:00:24.763" v="2853"/>
          <ac:inkMkLst>
            <pc:docMk/>
            <pc:sldMk cId="2484119054" sldId="271"/>
            <ac:inkMk id="14449" creationId="{F2C04C7B-2D48-EA22-0E19-441C1A613220}"/>
          </ac:inkMkLst>
        </pc:inkChg>
        <pc:inkChg chg="add del">
          <ac:chgData name="MINATI RATH ." userId="c069ce78-7b3e-49df-863c-37cd5cba8d18" providerId="ADAL" clId="{88DB0432-0257-4B9C-AC44-4607F71EAFFD}" dt="2026-01-24T14:00:27.287" v="2856"/>
          <ac:inkMkLst>
            <pc:docMk/>
            <pc:sldMk cId="2484119054" sldId="271"/>
            <ac:inkMk id="14450" creationId="{C044EFDC-84C6-FAFE-538D-C1DE80ECEC04}"/>
          </ac:inkMkLst>
        </pc:inkChg>
        <pc:inkChg chg="add del">
          <ac:chgData name="MINATI RATH ." userId="c069ce78-7b3e-49df-863c-37cd5cba8d18" providerId="ADAL" clId="{88DB0432-0257-4B9C-AC44-4607F71EAFFD}" dt="2026-01-24T14:00:27.287" v="2856"/>
          <ac:inkMkLst>
            <pc:docMk/>
            <pc:sldMk cId="2484119054" sldId="271"/>
            <ac:inkMk id="14451" creationId="{D144F42E-FE08-F900-4D15-437BCDC87DEB}"/>
          </ac:inkMkLst>
        </pc:inkChg>
        <pc:inkChg chg="add reco">
          <ac:chgData name="MINATI RATH ." userId="c069ce78-7b3e-49df-863c-37cd5cba8d18" providerId="ADAL" clId="{88DB0432-0257-4B9C-AC44-4607F71EAFFD}" dt="2026-01-24T14:00:27.287" v="2856"/>
          <ac:inkMkLst>
            <pc:docMk/>
            <pc:sldMk cId="2484119054" sldId="271"/>
            <ac:inkMk id="14452" creationId="{0DA9D40C-FC13-6C69-9316-7BA2FBA1FF11}"/>
          </ac:inkMkLst>
        </pc:inkChg>
        <pc:inkChg chg="add del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453" creationId="{8062251E-9AE0-8405-F13F-79E790F26A3B}"/>
          </ac:inkMkLst>
        </pc:inkChg>
        <pc:inkChg chg="add del">
          <ac:chgData name="MINATI RATH ." userId="c069ce78-7b3e-49df-863c-37cd5cba8d18" providerId="ADAL" clId="{88DB0432-0257-4B9C-AC44-4607F71EAFFD}" dt="2026-01-24T14:00:30.903" v="2860"/>
          <ac:inkMkLst>
            <pc:docMk/>
            <pc:sldMk cId="2484119054" sldId="271"/>
            <ac:inkMk id="14454" creationId="{5D5EEF0B-B296-F9E7-9BB8-07A2EBE993D4}"/>
          </ac:inkMkLst>
        </pc:inkChg>
        <pc:inkChg chg="add del">
          <ac:chgData name="MINATI RATH ." userId="c069ce78-7b3e-49df-863c-37cd5cba8d18" providerId="ADAL" clId="{88DB0432-0257-4B9C-AC44-4607F71EAFFD}" dt="2026-01-24T14:00:30.903" v="2860"/>
          <ac:inkMkLst>
            <pc:docMk/>
            <pc:sldMk cId="2484119054" sldId="271"/>
            <ac:inkMk id="14455" creationId="{931041FE-7D36-441B-D186-4A8C42194EEF}"/>
          </ac:inkMkLst>
        </pc:inkChg>
        <pc:inkChg chg="add reco">
          <ac:chgData name="MINATI RATH ." userId="c069ce78-7b3e-49df-863c-37cd5cba8d18" providerId="ADAL" clId="{88DB0432-0257-4B9C-AC44-4607F71EAFFD}" dt="2026-01-24T14:00:30.903" v="2860"/>
          <ac:inkMkLst>
            <pc:docMk/>
            <pc:sldMk cId="2484119054" sldId="271"/>
            <ac:inkMk id="14456" creationId="{69203B41-8192-9535-C318-87C91293A131}"/>
          </ac:inkMkLst>
        </pc:inkChg>
        <pc:inkChg chg="add del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457" creationId="{447EBDDF-042B-7992-68F9-164826D9101B}"/>
          </ac:inkMkLst>
        </pc:inkChg>
        <pc:inkChg chg="add del">
          <ac:chgData name="MINATI RATH ." userId="c069ce78-7b3e-49df-863c-37cd5cba8d18" providerId="ADAL" clId="{88DB0432-0257-4B9C-AC44-4607F71EAFFD}" dt="2026-01-24T14:00:33.703" v="2864"/>
          <ac:inkMkLst>
            <pc:docMk/>
            <pc:sldMk cId="2484119054" sldId="271"/>
            <ac:inkMk id="14458" creationId="{6196D180-02C9-0F3D-D01E-8C2D31FF6315}"/>
          </ac:inkMkLst>
        </pc:inkChg>
        <pc:inkChg chg="add del">
          <ac:chgData name="MINATI RATH ." userId="c069ce78-7b3e-49df-863c-37cd5cba8d18" providerId="ADAL" clId="{88DB0432-0257-4B9C-AC44-4607F71EAFFD}" dt="2026-01-24T14:00:33.703" v="2864"/>
          <ac:inkMkLst>
            <pc:docMk/>
            <pc:sldMk cId="2484119054" sldId="271"/>
            <ac:inkMk id="14459" creationId="{F52AC729-C2D7-F055-E60F-37CFE6D0D5FE}"/>
          </ac:inkMkLst>
        </pc:inkChg>
        <pc:inkChg chg="add reco">
          <ac:chgData name="MINATI RATH ." userId="c069ce78-7b3e-49df-863c-37cd5cba8d18" providerId="ADAL" clId="{88DB0432-0257-4B9C-AC44-4607F71EAFFD}" dt="2026-01-24T14:00:33.703" v="2864"/>
          <ac:inkMkLst>
            <pc:docMk/>
            <pc:sldMk cId="2484119054" sldId="271"/>
            <ac:inkMk id="14460" creationId="{01D111AE-C63F-9B1E-C6E9-01F9AF0E8DE0}"/>
          </ac:inkMkLst>
        </pc:inkChg>
        <pc:inkChg chg="add del">
          <ac:chgData name="MINATI RATH ." userId="c069ce78-7b3e-49df-863c-37cd5cba8d18" providerId="ADAL" clId="{88DB0432-0257-4B9C-AC44-4607F71EAFFD}" dt="2026-01-24T14:00:36.580" v="2868"/>
          <ac:inkMkLst>
            <pc:docMk/>
            <pc:sldMk cId="2484119054" sldId="271"/>
            <ac:inkMk id="14461" creationId="{E931B940-7F57-C194-5493-79B290E6CB72}"/>
          </ac:inkMkLst>
        </pc:inkChg>
        <pc:inkChg chg="add del">
          <ac:chgData name="MINATI RATH ." userId="c069ce78-7b3e-49df-863c-37cd5cba8d18" providerId="ADAL" clId="{88DB0432-0257-4B9C-AC44-4607F71EAFFD}" dt="2026-01-24T14:00:36.580" v="2868"/>
          <ac:inkMkLst>
            <pc:docMk/>
            <pc:sldMk cId="2484119054" sldId="271"/>
            <ac:inkMk id="14462" creationId="{87419FC4-D7F1-7D16-7CC7-086448565CED}"/>
          </ac:inkMkLst>
        </pc:inkChg>
        <pc:inkChg chg="add del">
          <ac:chgData name="MINATI RATH ." userId="c069ce78-7b3e-49df-863c-37cd5cba8d18" providerId="ADAL" clId="{88DB0432-0257-4B9C-AC44-4607F71EAFFD}" dt="2026-01-24T14:00:36.580" v="2868"/>
          <ac:inkMkLst>
            <pc:docMk/>
            <pc:sldMk cId="2484119054" sldId="271"/>
            <ac:inkMk id="14463" creationId="{4D70418A-909B-B729-40F4-63CFAB1BF9BB}"/>
          </ac:inkMkLst>
        </pc:inkChg>
        <pc:inkChg chg="add reco">
          <ac:chgData name="MINATI RATH ." userId="c069ce78-7b3e-49df-863c-37cd5cba8d18" providerId="ADAL" clId="{88DB0432-0257-4B9C-AC44-4607F71EAFFD}" dt="2026-01-24T14:00:36.580" v="2868"/>
          <ac:inkMkLst>
            <pc:docMk/>
            <pc:sldMk cId="2484119054" sldId="271"/>
            <ac:inkMk id="14464" creationId="{2EB8DA74-E227-D264-2ABC-C06920917A23}"/>
          </ac:inkMkLst>
        </pc:inkChg>
        <pc:inkChg chg="add">
          <ac:chgData name="MINATI RATH ." userId="c069ce78-7b3e-49df-863c-37cd5cba8d18" providerId="ADAL" clId="{88DB0432-0257-4B9C-AC44-4607F71EAFFD}" dt="2026-01-24T14:00:36.961" v="2869"/>
          <ac:inkMkLst>
            <pc:docMk/>
            <pc:sldMk cId="2484119054" sldId="271"/>
            <ac:inkMk id="14465" creationId="{567A5638-E120-B781-6D2C-4D9CF476443C}"/>
          </ac:inkMkLst>
        </pc:inkChg>
        <pc:inkChg chg="add del">
          <ac:chgData name="MINATI RATH ." userId="c069ce78-7b3e-49df-863c-37cd5cba8d18" providerId="ADAL" clId="{88DB0432-0257-4B9C-AC44-4607F71EAFFD}" dt="2026-01-24T14:00:38.881" v="2872"/>
          <ac:inkMkLst>
            <pc:docMk/>
            <pc:sldMk cId="2484119054" sldId="271"/>
            <ac:inkMk id="14466" creationId="{D66C85DD-88A5-2848-44BF-85C23599434C}"/>
          </ac:inkMkLst>
        </pc:inkChg>
        <pc:inkChg chg="add del">
          <ac:chgData name="MINATI RATH ." userId="c069ce78-7b3e-49df-863c-37cd5cba8d18" providerId="ADAL" clId="{88DB0432-0257-4B9C-AC44-4607F71EAFFD}" dt="2026-01-24T14:00:38.881" v="2872"/>
          <ac:inkMkLst>
            <pc:docMk/>
            <pc:sldMk cId="2484119054" sldId="271"/>
            <ac:inkMk id="14467" creationId="{EECF945F-47DF-DB45-2D83-06EB94F6C64B}"/>
          </ac:inkMkLst>
        </pc:inkChg>
        <pc:inkChg chg="add reco">
          <ac:chgData name="MINATI RATH ." userId="c069ce78-7b3e-49df-863c-37cd5cba8d18" providerId="ADAL" clId="{88DB0432-0257-4B9C-AC44-4607F71EAFFD}" dt="2026-01-24T14:00:38.881" v="2872"/>
          <ac:inkMkLst>
            <pc:docMk/>
            <pc:sldMk cId="2484119054" sldId="271"/>
            <ac:inkMk id="14468" creationId="{BCCA0AB9-27C9-0917-D755-236EFF0210DA}"/>
          </ac:inkMkLst>
        </pc:inkChg>
        <pc:inkChg chg="add del">
          <ac:chgData name="MINATI RATH ." userId="c069ce78-7b3e-49df-863c-37cd5cba8d18" providerId="ADAL" clId="{88DB0432-0257-4B9C-AC44-4607F71EAFFD}" dt="2026-01-24T14:00:43.900" v="2877"/>
          <ac:inkMkLst>
            <pc:docMk/>
            <pc:sldMk cId="2484119054" sldId="271"/>
            <ac:inkMk id="14469" creationId="{0B09CD55-5872-50A0-0FC1-4DA0E183EF75}"/>
          </ac:inkMkLst>
        </pc:inkChg>
        <pc:inkChg chg="add del">
          <ac:chgData name="MINATI RATH ." userId="c069ce78-7b3e-49df-863c-37cd5cba8d18" providerId="ADAL" clId="{88DB0432-0257-4B9C-AC44-4607F71EAFFD}" dt="2026-01-24T14:00:43.900" v="2877"/>
          <ac:inkMkLst>
            <pc:docMk/>
            <pc:sldMk cId="2484119054" sldId="271"/>
            <ac:inkMk id="14470" creationId="{CBF91124-0913-6131-456D-2A65412DBCD4}"/>
          </ac:inkMkLst>
        </pc:inkChg>
        <pc:inkChg chg="add del">
          <ac:chgData name="MINATI RATH ." userId="c069ce78-7b3e-49df-863c-37cd5cba8d18" providerId="ADAL" clId="{88DB0432-0257-4B9C-AC44-4607F71EAFFD}" dt="2026-01-24T14:00:43.900" v="2877"/>
          <ac:inkMkLst>
            <pc:docMk/>
            <pc:sldMk cId="2484119054" sldId="271"/>
            <ac:inkMk id="14471" creationId="{6D219696-79FE-FB73-B316-C084E7CD76CB}"/>
          </ac:inkMkLst>
        </pc:inkChg>
        <pc:inkChg chg="add del">
          <ac:chgData name="MINATI RATH ." userId="c069ce78-7b3e-49df-863c-37cd5cba8d18" providerId="ADAL" clId="{88DB0432-0257-4B9C-AC44-4607F71EAFFD}" dt="2026-01-24T14:00:43.900" v="2877"/>
          <ac:inkMkLst>
            <pc:docMk/>
            <pc:sldMk cId="2484119054" sldId="271"/>
            <ac:inkMk id="14472" creationId="{FFFB0F22-D58A-6AF7-6F74-45FBB8FF265F}"/>
          </ac:inkMkLst>
        </pc:inkChg>
        <pc:inkChg chg="add reco">
          <ac:chgData name="MINATI RATH ." userId="c069ce78-7b3e-49df-863c-37cd5cba8d18" providerId="ADAL" clId="{88DB0432-0257-4B9C-AC44-4607F71EAFFD}" dt="2026-01-24T14:00:43.900" v="2877"/>
          <ac:inkMkLst>
            <pc:docMk/>
            <pc:sldMk cId="2484119054" sldId="271"/>
            <ac:inkMk id="14473" creationId="{2493FF8B-7213-61C9-DD19-6C2941C0F93D}"/>
          </ac:inkMkLst>
        </pc:inkChg>
        <pc:inkChg chg="add del">
          <ac:chgData name="MINATI RATH ." userId="c069ce78-7b3e-49df-863c-37cd5cba8d18" providerId="ADAL" clId="{88DB0432-0257-4B9C-AC44-4607F71EAFFD}" dt="2026-01-24T14:00:46.790" v="2880"/>
          <ac:inkMkLst>
            <pc:docMk/>
            <pc:sldMk cId="2484119054" sldId="271"/>
            <ac:inkMk id="14474" creationId="{207C559D-A389-CFFB-E88D-114A0D45AD95}"/>
          </ac:inkMkLst>
        </pc:inkChg>
        <pc:inkChg chg="add del">
          <ac:chgData name="MINATI RATH ." userId="c069ce78-7b3e-49df-863c-37cd5cba8d18" providerId="ADAL" clId="{88DB0432-0257-4B9C-AC44-4607F71EAFFD}" dt="2026-01-24T14:00:46.790" v="2880"/>
          <ac:inkMkLst>
            <pc:docMk/>
            <pc:sldMk cId="2484119054" sldId="271"/>
            <ac:inkMk id="14475" creationId="{5E103DEA-7530-2707-861A-EEC464B65A5B}"/>
          </ac:inkMkLst>
        </pc:inkChg>
        <pc:inkChg chg="add reco">
          <ac:chgData name="MINATI RATH ." userId="c069ce78-7b3e-49df-863c-37cd5cba8d18" providerId="ADAL" clId="{88DB0432-0257-4B9C-AC44-4607F71EAFFD}" dt="2026-01-24T14:00:46.790" v="2880"/>
          <ac:inkMkLst>
            <pc:docMk/>
            <pc:sldMk cId="2484119054" sldId="271"/>
            <ac:inkMk id="14476" creationId="{AC5AF320-3459-C2C8-3336-395EED073B47}"/>
          </ac:inkMkLst>
        </pc:inkChg>
        <pc:inkChg chg="add del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77" creationId="{BE523198-1F37-039B-CC8B-F918A3C4D8AE}"/>
          </ac:inkMkLst>
        </pc:inkChg>
        <pc:inkChg chg="add del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78" creationId="{06DF6B34-482C-1AC7-E2DB-C345072B9C52}"/>
          </ac:inkMkLst>
        </pc:inkChg>
        <pc:inkChg chg="add del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79" creationId="{8F90C179-2458-028E-6ADF-0AE87133E0A3}"/>
          </ac:inkMkLst>
        </pc:inkChg>
        <pc:inkChg chg="add del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80" creationId="{1CFFB3C6-69BD-186E-A0AD-279AE949530D}"/>
          </ac:inkMkLst>
        </pc:inkChg>
        <pc:inkChg chg="add reco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81" creationId="{AA80CDC1-90F3-1DF0-A641-3BB44AFF2C87}"/>
          </ac:inkMkLst>
        </pc:inkChg>
        <pc:inkChg chg="add reco">
          <ac:chgData name="MINATI RATH ." userId="c069ce78-7b3e-49df-863c-37cd5cba8d18" providerId="ADAL" clId="{88DB0432-0257-4B9C-AC44-4607F71EAFFD}" dt="2026-01-24T14:00:50.500" v="2885"/>
          <ac:inkMkLst>
            <pc:docMk/>
            <pc:sldMk cId="2484119054" sldId="271"/>
            <ac:inkMk id="14482" creationId="{89EECD31-609C-26E7-9F20-359006F678CB}"/>
          </ac:inkMkLst>
        </pc:inkChg>
        <pc:inkChg chg="add del">
          <ac:chgData name="MINATI RATH ." userId="c069ce78-7b3e-49df-863c-37cd5cba8d18" providerId="ADAL" clId="{88DB0432-0257-4B9C-AC44-4607F71EAFFD}" dt="2026-01-24T14:00:59.090" v="2889"/>
          <ac:inkMkLst>
            <pc:docMk/>
            <pc:sldMk cId="2484119054" sldId="271"/>
            <ac:inkMk id="14483" creationId="{8EE8CA34-5442-873D-B6F9-423D5B47B9E4}"/>
          </ac:inkMkLst>
        </pc:inkChg>
        <pc:inkChg chg="add del">
          <ac:chgData name="MINATI RATH ." userId="c069ce78-7b3e-49df-863c-37cd5cba8d18" providerId="ADAL" clId="{88DB0432-0257-4B9C-AC44-4607F71EAFFD}" dt="2026-01-24T14:00:59.090" v="2889"/>
          <ac:inkMkLst>
            <pc:docMk/>
            <pc:sldMk cId="2484119054" sldId="271"/>
            <ac:inkMk id="14484" creationId="{132F6B55-8A57-F8B4-D9A5-6C4BDA4ED796}"/>
          </ac:inkMkLst>
        </pc:inkChg>
        <pc:inkChg chg="add del">
          <ac:chgData name="MINATI RATH ." userId="c069ce78-7b3e-49df-863c-37cd5cba8d18" providerId="ADAL" clId="{88DB0432-0257-4B9C-AC44-4607F71EAFFD}" dt="2026-01-24T14:00:59.090" v="2889"/>
          <ac:inkMkLst>
            <pc:docMk/>
            <pc:sldMk cId="2484119054" sldId="271"/>
            <ac:inkMk id="14485" creationId="{652EDBE1-F06A-F8DD-6DC1-836451457AEB}"/>
          </ac:inkMkLst>
        </pc:inkChg>
        <pc:inkChg chg="add reco">
          <ac:chgData name="MINATI RATH ." userId="c069ce78-7b3e-49df-863c-37cd5cba8d18" providerId="ADAL" clId="{88DB0432-0257-4B9C-AC44-4607F71EAFFD}" dt="2026-01-24T14:00:59.090" v="2889"/>
          <ac:inkMkLst>
            <pc:docMk/>
            <pc:sldMk cId="2484119054" sldId="271"/>
            <ac:inkMk id="14486" creationId="{8658352F-16ED-FC1F-7580-E1E2F1D6E55A}"/>
          </ac:inkMkLst>
        </pc:inkChg>
        <pc:inkChg chg="add del">
          <ac:chgData name="MINATI RATH ." userId="c069ce78-7b3e-49df-863c-37cd5cba8d18" providerId="ADAL" clId="{88DB0432-0257-4B9C-AC44-4607F71EAFFD}" dt="2026-01-24T14:01:02.382" v="2892"/>
          <ac:inkMkLst>
            <pc:docMk/>
            <pc:sldMk cId="2484119054" sldId="271"/>
            <ac:inkMk id="14487" creationId="{4EE3F953-8488-C5AA-C0E9-FBCD401CC967}"/>
          </ac:inkMkLst>
        </pc:inkChg>
        <pc:inkChg chg="add del">
          <ac:chgData name="MINATI RATH ." userId="c069ce78-7b3e-49df-863c-37cd5cba8d18" providerId="ADAL" clId="{88DB0432-0257-4B9C-AC44-4607F71EAFFD}" dt="2026-01-24T14:01:02.382" v="2892"/>
          <ac:inkMkLst>
            <pc:docMk/>
            <pc:sldMk cId="2484119054" sldId="271"/>
            <ac:inkMk id="14488" creationId="{7E6145EF-3F4E-47CF-9EFD-FD5995F21C24}"/>
          </ac:inkMkLst>
        </pc:inkChg>
        <pc:inkChg chg="add reco">
          <ac:chgData name="MINATI RATH ." userId="c069ce78-7b3e-49df-863c-37cd5cba8d18" providerId="ADAL" clId="{88DB0432-0257-4B9C-AC44-4607F71EAFFD}" dt="2026-01-24T14:01:02.382" v="2892"/>
          <ac:inkMkLst>
            <pc:docMk/>
            <pc:sldMk cId="2484119054" sldId="271"/>
            <ac:inkMk id="14489" creationId="{69ABA010-4523-DF4F-E481-4F98632821F2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0" creationId="{C2B23B58-2CB1-8D1F-CF6B-BE4D620CAE46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1" creationId="{4DD07A5C-629E-68A2-A08B-56A1DDF20B61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2" creationId="{D459EF4B-3023-63CF-CA84-8F9CE53CED57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3" creationId="{26FD3551-7CD7-F960-D1C2-6F67C70C5B17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4" creationId="{C1142BF1-F012-02C9-8D26-F597ACE8E7F7}"/>
          </ac:inkMkLst>
        </pc:inkChg>
        <pc:inkChg chg="add del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5" creationId="{4F0F8F05-6A35-C227-1813-A71E48E89BCC}"/>
          </ac:inkMkLst>
        </pc:inkChg>
        <pc:inkChg chg="add reco">
          <ac:chgData name="MINATI RATH ." userId="c069ce78-7b3e-49df-863c-37cd5cba8d18" providerId="ADAL" clId="{88DB0432-0257-4B9C-AC44-4607F71EAFFD}" dt="2026-01-24T14:01:08.705" v="2899"/>
          <ac:inkMkLst>
            <pc:docMk/>
            <pc:sldMk cId="2484119054" sldId="271"/>
            <ac:inkMk id="14496" creationId="{DE626664-E2E2-CD18-BC4F-AE396A8C2253}"/>
          </ac:inkMkLst>
        </pc:inkChg>
        <pc:inkChg chg="add del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497" creationId="{06F3A468-7758-172E-30D6-00CC2628005F}"/>
          </ac:inkMkLst>
        </pc:inkChg>
        <pc:inkChg chg="add del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498" creationId="{D05B2428-86BF-8841-45EB-A07C32FD5263}"/>
          </ac:inkMkLst>
        </pc:inkChg>
        <pc:inkChg chg="add del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499" creationId="{1F2EB9C8-D44F-3517-DECE-7A416E5D2F8F}"/>
          </ac:inkMkLst>
        </pc:inkChg>
        <pc:inkChg chg="add reco">
          <ac:chgData name="MINATI RATH ." userId="c069ce78-7b3e-49df-863c-37cd5cba8d18" providerId="ADAL" clId="{88DB0432-0257-4B9C-AC44-4607F71EAFFD}" dt="2026-01-24T14:01:14.212" v="2903"/>
          <ac:inkMkLst>
            <pc:docMk/>
            <pc:sldMk cId="2484119054" sldId="271"/>
            <ac:inkMk id="14500" creationId="{7F00B802-2272-078F-E624-0DD71DAFB2D5}"/>
          </ac:inkMkLst>
        </pc:inkChg>
        <pc:inkChg chg="add del">
          <ac:chgData name="MINATI RATH ." userId="c069ce78-7b3e-49df-863c-37cd5cba8d18" providerId="ADAL" clId="{88DB0432-0257-4B9C-AC44-4607F71EAFFD}" dt="2026-01-24T14:01:20.674" v="2906"/>
          <ac:inkMkLst>
            <pc:docMk/>
            <pc:sldMk cId="2484119054" sldId="271"/>
            <ac:inkMk id="14501" creationId="{407CC0D1-7EC8-5F49-3125-629417E820B7}"/>
          </ac:inkMkLst>
        </pc:inkChg>
        <pc:inkChg chg="add del">
          <ac:chgData name="MINATI RATH ." userId="c069ce78-7b3e-49df-863c-37cd5cba8d18" providerId="ADAL" clId="{88DB0432-0257-4B9C-AC44-4607F71EAFFD}" dt="2026-01-24T14:01:20.674" v="2906"/>
          <ac:inkMkLst>
            <pc:docMk/>
            <pc:sldMk cId="2484119054" sldId="271"/>
            <ac:inkMk id="14502" creationId="{FE310000-D124-4EE4-A935-593031599CF0}"/>
          </ac:inkMkLst>
        </pc:inkChg>
        <pc:inkChg chg="add reco">
          <ac:chgData name="MINATI RATH ." userId="c069ce78-7b3e-49df-863c-37cd5cba8d18" providerId="ADAL" clId="{88DB0432-0257-4B9C-AC44-4607F71EAFFD}" dt="2026-01-24T14:01:20.674" v="2906"/>
          <ac:inkMkLst>
            <pc:docMk/>
            <pc:sldMk cId="2484119054" sldId="271"/>
            <ac:inkMk id="14503" creationId="{4B580E4D-409B-AEFD-AAB2-C067488FBB3C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4" creationId="{33B4D552-58A8-3480-59F8-6C79AD5AD210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5" creationId="{72030306-5330-15DF-826D-C0EB9C8C5CE7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6" creationId="{C8221E99-1569-A9F0-3B00-A9F9A1154B62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7" creationId="{9962C06A-A484-29D1-0419-BEF1DDC515C9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8" creationId="{9888E90A-2403-238D-F21B-502387B79BBC}"/>
          </ac:inkMkLst>
        </pc:inkChg>
        <pc:inkChg chg="add del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09" creationId="{5A54D335-D8FC-F9B5-3EDD-6AB503ACA97D}"/>
          </ac:inkMkLst>
        </pc:inkChg>
        <pc:inkChg chg="add reco">
          <ac:chgData name="MINATI RATH ." userId="c069ce78-7b3e-49df-863c-37cd5cba8d18" providerId="ADAL" clId="{88DB0432-0257-4B9C-AC44-4607F71EAFFD}" dt="2026-01-24T14:01:30.172" v="2913"/>
          <ac:inkMkLst>
            <pc:docMk/>
            <pc:sldMk cId="2484119054" sldId="271"/>
            <ac:inkMk id="14510" creationId="{05482328-1496-B1D6-801F-0F81C9345A25}"/>
          </ac:inkMkLst>
        </pc:inkChg>
        <pc:inkChg chg="add del">
          <ac:chgData name="MINATI RATH ." userId="c069ce78-7b3e-49df-863c-37cd5cba8d18" providerId="ADAL" clId="{88DB0432-0257-4B9C-AC44-4607F71EAFFD}" dt="2026-01-24T14:01:32.414" v="2916"/>
          <ac:inkMkLst>
            <pc:docMk/>
            <pc:sldMk cId="2484119054" sldId="271"/>
            <ac:inkMk id="14511" creationId="{6F58153B-D088-DD42-3B61-BF0CB7E7B8B7}"/>
          </ac:inkMkLst>
        </pc:inkChg>
        <pc:inkChg chg="add del">
          <ac:chgData name="MINATI RATH ." userId="c069ce78-7b3e-49df-863c-37cd5cba8d18" providerId="ADAL" clId="{88DB0432-0257-4B9C-AC44-4607F71EAFFD}" dt="2026-01-24T14:01:32.414" v="2916"/>
          <ac:inkMkLst>
            <pc:docMk/>
            <pc:sldMk cId="2484119054" sldId="271"/>
            <ac:inkMk id="14512" creationId="{A594CB6C-8BAD-0A18-49D3-38E0C2B210DB}"/>
          </ac:inkMkLst>
        </pc:inkChg>
        <pc:inkChg chg="add reco">
          <ac:chgData name="MINATI RATH ." userId="c069ce78-7b3e-49df-863c-37cd5cba8d18" providerId="ADAL" clId="{88DB0432-0257-4B9C-AC44-4607F71EAFFD}" dt="2026-01-24T14:01:32.414" v="2916"/>
          <ac:inkMkLst>
            <pc:docMk/>
            <pc:sldMk cId="2484119054" sldId="271"/>
            <ac:inkMk id="14513" creationId="{63AE4B99-3DFD-A461-3A9F-E71A804723FE}"/>
          </ac:inkMkLst>
        </pc:inkChg>
        <pc:inkChg chg="add del">
          <ac:chgData name="MINATI RATH ." userId="c069ce78-7b3e-49df-863c-37cd5cba8d18" providerId="ADAL" clId="{88DB0432-0257-4B9C-AC44-4607F71EAFFD}" dt="2026-01-24T14:01:41.295" v="2921"/>
          <ac:inkMkLst>
            <pc:docMk/>
            <pc:sldMk cId="2484119054" sldId="271"/>
            <ac:inkMk id="14514" creationId="{072BE3C7-77FD-DB30-8F84-5FE0A545059D}"/>
          </ac:inkMkLst>
        </pc:inkChg>
        <pc:inkChg chg="add del">
          <ac:chgData name="MINATI RATH ." userId="c069ce78-7b3e-49df-863c-37cd5cba8d18" providerId="ADAL" clId="{88DB0432-0257-4B9C-AC44-4607F71EAFFD}" dt="2026-01-24T14:01:41.295" v="2921"/>
          <ac:inkMkLst>
            <pc:docMk/>
            <pc:sldMk cId="2484119054" sldId="271"/>
            <ac:inkMk id="14515" creationId="{48E1C3B4-1FC1-6FF5-BD83-B25D791DF854}"/>
          </ac:inkMkLst>
        </pc:inkChg>
        <pc:inkChg chg="add del">
          <ac:chgData name="MINATI RATH ." userId="c069ce78-7b3e-49df-863c-37cd5cba8d18" providerId="ADAL" clId="{88DB0432-0257-4B9C-AC44-4607F71EAFFD}" dt="2026-01-24T14:01:41.295" v="2921"/>
          <ac:inkMkLst>
            <pc:docMk/>
            <pc:sldMk cId="2484119054" sldId="271"/>
            <ac:inkMk id="14516" creationId="{9755F658-FD92-6F2F-DD11-BF0A6E312557}"/>
          </ac:inkMkLst>
        </pc:inkChg>
        <pc:inkChg chg="add del">
          <ac:chgData name="MINATI RATH ." userId="c069ce78-7b3e-49df-863c-37cd5cba8d18" providerId="ADAL" clId="{88DB0432-0257-4B9C-AC44-4607F71EAFFD}" dt="2026-01-24T14:01:41.295" v="2921"/>
          <ac:inkMkLst>
            <pc:docMk/>
            <pc:sldMk cId="2484119054" sldId="271"/>
            <ac:inkMk id="14517" creationId="{34F79497-C2FF-28DB-11B0-FD714DD2D7CC}"/>
          </ac:inkMkLst>
        </pc:inkChg>
        <pc:inkChg chg="add reco">
          <ac:chgData name="MINATI RATH ." userId="c069ce78-7b3e-49df-863c-37cd5cba8d18" providerId="ADAL" clId="{88DB0432-0257-4B9C-AC44-4607F71EAFFD}" dt="2026-01-24T14:01:41.295" v="2921"/>
          <ac:inkMkLst>
            <pc:docMk/>
            <pc:sldMk cId="2484119054" sldId="271"/>
            <ac:inkMk id="14518" creationId="{8DD638FC-AF7F-6A1C-8CD4-C6CF88B8C258}"/>
          </ac:inkMkLst>
        </pc:inkChg>
        <pc:inkChg chg="add">
          <ac:chgData name="MINATI RATH ." userId="c069ce78-7b3e-49df-863c-37cd5cba8d18" providerId="ADAL" clId="{88DB0432-0257-4B9C-AC44-4607F71EAFFD}" dt="2026-01-24T14:01:45.097" v="2922"/>
          <ac:inkMkLst>
            <pc:docMk/>
            <pc:sldMk cId="2484119054" sldId="271"/>
            <ac:inkMk id="14519" creationId="{38B3DCF3-C78A-2FF4-F943-3E5A1CE1D00F}"/>
          </ac:inkMkLst>
        </pc:inkChg>
        <pc:inkChg chg="add del">
          <ac:chgData name="MINATI RATH ." userId="c069ce78-7b3e-49df-863c-37cd5cba8d18" providerId="ADAL" clId="{88DB0432-0257-4B9C-AC44-4607F71EAFFD}" dt="2026-01-24T14:01:47.069" v="2925"/>
          <ac:inkMkLst>
            <pc:docMk/>
            <pc:sldMk cId="2484119054" sldId="271"/>
            <ac:inkMk id="14520" creationId="{F83A8FBD-532A-66AE-DFE3-6C12E4A44990}"/>
          </ac:inkMkLst>
        </pc:inkChg>
        <pc:inkChg chg="add del">
          <ac:chgData name="MINATI RATH ." userId="c069ce78-7b3e-49df-863c-37cd5cba8d18" providerId="ADAL" clId="{88DB0432-0257-4B9C-AC44-4607F71EAFFD}" dt="2026-01-24T14:01:47.069" v="2925"/>
          <ac:inkMkLst>
            <pc:docMk/>
            <pc:sldMk cId="2484119054" sldId="271"/>
            <ac:inkMk id="14521" creationId="{9F4A1208-C02E-34EA-8762-717511799A67}"/>
          </ac:inkMkLst>
        </pc:inkChg>
        <pc:inkChg chg="add reco">
          <ac:chgData name="MINATI RATH ." userId="c069ce78-7b3e-49df-863c-37cd5cba8d18" providerId="ADAL" clId="{88DB0432-0257-4B9C-AC44-4607F71EAFFD}" dt="2026-01-24T14:01:47.069" v="2925"/>
          <ac:inkMkLst>
            <pc:docMk/>
            <pc:sldMk cId="2484119054" sldId="271"/>
            <ac:inkMk id="14522" creationId="{E5FA0878-3289-B965-9465-F3D1AB0E5EDD}"/>
          </ac:inkMkLst>
        </pc:inkChg>
        <pc:inkChg chg="add del">
          <ac:chgData name="MINATI RATH ." userId="c069ce78-7b3e-49df-863c-37cd5cba8d18" providerId="ADAL" clId="{88DB0432-0257-4B9C-AC44-4607F71EAFFD}" dt="2026-01-24T14:02:15.722" v="2928"/>
          <ac:inkMkLst>
            <pc:docMk/>
            <pc:sldMk cId="2484119054" sldId="271"/>
            <ac:inkMk id="14523" creationId="{98E5AA27-EAFA-3FD2-C017-2111B757E1AE}"/>
          </ac:inkMkLst>
        </pc:inkChg>
        <pc:inkChg chg="add del">
          <ac:chgData name="MINATI RATH ." userId="c069ce78-7b3e-49df-863c-37cd5cba8d18" providerId="ADAL" clId="{88DB0432-0257-4B9C-AC44-4607F71EAFFD}" dt="2026-01-24T14:02:15.722" v="2928"/>
          <ac:inkMkLst>
            <pc:docMk/>
            <pc:sldMk cId="2484119054" sldId="271"/>
            <ac:inkMk id="14524" creationId="{FBBDAA38-B530-413A-C52F-B7190AAFAD0B}"/>
          </ac:inkMkLst>
        </pc:inkChg>
        <pc:inkChg chg="add reco">
          <ac:chgData name="MINATI RATH ." userId="c069ce78-7b3e-49df-863c-37cd5cba8d18" providerId="ADAL" clId="{88DB0432-0257-4B9C-AC44-4607F71EAFFD}" dt="2026-01-24T14:02:15.722" v="2928"/>
          <ac:inkMkLst>
            <pc:docMk/>
            <pc:sldMk cId="2484119054" sldId="271"/>
            <ac:inkMk id="14525" creationId="{E2701954-BEDA-19B2-AC44-F8B17731810A}"/>
          </ac:inkMkLst>
        </pc:inkChg>
        <pc:inkChg chg="add">
          <ac:chgData name="MINATI RATH ." userId="c069ce78-7b3e-49df-863c-37cd5cba8d18" providerId="ADAL" clId="{88DB0432-0257-4B9C-AC44-4607F71EAFFD}" dt="2026-01-24T14:02:37.649" v="2929"/>
          <ac:inkMkLst>
            <pc:docMk/>
            <pc:sldMk cId="2484119054" sldId="271"/>
            <ac:inkMk id="14526" creationId="{E1824AFC-55A2-5953-5BFD-6820049CD4EA}"/>
          </ac:inkMkLst>
        </pc:inkChg>
      </pc:sldChg>
      <pc:sldChg chg="addSp mod">
        <pc:chgData name="MINATI RATH ." userId="c069ce78-7b3e-49df-863c-37cd5cba8d18" providerId="ADAL" clId="{88DB0432-0257-4B9C-AC44-4607F71EAFFD}" dt="2026-01-24T12:25:40.494" v="0"/>
        <pc:sldMkLst>
          <pc:docMk/>
          <pc:sldMk cId="3617834672" sldId="313"/>
        </pc:sldMkLst>
        <pc:inkChg chg="add">
          <ac:chgData name="MINATI RATH ." userId="c069ce78-7b3e-49df-863c-37cd5cba8d18" providerId="ADAL" clId="{88DB0432-0257-4B9C-AC44-4607F71EAFFD}" dt="2026-01-24T12:25:40.494" v="0"/>
          <ac:inkMkLst>
            <pc:docMk/>
            <pc:sldMk cId="3617834672" sldId="313"/>
            <ac:inkMk id="4" creationId="{D66ED0B0-F9B9-0777-D02B-3BA85FEE6692}"/>
          </ac:inkMkLst>
        </pc:inkChg>
      </pc:sldChg>
      <pc:sldChg chg="addSp delSp modSp mod">
        <pc:chgData name="MINATI RATH ." userId="c069ce78-7b3e-49df-863c-37cd5cba8d18" providerId="ADAL" clId="{88DB0432-0257-4B9C-AC44-4607F71EAFFD}" dt="2026-01-24T13:47:13.806" v="2344"/>
        <pc:sldMkLst>
          <pc:docMk/>
          <pc:sldMk cId="3017976546" sldId="316"/>
        </pc:sldMkLst>
        <pc:inkChg chg="add del">
          <ac:chgData name="MINATI RATH ." userId="c069ce78-7b3e-49df-863c-37cd5cba8d18" providerId="ADAL" clId="{88DB0432-0257-4B9C-AC44-4607F71EAFFD}" dt="2026-01-24T12:35:25.992" v="239"/>
          <ac:inkMkLst>
            <pc:docMk/>
            <pc:sldMk cId="3017976546" sldId="316"/>
            <ac:inkMk id="2" creationId="{69B6265F-5074-8697-5F26-3B54404E7BDB}"/>
          </ac:inkMkLst>
        </pc:inkChg>
        <pc:inkChg chg="add del">
          <ac:chgData name="MINATI RATH ." userId="c069ce78-7b3e-49df-863c-37cd5cba8d18" providerId="ADAL" clId="{88DB0432-0257-4B9C-AC44-4607F71EAFFD}" dt="2026-01-24T12:29:22.735" v="6"/>
          <ac:inkMkLst>
            <pc:docMk/>
            <pc:sldMk cId="3017976546" sldId="316"/>
            <ac:inkMk id="4" creationId="{724049DD-DE27-0836-685C-12D408F6E898}"/>
          </ac:inkMkLst>
        </pc:inkChg>
        <pc:inkChg chg="add del">
          <ac:chgData name="MINATI RATH ." userId="c069ce78-7b3e-49df-863c-37cd5cba8d18" providerId="ADAL" clId="{88DB0432-0257-4B9C-AC44-4607F71EAFFD}" dt="2026-01-24T12:29:22.735" v="6"/>
          <ac:inkMkLst>
            <pc:docMk/>
            <pc:sldMk cId="3017976546" sldId="316"/>
            <ac:inkMk id="11" creationId="{B9711CBC-73C3-813A-D3CB-1559B90BA02B}"/>
          </ac:inkMkLst>
        </pc:inkChg>
        <pc:inkChg chg="add del">
          <ac:chgData name="MINATI RATH ." userId="c069ce78-7b3e-49df-863c-37cd5cba8d18" providerId="ADAL" clId="{88DB0432-0257-4B9C-AC44-4607F71EAFFD}" dt="2026-01-24T12:29:22.735" v="6"/>
          <ac:inkMkLst>
            <pc:docMk/>
            <pc:sldMk cId="3017976546" sldId="316"/>
            <ac:inkMk id="12" creationId="{41AABA64-719B-0F55-679B-1C7726C315E3}"/>
          </ac:inkMkLst>
        </pc:inkChg>
        <pc:inkChg chg="add del">
          <ac:chgData name="MINATI RATH ." userId="c069ce78-7b3e-49df-863c-37cd5cba8d18" providerId="ADAL" clId="{88DB0432-0257-4B9C-AC44-4607F71EAFFD}" dt="2026-01-24T12:29:22.735" v="6"/>
          <ac:inkMkLst>
            <pc:docMk/>
            <pc:sldMk cId="3017976546" sldId="316"/>
            <ac:inkMk id="13" creationId="{9D0A437C-D3F1-95F6-C899-068D2028AF7E}"/>
          </ac:inkMkLst>
        </pc:inkChg>
        <pc:inkChg chg="add del reco">
          <ac:chgData name="MINATI RATH ." userId="c069ce78-7b3e-49df-863c-37cd5cba8d18" providerId="ADAL" clId="{88DB0432-0257-4B9C-AC44-4607F71EAFFD}" dt="2026-01-24T12:35:26.012" v="263"/>
          <ac:inkMkLst>
            <pc:docMk/>
            <pc:sldMk cId="3017976546" sldId="316"/>
            <ac:inkMk id="14" creationId="{26602F61-A1B0-9C3C-214B-A4C88A0DAFE8}"/>
          </ac:inkMkLst>
        </pc:inkChg>
        <pc:inkChg chg="add del">
          <ac:chgData name="MINATI RATH ." userId="c069ce78-7b3e-49df-863c-37cd5cba8d18" providerId="ADAL" clId="{88DB0432-0257-4B9C-AC44-4607F71EAFFD}" dt="2026-01-24T12:35:26.020" v="273"/>
          <ac:inkMkLst>
            <pc:docMk/>
            <pc:sldMk cId="3017976546" sldId="316"/>
            <ac:inkMk id="15" creationId="{B4FB9C4C-D8C1-33A4-D2C1-F125AAA12FC4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16" creationId="{3D3701DF-B423-615B-70DC-33AB851B6761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17" creationId="{1FA8635D-6381-C19B-EE66-13AE58CA6E17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18" creationId="{827D4AF2-96A5-9EAB-E824-179772285927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19" creationId="{F378FD7B-64E6-B2D8-9CE7-EA418434F4EE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20" creationId="{5C4DBFFA-A5AE-C7FA-1B5C-24DD3DF2E06D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21" creationId="{C2A47B3F-5DE6-3950-3768-3FDCFE0CC546}"/>
          </ac:inkMkLst>
        </pc:inkChg>
        <pc:inkChg chg="add del">
          <ac:chgData name="MINATI RATH ." userId="c069ce78-7b3e-49df-863c-37cd5cba8d18" providerId="ADAL" clId="{88DB0432-0257-4B9C-AC44-4607F71EAFFD}" dt="2026-01-24T12:29:31.414" v="15"/>
          <ac:inkMkLst>
            <pc:docMk/>
            <pc:sldMk cId="3017976546" sldId="316"/>
            <ac:inkMk id="22" creationId="{D841D1C8-843C-A2E9-53EE-691B7C8EB64B}"/>
          </ac:inkMkLst>
        </pc:inkChg>
        <pc:inkChg chg="add del reco">
          <ac:chgData name="MINATI RATH ." userId="c069ce78-7b3e-49df-863c-37cd5cba8d18" providerId="ADAL" clId="{88DB0432-0257-4B9C-AC44-4607F71EAFFD}" dt="2026-01-24T12:35:25.996" v="244"/>
          <ac:inkMkLst>
            <pc:docMk/>
            <pc:sldMk cId="3017976546" sldId="316"/>
            <ac:inkMk id="23" creationId="{4B7C298D-6FEE-4F98-027A-7F1CF4283ECF}"/>
          </ac:inkMkLst>
        </pc:inkChg>
        <pc:inkChg chg="add del">
          <ac:chgData name="MINATI RATH ." userId="c069ce78-7b3e-49df-863c-37cd5cba8d18" providerId="ADAL" clId="{88DB0432-0257-4B9C-AC44-4607F71EAFFD}" dt="2026-01-24T12:29:34.115" v="18"/>
          <ac:inkMkLst>
            <pc:docMk/>
            <pc:sldMk cId="3017976546" sldId="316"/>
            <ac:inkMk id="24" creationId="{8460953D-3DB7-92F8-1512-E77B8F2B31F4}"/>
          </ac:inkMkLst>
        </pc:inkChg>
        <pc:inkChg chg="add del">
          <ac:chgData name="MINATI RATH ." userId="c069ce78-7b3e-49df-863c-37cd5cba8d18" providerId="ADAL" clId="{88DB0432-0257-4B9C-AC44-4607F71EAFFD}" dt="2026-01-24T12:29:34.115" v="18"/>
          <ac:inkMkLst>
            <pc:docMk/>
            <pc:sldMk cId="3017976546" sldId="316"/>
            <ac:inkMk id="25" creationId="{64F03CFC-EF45-ED4B-54B7-A25404D57677}"/>
          </ac:inkMkLst>
        </pc:inkChg>
        <pc:inkChg chg="add del reco">
          <ac:chgData name="MINATI RATH ." userId="c069ce78-7b3e-49df-863c-37cd5cba8d18" providerId="ADAL" clId="{88DB0432-0257-4B9C-AC44-4607F71EAFFD}" dt="2026-01-24T12:35:26.007" v="257"/>
          <ac:inkMkLst>
            <pc:docMk/>
            <pc:sldMk cId="3017976546" sldId="316"/>
            <ac:inkMk id="26" creationId="{BF61975D-4A54-BB5C-FEB7-71ED767A0270}"/>
          </ac:inkMkLst>
        </pc:inkChg>
        <pc:inkChg chg="add del">
          <ac:chgData name="MINATI RATH ." userId="c069ce78-7b3e-49df-863c-37cd5cba8d18" providerId="ADAL" clId="{88DB0432-0257-4B9C-AC44-4607F71EAFFD}" dt="2026-01-24T12:29:38.503" v="24"/>
          <ac:inkMkLst>
            <pc:docMk/>
            <pc:sldMk cId="3017976546" sldId="316"/>
            <ac:inkMk id="27" creationId="{A0927EF2-68FD-0174-2B04-7E9EF45A0F0A}"/>
          </ac:inkMkLst>
        </pc:inkChg>
        <pc:inkChg chg="add del">
          <ac:chgData name="MINATI RATH ." userId="c069ce78-7b3e-49df-863c-37cd5cba8d18" providerId="ADAL" clId="{88DB0432-0257-4B9C-AC44-4607F71EAFFD}" dt="2026-01-24T12:29:38.503" v="24"/>
          <ac:inkMkLst>
            <pc:docMk/>
            <pc:sldMk cId="3017976546" sldId="316"/>
            <ac:inkMk id="28" creationId="{256F7EAD-2448-4672-3E23-F36C7861D45F}"/>
          </ac:inkMkLst>
        </pc:inkChg>
        <pc:inkChg chg="add del">
          <ac:chgData name="MINATI RATH ." userId="c069ce78-7b3e-49df-863c-37cd5cba8d18" providerId="ADAL" clId="{88DB0432-0257-4B9C-AC44-4607F71EAFFD}" dt="2026-01-24T12:29:38.503" v="24"/>
          <ac:inkMkLst>
            <pc:docMk/>
            <pc:sldMk cId="3017976546" sldId="316"/>
            <ac:inkMk id="29" creationId="{2E50A8A4-0D1B-0F24-CBE6-ACE08B9CE403}"/>
          </ac:inkMkLst>
        </pc:inkChg>
        <pc:inkChg chg="add del">
          <ac:chgData name="MINATI RATH ." userId="c069ce78-7b3e-49df-863c-37cd5cba8d18" providerId="ADAL" clId="{88DB0432-0257-4B9C-AC44-4607F71EAFFD}" dt="2026-01-24T12:29:38.503" v="24"/>
          <ac:inkMkLst>
            <pc:docMk/>
            <pc:sldMk cId="3017976546" sldId="316"/>
            <ac:inkMk id="30" creationId="{A49D3F4D-5326-DC75-DDDD-5F668E22B50C}"/>
          </ac:inkMkLst>
        </pc:inkChg>
        <pc:inkChg chg="add del">
          <ac:chgData name="MINATI RATH ." userId="c069ce78-7b3e-49df-863c-37cd5cba8d18" providerId="ADAL" clId="{88DB0432-0257-4B9C-AC44-4607F71EAFFD}" dt="2026-01-24T12:29:38.503" v="24"/>
          <ac:inkMkLst>
            <pc:docMk/>
            <pc:sldMk cId="3017976546" sldId="316"/>
            <ac:inkMk id="31" creationId="{7AA30635-B6E7-CF21-4AC1-3E8E39A2A309}"/>
          </ac:inkMkLst>
        </pc:inkChg>
        <pc:inkChg chg="add del reco">
          <ac:chgData name="MINATI RATH ." userId="c069ce78-7b3e-49df-863c-37cd5cba8d18" providerId="ADAL" clId="{88DB0432-0257-4B9C-AC44-4607F71EAFFD}" dt="2026-01-24T12:35:26.011" v="262"/>
          <ac:inkMkLst>
            <pc:docMk/>
            <pc:sldMk cId="3017976546" sldId="316"/>
            <ac:inkMk id="32" creationId="{183B9AC8-F3A5-A67D-0EA1-517D864B2783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3" creationId="{220ADC9D-36C2-74D9-EC0E-8F9F8E9509FB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4" creationId="{50A926DE-9F02-D1F4-29E0-AC7229B12372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5" creationId="{4C4BDD6D-A68F-7071-0A62-1312866268A1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6" creationId="{95C2C4B5-79CF-2874-67AA-9F47C99F8E59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7" creationId="{18A726EA-373B-AAE2-4177-E133E0C93CAC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8" creationId="{BE405848-83B1-D48F-5B38-D884FE9C6306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39" creationId="{FDF76CE2-E8E1-62B3-E2AE-F66DFFC1D50E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40" creationId="{FEEBA081-CE35-CACF-DB3E-BC9B312E2444}"/>
          </ac:inkMkLst>
        </pc:inkChg>
        <pc:inkChg chg="add del">
          <ac:chgData name="MINATI RATH ." userId="c069ce78-7b3e-49df-863c-37cd5cba8d18" providerId="ADAL" clId="{88DB0432-0257-4B9C-AC44-4607F71EAFFD}" dt="2026-01-24T12:29:43.378" v="34"/>
          <ac:inkMkLst>
            <pc:docMk/>
            <pc:sldMk cId="3017976546" sldId="316"/>
            <ac:inkMk id="41" creationId="{DBD9D89E-B2BB-FAE6-C97D-D489245217AD}"/>
          </ac:inkMkLst>
        </pc:inkChg>
        <pc:inkChg chg="add del reco">
          <ac:chgData name="MINATI RATH ." userId="c069ce78-7b3e-49df-863c-37cd5cba8d18" providerId="ADAL" clId="{88DB0432-0257-4B9C-AC44-4607F71EAFFD}" dt="2026-01-24T12:35:25.979" v="225"/>
          <ac:inkMkLst>
            <pc:docMk/>
            <pc:sldMk cId="3017976546" sldId="316"/>
            <ac:inkMk id="42" creationId="{57DD4141-44D4-4FF4-6BB2-4AC465D63456}"/>
          </ac:inkMkLst>
        </pc:inkChg>
        <pc:inkChg chg="add del">
          <ac:chgData name="MINATI RATH ." userId="c069ce78-7b3e-49df-863c-37cd5cba8d18" providerId="ADAL" clId="{88DB0432-0257-4B9C-AC44-4607F71EAFFD}" dt="2026-01-24T12:31:20.286" v="37"/>
          <ac:inkMkLst>
            <pc:docMk/>
            <pc:sldMk cId="3017976546" sldId="316"/>
            <ac:inkMk id="43" creationId="{C2AE3E78-C8F1-EBD9-3934-36256F1C5CA6}"/>
          </ac:inkMkLst>
        </pc:inkChg>
        <pc:inkChg chg="add del">
          <ac:chgData name="MINATI RATH ." userId="c069ce78-7b3e-49df-863c-37cd5cba8d18" providerId="ADAL" clId="{88DB0432-0257-4B9C-AC44-4607F71EAFFD}" dt="2026-01-24T12:31:20.286" v="37"/>
          <ac:inkMkLst>
            <pc:docMk/>
            <pc:sldMk cId="3017976546" sldId="316"/>
            <ac:inkMk id="44" creationId="{A38C9DF9-152E-C6D3-1820-914CBB18D1E7}"/>
          </ac:inkMkLst>
        </pc:inkChg>
        <pc:inkChg chg="add del reco">
          <ac:chgData name="MINATI RATH ." userId="c069ce78-7b3e-49df-863c-37cd5cba8d18" providerId="ADAL" clId="{88DB0432-0257-4B9C-AC44-4607F71EAFFD}" dt="2026-01-24T12:35:25.980" v="226"/>
          <ac:inkMkLst>
            <pc:docMk/>
            <pc:sldMk cId="3017976546" sldId="316"/>
            <ac:inkMk id="45" creationId="{C11E2977-F614-AD18-5E6C-1F11DA1B8777}"/>
          </ac:inkMkLst>
        </pc:inkChg>
        <pc:inkChg chg="add del">
          <ac:chgData name="MINATI RATH ." userId="c069ce78-7b3e-49df-863c-37cd5cba8d18" providerId="ADAL" clId="{88DB0432-0257-4B9C-AC44-4607F71EAFFD}" dt="2026-01-24T12:31:31.556" v="40"/>
          <ac:inkMkLst>
            <pc:docMk/>
            <pc:sldMk cId="3017976546" sldId="316"/>
            <ac:inkMk id="46" creationId="{B7A9C4C1-4ABC-850F-0839-9AB402438600}"/>
          </ac:inkMkLst>
        </pc:inkChg>
        <pc:inkChg chg="add del">
          <ac:chgData name="MINATI RATH ." userId="c069ce78-7b3e-49df-863c-37cd5cba8d18" providerId="ADAL" clId="{88DB0432-0257-4B9C-AC44-4607F71EAFFD}" dt="2026-01-24T12:31:31.556" v="40"/>
          <ac:inkMkLst>
            <pc:docMk/>
            <pc:sldMk cId="3017976546" sldId="316"/>
            <ac:inkMk id="47" creationId="{C315E70A-9441-2FB9-B273-50647AFFEEEF}"/>
          </ac:inkMkLst>
        </pc:inkChg>
        <pc:inkChg chg="add del reco">
          <ac:chgData name="MINATI RATH ." userId="c069ce78-7b3e-49df-863c-37cd5cba8d18" providerId="ADAL" clId="{88DB0432-0257-4B9C-AC44-4607F71EAFFD}" dt="2026-01-24T12:35:26.002" v="251"/>
          <ac:inkMkLst>
            <pc:docMk/>
            <pc:sldMk cId="3017976546" sldId="316"/>
            <ac:inkMk id="48" creationId="{EC7189A9-7164-F96B-A6A0-64D9C977E7B5}"/>
          </ac:inkMkLst>
        </pc:inkChg>
        <pc:inkChg chg="add del">
          <ac:chgData name="MINATI RATH ." userId="c069ce78-7b3e-49df-863c-37cd5cba8d18" providerId="ADAL" clId="{88DB0432-0257-4B9C-AC44-4607F71EAFFD}" dt="2026-01-24T12:31:38.959" v="43"/>
          <ac:inkMkLst>
            <pc:docMk/>
            <pc:sldMk cId="3017976546" sldId="316"/>
            <ac:inkMk id="49" creationId="{182BB12D-B5E8-829B-BC74-84A3EAF41576}"/>
          </ac:inkMkLst>
        </pc:inkChg>
        <pc:inkChg chg="add del">
          <ac:chgData name="MINATI RATH ." userId="c069ce78-7b3e-49df-863c-37cd5cba8d18" providerId="ADAL" clId="{88DB0432-0257-4B9C-AC44-4607F71EAFFD}" dt="2026-01-24T12:31:38.959" v="43"/>
          <ac:inkMkLst>
            <pc:docMk/>
            <pc:sldMk cId="3017976546" sldId="316"/>
            <ac:inkMk id="50" creationId="{22E9E1CD-D8C3-CD00-6C5C-CE57C2B31836}"/>
          </ac:inkMkLst>
        </pc:inkChg>
        <pc:inkChg chg="add del reco">
          <ac:chgData name="MINATI RATH ." userId="c069ce78-7b3e-49df-863c-37cd5cba8d18" providerId="ADAL" clId="{88DB0432-0257-4B9C-AC44-4607F71EAFFD}" dt="2026-01-24T12:35:26.014" v="266"/>
          <ac:inkMkLst>
            <pc:docMk/>
            <pc:sldMk cId="3017976546" sldId="316"/>
            <ac:inkMk id="51" creationId="{9FB471BD-9A80-A4C9-397C-1A9FD9FB4A96}"/>
          </ac:inkMkLst>
        </pc:inkChg>
        <pc:inkChg chg="add del">
          <ac:chgData name="MINATI RATH ." userId="c069ce78-7b3e-49df-863c-37cd5cba8d18" providerId="ADAL" clId="{88DB0432-0257-4B9C-AC44-4607F71EAFFD}" dt="2026-01-24T12:31:49.211" v="49"/>
          <ac:inkMkLst>
            <pc:docMk/>
            <pc:sldMk cId="3017976546" sldId="316"/>
            <ac:inkMk id="52" creationId="{A4D13866-87A2-166F-D648-670DB0813B2F}"/>
          </ac:inkMkLst>
        </pc:inkChg>
        <pc:inkChg chg="add del">
          <ac:chgData name="MINATI RATH ." userId="c069ce78-7b3e-49df-863c-37cd5cba8d18" providerId="ADAL" clId="{88DB0432-0257-4B9C-AC44-4607F71EAFFD}" dt="2026-01-24T12:31:49.211" v="49"/>
          <ac:inkMkLst>
            <pc:docMk/>
            <pc:sldMk cId="3017976546" sldId="316"/>
            <ac:inkMk id="53" creationId="{DA7639AC-B25C-75A7-D08D-ED42FA6F535D}"/>
          </ac:inkMkLst>
        </pc:inkChg>
        <pc:inkChg chg="add del">
          <ac:chgData name="MINATI RATH ." userId="c069ce78-7b3e-49df-863c-37cd5cba8d18" providerId="ADAL" clId="{88DB0432-0257-4B9C-AC44-4607F71EAFFD}" dt="2026-01-24T12:31:49.211" v="49"/>
          <ac:inkMkLst>
            <pc:docMk/>
            <pc:sldMk cId="3017976546" sldId="316"/>
            <ac:inkMk id="54" creationId="{F8A867EF-8192-5281-11C3-376EA7C1E440}"/>
          </ac:inkMkLst>
        </pc:inkChg>
        <pc:inkChg chg="add del">
          <ac:chgData name="MINATI RATH ." userId="c069ce78-7b3e-49df-863c-37cd5cba8d18" providerId="ADAL" clId="{88DB0432-0257-4B9C-AC44-4607F71EAFFD}" dt="2026-01-24T12:31:49.211" v="49"/>
          <ac:inkMkLst>
            <pc:docMk/>
            <pc:sldMk cId="3017976546" sldId="316"/>
            <ac:inkMk id="55" creationId="{38418498-381F-AD0E-C16A-6EC8B4C0C755}"/>
          </ac:inkMkLst>
        </pc:inkChg>
        <pc:inkChg chg="add del">
          <ac:chgData name="MINATI RATH ." userId="c069ce78-7b3e-49df-863c-37cd5cba8d18" providerId="ADAL" clId="{88DB0432-0257-4B9C-AC44-4607F71EAFFD}" dt="2026-01-24T12:31:49.211" v="49"/>
          <ac:inkMkLst>
            <pc:docMk/>
            <pc:sldMk cId="3017976546" sldId="316"/>
            <ac:inkMk id="56" creationId="{099EE61B-CEDA-ED89-3B15-5C38BA5C82E5}"/>
          </ac:inkMkLst>
        </pc:inkChg>
        <pc:inkChg chg="add del reco">
          <ac:chgData name="MINATI RATH ." userId="c069ce78-7b3e-49df-863c-37cd5cba8d18" providerId="ADAL" clId="{88DB0432-0257-4B9C-AC44-4607F71EAFFD}" dt="2026-01-24T12:35:25.981" v="227"/>
          <ac:inkMkLst>
            <pc:docMk/>
            <pc:sldMk cId="3017976546" sldId="316"/>
            <ac:inkMk id="57" creationId="{CB8EC6F2-318C-FF2D-FDF0-98C9D37865F3}"/>
          </ac:inkMkLst>
        </pc:inkChg>
        <pc:inkChg chg="add del">
          <ac:chgData name="MINATI RATH ." userId="c069ce78-7b3e-49df-863c-37cd5cba8d18" providerId="ADAL" clId="{88DB0432-0257-4B9C-AC44-4607F71EAFFD}" dt="2026-01-24T12:31:52.291" v="53"/>
          <ac:inkMkLst>
            <pc:docMk/>
            <pc:sldMk cId="3017976546" sldId="316"/>
            <ac:inkMk id="58" creationId="{78C4F766-E2B1-619B-F2B5-CF1ADD70FBA4}"/>
          </ac:inkMkLst>
        </pc:inkChg>
        <pc:inkChg chg="add del">
          <ac:chgData name="MINATI RATH ." userId="c069ce78-7b3e-49df-863c-37cd5cba8d18" providerId="ADAL" clId="{88DB0432-0257-4B9C-AC44-4607F71EAFFD}" dt="2026-01-24T12:31:52.291" v="53"/>
          <ac:inkMkLst>
            <pc:docMk/>
            <pc:sldMk cId="3017976546" sldId="316"/>
            <ac:inkMk id="59" creationId="{11312BFE-1D49-7EA8-4B77-53118602FB40}"/>
          </ac:inkMkLst>
        </pc:inkChg>
        <pc:inkChg chg="add del">
          <ac:chgData name="MINATI RATH ." userId="c069ce78-7b3e-49df-863c-37cd5cba8d18" providerId="ADAL" clId="{88DB0432-0257-4B9C-AC44-4607F71EAFFD}" dt="2026-01-24T12:31:52.291" v="53"/>
          <ac:inkMkLst>
            <pc:docMk/>
            <pc:sldMk cId="3017976546" sldId="316"/>
            <ac:inkMk id="60" creationId="{65A33E26-3512-A2D7-2C30-6986E82BC887}"/>
          </ac:inkMkLst>
        </pc:inkChg>
        <pc:inkChg chg="add del reco">
          <ac:chgData name="MINATI RATH ." userId="c069ce78-7b3e-49df-863c-37cd5cba8d18" providerId="ADAL" clId="{88DB0432-0257-4B9C-AC44-4607F71EAFFD}" dt="2026-01-24T12:35:25.991" v="238"/>
          <ac:inkMkLst>
            <pc:docMk/>
            <pc:sldMk cId="3017976546" sldId="316"/>
            <ac:inkMk id="61" creationId="{1B19D3F3-91C2-373D-46CD-E4F0B7873114}"/>
          </ac:inkMkLst>
        </pc:inkChg>
        <pc:inkChg chg="add del">
          <ac:chgData name="MINATI RATH ." userId="c069ce78-7b3e-49df-863c-37cd5cba8d18" providerId="ADAL" clId="{88DB0432-0257-4B9C-AC44-4607F71EAFFD}" dt="2026-01-24T12:31:55.843" v="59"/>
          <ac:inkMkLst>
            <pc:docMk/>
            <pc:sldMk cId="3017976546" sldId="316"/>
            <ac:inkMk id="62" creationId="{9F93CBDA-3160-7F31-5EB4-730941124516}"/>
          </ac:inkMkLst>
        </pc:inkChg>
        <pc:inkChg chg="add del">
          <ac:chgData name="MINATI RATH ." userId="c069ce78-7b3e-49df-863c-37cd5cba8d18" providerId="ADAL" clId="{88DB0432-0257-4B9C-AC44-4607F71EAFFD}" dt="2026-01-24T12:31:55.843" v="59"/>
          <ac:inkMkLst>
            <pc:docMk/>
            <pc:sldMk cId="3017976546" sldId="316"/>
            <ac:inkMk id="63" creationId="{7F74C69D-D0D8-3605-B37A-C5E5EDB1A68C}"/>
          </ac:inkMkLst>
        </pc:inkChg>
        <pc:inkChg chg="add del">
          <ac:chgData name="MINATI RATH ." userId="c069ce78-7b3e-49df-863c-37cd5cba8d18" providerId="ADAL" clId="{88DB0432-0257-4B9C-AC44-4607F71EAFFD}" dt="2026-01-24T12:31:55.843" v="59"/>
          <ac:inkMkLst>
            <pc:docMk/>
            <pc:sldMk cId="3017976546" sldId="316"/>
            <ac:inkMk id="64" creationId="{2F819435-3AAE-F05A-64A9-783F2FB1C194}"/>
          </ac:inkMkLst>
        </pc:inkChg>
        <pc:inkChg chg="add del">
          <ac:chgData name="MINATI RATH ." userId="c069ce78-7b3e-49df-863c-37cd5cba8d18" providerId="ADAL" clId="{88DB0432-0257-4B9C-AC44-4607F71EAFFD}" dt="2026-01-24T12:31:55.843" v="59"/>
          <ac:inkMkLst>
            <pc:docMk/>
            <pc:sldMk cId="3017976546" sldId="316"/>
            <ac:inkMk id="65" creationId="{E6E829D7-AD4F-5997-F0F2-E7B30CA609B5}"/>
          </ac:inkMkLst>
        </pc:inkChg>
        <pc:inkChg chg="add del">
          <ac:chgData name="MINATI RATH ." userId="c069ce78-7b3e-49df-863c-37cd5cba8d18" providerId="ADAL" clId="{88DB0432-0257-4B9C-AC44-4607F71EAFFD}" dt="2026-01-24T12:31:55.843" v="59"/>
          <ac:inkMkLst>
            <pc:docMk/>
            <pc:sldMk cId="3017976546" sldId="316"/>
            <ac:inkMk id="66" creationId="{498130CB-DC4F-057E-4AAB-D43184B95610}"/>
          </ac:inkMkLst>
        </pc:inkChg>
        <pc:inkChg chg="add del reco">
          <ac:chgData name="MINATI RATH ." userId="c069ce78-7b3e-49df-863c-37cd5cba8d18" providerId="ADAL" clId="{88DB0432-0257-4B9C-AC44-4607F71EAFFD}" dt="2026-01-24T12:35:25.991" v="237"/>
          <ac:inkMkLst>
            <pc:docMk/>
            <pc:sldMk cId="3017976546" sldId="316"/>
            <ac:inkMk id="67" creationId="{E97959F1-C86F-B954-420F-4B323B54FE49}"/>
          </ac:inkMkLst>
        </pc:inkChg>
        <pc:inkChg chg="add del">
          <ac:chgData name="MINATI RATH ." userId="c069ce78-7b3e-49df-863c-37cd5cba8d18" providerId="ADAL" clId="{88DB0432-0257-4B9C-AC44-4607F71EAFFD}" dt="2026-01-24T12:31:57.417" v="62"/>
          <ac:inkMkLst>
            <pc:docMk/>
            <pc:sldMk cId="3017976546" sldId="316"/>
            <ac:inkMk id="68" creationId="{DC6BD986-91F3-6264-F63B-273AAA31BC85}"/>
          </ac:inkMkLst>
        </pc:inkChg>
        <pc:inkChg chg="add del">
          <ac:chgData name="MINATI RATH ." userId="c069ce78-7b3e-49df-863c-37cd5cba8d18" providerId="ADAL" clId="{88DB0432-0257-4B9C-AC44-4607F71EAFFD}" dt="2026-01-24T12:31:57.417" v="62"/>
          <ac:inkMkLst>
            <pc:docMk/>
            <pc:sldMk cId="3017976546" sldId="316"/>
            <ac:inkMk id="69" creationId="{1A5C6886-BA3C-EEC4-5BC2-980641003F31}"/>
          </ac:inkMkLst>
        </pc:inkChg>
        <pc:inkChg chg="add del reco">
          <ac:chgData name="MINATI RATH ." userId="c069ce78-7b3e-49df-863c-37cd5cba8d18" providerId="ADAL" clId="{88DB0432-0257-4B9C-AC44-4607F71EAFFD}" dt="2026-01-24T12:35:26.019" v="272"/>
          <ac:inkMkLst>
            <pc:docMk/>
            <pc:sldMk cId="3017976546" sldId="316"/>
            <ac:inkMk id="70" creationId="{3C875563-7CAA-56AE-295B-B449D172A552}"/>
          </ac:inkMkLst>
        </pc:inkChg>
        <pc:inkChg chg="add del">
          <ac:chgData name="MINATI RATH ." userId="c069ce78-7b3e-49df-863c-37cd5cba8d18" providerId="ADAL" clId="{88DB0432-0257-4B9C-AC44-4607F71EAFFD}" dt="2026-01-24T12:32:01.625" v="65"/>
          <ac:inkMkLst>
            <pc:docMk/>
            <pc:sldMk cId="3017976546" sldId="316"/>
            <ac:inkMk id="71" creationId="{1B45DF3D-5662-9011-C121-9E2E9FB65F78}"/>
          </ac:inkMkLst>
        </pc:inkChg>
        <pc:inkChg chg="add del">
          <ac:chgData name="MINATI RATH ." userId="c069ce78-7b3e-49df-863c-37cd5cba8d18" providerId="ADAL" clId="{88DB0432-0257-4B9C-AC44-4607F71EAFFD}" dt="2026-01-24T12:32:01.625" v="65"/>
          <ac:inkMkLst>
            <pc:docMk/>
            <pc:sldMk cId="3017976546" sldId="316"/>
            <ac:inkMk id="72" creationId="{76A571BA-C4FA-1FD7-098D-D502FBCC7BE6}"/>
          </ac:inkMkLst>
        </pc:inkChg>
        <pc:inkChg chg="add del reco">
          <ac:chgData name="MINATI RATH ." userId="c069ce78-7b3e-49df-863c-37cd5cba8d18" providerId="ADAL" clId="{88DB0432-0257-4B9C-AC44-4607F71EAFFD}" dt="2026-01-24T12:35:26.015" v="267"/>
          <ac:inkMkLst>
            <pc:docMk/>
            <pc:sldMk cId="3017976546" sldId="316"/>
            <ac:inkMk id="73" creationId="{6544C2E7-2630-B102-26C3-4CE1B574DB5D}"/>
          </ac:inkMkLst>
        </pc:inkChg>
        <pc:inkChg chg="add del">
          <ac:chgData name="MINATI RATH ." userId="c069ce78-7b3e-49df-863c-37cd5cba8d18" providerId="ADAL" clId="{88DB0432-0257-4B9C-AC44-4607F71EAFFD}" dt="2026-01-24T12:32:02.953" v="68"/>
          <ac:inkMkLst>
            <pc:docMk/>
            <pc:sldMk cId="3017976546" sldId="316"/>
            <ac:inkMk id="74" creationId="{769D744E-678C-A3B7-D23F-46AE8BB5AB9B}"/>
          </ac:inkMkLst>
        </pc:inkChg>
        <pc:inkChg chg="add del">
          <ac:chgData name="MINATI RATH ." userId="c069ce78-7b3e-49df-863c-37cd5cba8d18" providerId="ADAL" clId="{88DB0432-0257-4B9C-AC44-4607F71EAFFD}" dt="2026-01-24T12:32:02.953" v="68"/>
          <ac:inkMkLst>
            <pc:docMk/>
            <pc:sldMk cId="3017976546" sldId="316"/>
            <ac:inkMk id="75" creationId="{1914C4C3-2944-CA0F-FC0A-488C8A24D1B1}"/>
          </ac:inkMkLst>
        </pc:inkChg>
        <pc:inkChg chg="add del reco">
          <ac:chgData name="MINATI RATH ." userId="c069ce78-7b3e-49df-863c-37cd5cba8d18" providerId="ADAL" clId="{88DB0432-0257-4B9C-AC44-4607F71EAFFD}" dt="2026-01-24T12:35:25.986" v="232"/>
          <ac:inkMkLst>
            <pc:docMk/>
            <pc:sldMk cId="3017976546" sldId="316"/>
            <ac:inkMk id="76" creationId="{35736EDB-08DD-FB3C-8F52-E8B43AFB191A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77" creationId="{9169D453-9881-AD47-2677-D5A5794C03E6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78" creationId="{7C1160E8-5DC4-BFFA-28C7-CD8B40743B77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79" creationId="{807E3B35-8E67-B260-0351-D80EE5CAF0C2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80" creationId="{0990B13E-CA56-83C7-3090-A18A48722BD9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81" creationId="{0355CC94-BD71-C0E7-65E7-E08FC26A6A39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82" creationId="{B7A66A78-F646-B8EF-602C-E599B642FE4A}"/>
          </ac:inkMkLst>
        </pc:inkChg>
        <pc:inkChg chg="add del">
          <ac:chgData name="MINATI RATH ." userId="c069ce78-7b3e-49df-863c-37cd5cba8d18" providerId="ADAL" clId="{88DB0432-0257-4B9C-AC44-4607F71EAFFD}" dt="2026-01-24T12:32:08.832" v="76"/>
          <ac:inkMkLst>
            <pc:docMk/>
            <pc:sldMk cId="3017976546" sldId="316"/>
            <ac:inkMk id="83" creationId="{53E35F0D-478B-ADD4-B570-68A9E3B7EACC}"/>
          </ac:inkMkLst>
        </pc:inkChg>
        <pc:inkChg chg="add del reco">
          <ac:chgData name="MINATI RATH ." userId="c069ce78-7b3e-49df-863c-37cd5cba8d18" providerId="ADAL" clId="{88DB0432-0257-4B9C-AC44-4607F71EAFFD}" dt="2026-01-24T12:35:25.985" v="231"/>
          <ac:inkMkLst>
            <pc:docMk/>
            <pc:sldMk cId="3017976546" sldId="316"/>
            <ac:inkMk id="84" creationId="{67FCF61F-6932-F070-CC67-23B1ECCA5DB7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85" creationId="{88A05B52-8BA1-A9C4-0AA8-08542B508133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86" creationId="{F6D91122-E99C-8DE4-F5DB-985351042AB6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87" creationId="{38BDF7C8-1CD2-3D52-D813-3CC4E42B7201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88" creationId="{C542EFF9-A7A6-0ECA-491D-124F30F9D38B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89" creationId="{EFED72EE-070A-34DA-BBE1-3422801F0358}"/>
          </ac:inkMkLst>
        </pc:inkChg>
        <pc:inkChg chg="add">
          <ac:chgData name="MINATI RATH ." userId="c069ce78-7b3e-49df-863c-37cd5cba8d18" providerId="ADAL" clId="{88DB0432-0257-4B9C-AC44-4607F71EAFFD}" dt="2026-01-24T12:32:12.213" v="82"/>
          <ac:inkMkLst>
            <pc:docMk/>
            <pc:sldMk cId="3017976546" sldId="316"/>
            <ac:inkMk id="90" creationId="{C3B4ACC6-F059-B0D3-6A6B-33C6347ECA2E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91" creationId="{6B141AED-5A88-0A9E-7888-DE0D41302F36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92" creationId="{F8D9AA23-520C-AAEF-16B2-CE33B1343178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93" creationId="{1BFD1BB4-B7AC-C979-F2D0-D93C9281CD50}"/>
          </ac:inkMkLst>
        </pc:inkChg>
        <pc:inkChg chg="add del">
          <ac:chgData name="MINATI RATH ." userId="c069ce78-7b3e-49df-863c-37cd5cba8d18" providerId="ADAL" clId="{88DB0432-0257-4B9C-AC44-4607F71EAFFD}" dt="2026-01-24T12:32:15.115" v="87"/>
          <ac:inkMkLst>
            <pc:docMk/>
            <pc:sldMk cId="3017976546" sldId="316"/>
            <ac:inkMk id="94" creationId="{F6C69124-99E9-B71B-C9DA-2C23D00F24EF}"/>
          </ac:inkMkLst>
        </pc:inkChg>
        <pc:inkChg chg="add del reco">
          <ac:chgData name="MINATI RATH ." userId="c069ce78-7b3e-49df-863c-37cd5cba8d18" providerId="ADAL" clId="{88DB0432-0257-4B9C-AC44-4607F71EAFFD}" dt="2026-01-24T12:35:26.010" v="261"/>
          <ac:inkMkLst>
            <pc:docMk/>
            <pc:sldMk cId="3017976546" sldId="316"/>
            <ac:inkMk id="95" creationId="{66F5C257-3B2C-D84B-7C32-2BA2C5BAA721}"/>
          </ac:inkMkLst>
        </pc:inkChg>
        <pc:inkChg chg="add del">
          <ac:chgData name="MINATI RATH ." userId="c069ce78-7b3e-49df-863c-37cd5cba8d18" providerId="ADAL" clId="{88DB0432-0257-4B9C-AC44-4607F71EAFFD}" dt="2026-01-24T12:35:25.997" v="245"/>
          <ac:inkMkLst>
            <pc:docMk/>
            <pc:sldMk cId="3017976546" sldId="316"/>
            <ac:inkMk id="96" creationId="{8F2CF356-3006-88A8-DB97-523CDD92EB46}"/>
          </ac:inkMkLst>
        </pc:inkChg>
        <pc:inkChg chg="add del">
          <ac:chgData name="MINATI RATH ." userId="c069ce78-7b3e-49df-863c-37cd5cba8d18" providerId="ADAL" clId="{88DB0432-0257-4B9C-AC44-4607F71EAFFD}" dt="2026-01-24T12:35:26.006" v="256"/>
          <ac:inkMkLst>
            <pc:docMk/>
            <pc:sldMk cId="3017976546" sldId="316"/>
            <ac:inkMk id="97" creationId="{19757666-46DA-E18C-95FA-26932D0B38DD}"/>
          </ac:inkMkLst>
        </pc:inkChg>
        <pc:inkChg chg="add del">
          <ac:chgData name="MINATI RATH ." userId="c069ce78-7b3e-49df-863c-37cd5cba8d18" providerId="ADAL" clId="{88DB0432-0257-4B9C-AC44-4607F71EAFFD}" dt="2026-01-24T12:32:28.697" v="92"/>
          <ac:inkMkLst>
            <pc:docMk/>
            <pc:sldMk cId="3017976546" sldId="316"/>
            <ac:inkMk id="98" creationId="{A3F3246C-499B-6FFF-C29C-340BF93DCA49}"/>
          </ac:inkMkLst>
        </pc:inkChg>
        <pc:inkChg chg="add del">
          <ac:chgData name="MINATI RATH ." userId="c069ce78-7b3e-49df-863c-37cd5cba8d18" providerId="ADAL" clId="{88DB0432-0257-4B9C-AC44-4607F71EAFFD}" dt="2026-01-24T12:32:28.697" v="92"/>
          <ac:inkMkLst>
            <pc:docMk/>
            <pc:sldMk cId="3017976546" sldId="316"/>
            <ac:inkMk id="99" creationId="{298C4CFA-32E3-87D8-0CDB-883298FF43B9}"/>
          </ac:inkMkLst>
        </pc:inkChg>
        <pc:inkChg chg="add del reco">
          <ac:chgData name="MINATI RATH ." userId="c069ce78-7b3e-49df-863c-37cd5cba8d18" providerId="ADAL" clId="{88DB0432-0257-4B9C-AC44-4607F71EAFFD}" dt="2026-01-24T12:35:25.989" v="235"/>
          <ac:inkMkLst>
            <pc:docMk/>
            <pc:sldMk cId="3017976546" sldId="316"/>
            <ac:inkMk id="100" creationId="{5C7EA65F-5C3F-6A46-C423-A412CFEDAB9E}"/>
          </ac:inkMkLst>
        </pc:inkChg>
        <pc:inkChg chg="add del">
          <ac:chgData name="MINATI RATH ." userId="c069ce78-7b3e-49df-863c-37cd5cba8d18" providerId="ADAL" clId="{88DB0432-0257-4B9C-AC44-4607F71EAFFD}" dt="2026-01-24T12:32:31.271" v="95"/>
          <ac:inkMkLst>
            <pc:docMk/>
            <pc:sldMk cId="3017976546" sldId="316"/>
            <ac:inkMk id="101" creationId="{A78D4D02-A99A-0E3D-FEF6-12C74C205829}"/>
          </ac:inkMkLst>
        </pc:inkChg>
        <pc:inkChg chg="add del">
          <ac:chgData name="MINATI RATH ." userId="c069ce78-7b3e-49df-863c-37cd5cba8d18" providerId="ADAL" clId="{88DB0432-0257-4B9C-AC44-4607F71EAFFD}" dt="2026-01-24T12:32:31.271" v="95"/>
          <ac:inkMkLst>
            <pc:docMk/>
            <pc:sldMk cId="3017976546" sldId="316"/>
            <ac:inkMk id="102" creationId="{6A0E0286-23BE-F817-7996-085697779E8F}"/>
          </ac:inkMkLst>
        </pc:inkChg>
        <pc:inkChg chg="add del reco">
          <ac:chgData name="MINATI RATH ." userId="c069ce78-7b3e-49df-863c-37cd5cba8d18" providerId="ADAL" clId="{88DB0432-0257-4B9C-AC44-4607F71EAFFD}" dt="2026-01-24T12:35:25.984" v="230"/>
          <ac:inkMkLst>
            <pc:docMk/>
            <pc:sldMk cId="3017976546" sldId="316"/>
            <ac:inkMk id="103" creationId="{54D64744-4B24-4F6A-0E0C-083DD162054D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04" creationId="{C3B4FAC5-4BE3-59E3-F98E-0F1E05A5354C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05" creationId="{43EAB4FC-BD4C-8F58-8DB5-26FFBE57FC79}"/>
          </ac:inkMkLst>
        </pc:inkChg>
        <pc:inkChg chg="add">
          <ac:chgData name="MINATI RATH ." userId="c069ce78-7b3e-49df-863c-37cd5cba8d18" providerId="ADAL" clId="{88DB0432-0257-4B9C-AC44-4607F71EAFFD}" dt="2026-01-24T12:32:36.764" v="98"/>
          <ac:inkMkLst>
            <pc:docMk/>
            <pc:sldMk cId="3017976546" sldId="316"/>
            <ac:inkMk id="106" creationId="{F2CC2AF4-58ED-0BFD-1560-BC3F2249C84E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07" creationId="{AF47F1E2-9C0A-73AA-B185-93CBA5B18EA7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08" creationId="{21E192BC-B98A-B891-54F5-8E0670609649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09" creationId="{17BCF7F9-5D2E-4776-45B8-CC23C53DA444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10" creationId="{5BF53392-0457-E367-E567-4EDC7C5C55A4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11" creationId="{11919091-DE8A-BC11-0A5A-6F3B3EF06909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12" creationId="{10FD19CE-72B6-0571-FF03-1410EA654C4E}"/>
          </ac:inkMkLst>
        </pc:inkChg>
        <pc:inkChg chg="add del">
          <ac:chgData name="MINATI RATH ." userId="c069ce78-7b3e-49df-863c-37cd5cba8d18" providerId="ADAL" clId="{88DB0432-0257-4B9C-AC44-4607F71EAFFD}" dt="2026-01-24T12:32:43.623" v="107"/>
          <ac:inkMkLst>
            <pc:docMk/>
            <pc:sldMk cId="3017976546" sldId="316"/>
            <ac:inkMk id="113" creationId="{F7B5134F-7C5E-E1AF-FAC1-4882E012C6B8}"/>
          </ac:inkMkLst>
        </pc:inkChg>
        <pc:inkChg chg="add">
          <ac:chgData name="MINATI RATH ." userId="c069ce78-7b3e-49df-863c-37cd5cba8d18" providerId="ADAL" clId="{88DB0432-0257-4B9C-AC44-4607F71EAFFD}" dt="2026-01-24T12:32:42.837" v="106"/>
          <ac:inkMkLst>
            <pc:docMk/>
            <pc:sldMk cId="3017976546" sldId="316"/>
            <ac:inkMk id="114" creationId="{6AF7E79E-0E1E-E2EA-D217-0A69F678B903}"/>
          </ac:inkMkLst>
        </pc:inkChg>
        <pc:inkChg chg="add del reco">
          <ac:chgData name="MINATI RATH ." userId="c069ce78-7b3e-49df-863c-37cd5cba8d18" providerId="ADAL" clId="{88DB0432-0257-4B9C-AC44-4607F71EAFFD}" dt="2026-01-24T12:35:25.990" v="236"/>
          <ac:inkMkLst>
            <pc:docMk/>
            <pc:sldMk cId="3017976546" sldId="316"/>
            <ac:inkMk id="115" creationId="{216C3FDF-7A3B-885E-615E-1E01232C1119}"/>
          </ac:inkMkLst>
        </pc:inkChg>
        <pc:inkChg chg="add del">
          <ac:chgData name="MINATI RATH ." userId="c069ce78-7b3e-49df-863c-37cd5cba8d18" providerId="ADAL" clId="{88DB0432-0257-4B9C-AC44-4607F71EAFFD}" dt="2026-01-24T12:35:25.983" v="229"/>
          <ac:inkMkLst>
            <pc:docMk/>
            <pc:sldMk cId="3017976546" sldId="316"/>
            <ac:inkMk id="116" creationId="{64B10EAD-0F2B-6A02-4D62-3B5A2E105B72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17" creationId="{BB32CB49-2038-D355-FB2A-2B7219A4A4EC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18" creationId="{7CA81CBD-D878-54FB-D407-AA6C94F55BAD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19" creationId="{FBA41EB3-A21D-59CC-221D-52F21A44012C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20" creationId="{CF4B7289-40D0-A51F-564E-C80E40E0F232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21" creationId="{352F2AD9-6109-3869-DC95-DAEBE856F7ED}"/>
          </ac:inkMkLst>
        </pc:inkChg>
        <pc:inkChg chg="add del">
          <ac:chgData name="MINATI RATH ." userId="c069ce78-7b3e-49df-863c-37cd5cba8d18" providerId="ADAL" clId="{88DB0432-0257-4B9C-AC44-4607F71EAFFD}" dt="2026-01-24T12:32:53.571" v="115"/>
          <ac:inkMkLst>
            <pc:docMk/>
            <pc:sldMk cId="3017976546" sldId="316"/>
            <ac:inkMk id="122" creationId="{B00AC8F6-3998-FDC5-7884-EE9F695EE87A}"/>
          </ac:inkMkLst>
        </pc:inkChg>
        <pc:inkChg chg="add del reco">
          <ac:chgData name="MINATI RATH ." userId="c069ce78-7b3e-49df-863c-37cd5cba8d18" providerId="ADAL" clId="{88DB0432-0257-4B9C-AC44-4607F71EAFFD}" dt="2026-01-24T12:35:26.018" v="270"/>
          <ac:inkMkLst>
            <pc:docMk/>
            <pc:sldMk cId="3017976546" sldId="316"/>
            <ac:inkMk id="123" creationId="{8B693FF3-5CA5-0D93-A02D-EAA37961DE68}"/>
          </ac:inkMkLst>
        </pc:inkChg>
        <pc:inkChg chg="add del reco">
          <ac:chgData name="MINATI RATH ." userId="c069ce78-7b3e-49df-863c-37cd5cba8d18" providerId="ADAL" clId="{88DB0432-0257-4B9C-AC44-4607F71EAFFD}" dt="2026-01-24T12:35:25.995" v="243"/>
          <ac:inkMkLst>
            <pc:docMk/>
            <pc:sldMk cId="3017976546" sldId="316"/>
            <ac:inkMk id="124" creationId="{21E0CBA7-5F64-39CB-ADA5-EE61EABE4336}"/>
          </ac:inkMkLst>
        </pc:inkChg>
        <pc:inkChg chg="add del">
          <ac:chgData name="MINATI RATH ." userId="c069ce78-7b3e-49df-863c-37cd5cba8d18" providerId="ADAL" clId="{88DB0432-0257-4B9C-AC44-4607F71EAFFD}" dt="2026-01-24T12:32:58.468" v="118"/>
          <ac:inkMkLst>
            <pc:docMk/>
            <pc:sldMk cId="3017976546" sldId="316"/>
            <ac:inkMk id="125" creationId="{A4790BC0-11BD-90A5-CB12-3BFC17D97346}"/>
          </ac:inkMkLst>
        </pc:inkChg>
        <pc:inkChg chg="add del">
          <ac:chgData name="MINATI RATH ." userId="c069ce78-7b3e-49df-863c-37cd5cba8d18" providerId="ADAL" clId="{88DB0432-0257-4B9C-AC44-4607F71EAFFD}" dt="2026-01-24T12:32:58.468" v="118"/>
          <ac:inkMkLst>
            <pc:docMk/>
            <pc:sldMk cId="3017976546" sldId="316"/>
            <ac:inkMk id="126" creationId="{B09BE301-6CCC-05BD-E980-9F3E891467DF}"/>
          </ac:inkMkLst>
        </pc:inkChg>
        <pc:inkChg chg="add del reco">
          <ac:chgData name="MINATI RATH ." userId="c069ce78-7b3e-49df-863c-37cd5cba8d18" providerId="ADAL" clId="{88DB0432-0257-4B9C-AC44-4607F71EAFFD}" dt="2026-01-24T12:35:26.014" v="265"/>
          <ac:inkMkLst>
            <pc:docMk/>
            <pc:sldMk cId="3017976546" sldId="316"/>
            <ac:inkMk id="127" creationId="{D05382E1-30A2-6A44-9D08-EF7009212FBA}"/>
          </ac:inkMkLst>
        </pc:inkChg>
        <pc:inkChg chg="add del">
          <ac:chgData name="MINATI RATH ." userId="c069ce78-7b3e-49df-863c-37cd5cba8d18" providerId="ADAL" clId="{88DB0432-0257-4B9C-AC44-4607F71EAFFD}" dt="2026-01-24T12:33:01.800" v="121"/>
          <ac:inkMkLst>
            <pc:docMk/>
            <pc:sldMk cId="3017976546" sldId="316"/>
            <ac:inkMk id="128" creationId="{DD3B8A21-77E2-56F5-F7EC-94A1E02F5F67}"/>
          </ac:inkMkLst>
        </pc:inkChg>
        <pc:inkChg chg="add del">
          <ac:chgData name="MINATI RATH ." userId="c069ce78-7b3e-49df-863c-37cd5cba8d18" providerId="ADAL" clId="{88DB0432-0257-4B9C-AC44-4607F71EAFFD}" dt="2026-01-24T12:33:01.800" v="121"/>
          <ac:inkMkLst>
            <pc:docMk/>
            <pc:sldMk cId="3017976546" sldId="316"/>
            <ac:inkMk id="129" creationId="{CBAEC7EC-040B-5C7D-F3CF-3213D6FAFB15}"/>
          </ac:inkMkLst>
        </pc:inkChg>
        <pc:inkChg chg="add del reco">
          <ac:chgData name="MINATI RATH ." userId="c069ce78-7b3e-49df-863c-37cd5cba8d18" providerId="ADAL" clId="{88DB0432-0257-4B9C-AC44-4607F71EAFFD}" dt="2026-01-24T12:35:26.001" v="250"/>
          <ac:inkMkLst>
            <pc:docMk/>
            <pc:sldMk cId="3017976546" sldId="316"/>
            <ac:inkMk id="130" creationId="{D8DF6865-A50C-1927-06A1-B7E651CEE91A}"/>
          </ac:inkMkLst>
        </pc:inkChg>
        <pc:inkChg chg="add del">
          <ac:chgData name="MINATI RATH ." userId="c069ce78-7b3e-49df-863c-37cd5cba8d18" providerId="ADAL" clId="{88DB0432-0257-4B9C-AC44-4607F71EAFFD}" dt="2026-01-24T12:33:11.035" v="124"/>
          <ac:inkMkLst>
            <pc:docMk/>
            <pc:sldMk cId="3017976546" sldId="316"/>
            <ac:inkMk id="131" creationId="{CC1A1EF0-4687-4A46-897A-337BD9020462}"/>
          </ac:inkMkLst>
        </pc:inkChg>
        <pc:inkChg chg="add del">
          <ac:chgData name="MINATI RATH ." userId="c069ce78-7b3e-49df-863c-37cd5cba8d18" providerId="ADAL" clId="{88DB0432-0257-4B9C-AC44-4607F71EAFFD}" dt="2026-01-24T12:33:11.035" v="124"/>
          <ac:inkMkLst>
            <pc:docMk/>
            <pc:sldMk cId="3017976546" sldId="316"/>
            <ac:inkMk id="132" creationId="{5BEEC9E6-09EB-127B-2B8A-1FDB7642BDD8}"/>
          </ac:inkMkLst>
        </pc:inkChg>
        <pc:inkChg chg="add del reco">
          <ac:chgData name="MINATI RATH ." userId="c069ce78-7b3e-49df-863c-37cd5cba8d18" providerId="ADAL" clId="{88DB0432-0257-4B9C-AC44-4607F71EAFFD}" dt="2026-01-24T12:35:26.005" v="255"/>
          <ac:inkMkLst>
            <pc:docMk/>
            <pc:sldMk cId="3017976546" sldId="316"/>
            <ac:inkMk id="133" creationId="{1EF39BE7-C085-329C-BD41-E37D4CC1076D}"/>
          </ac:inkMkLst>
        </pc:inkChg>
        <pc:inkChg chg="add del">
          <ac:chgData name="MINATI RATH ." userId="c069ce78-7b3e-49df-863c-37cd5cba8d18" providerId="ADAL" clId="{88DB0432-0257-4B9C-AC44-4607F71EAFFD}" dt="2026-01-24T12:33:15.333" v="129"/>
          <ac:inkMkLst>
            <pc:docMk/>
            <pc:sldMk cId="3017976546" sldId="316"/>
            <ac:inkMk id="134" creationId="{0C113B16-780B-B032-0679-90A028FBB04B}"/>
          </ac:inkMkLst>
        </pc:inkChg>
        <pc:inkChg chg="add del">
          <ac:chgData name="MINATI RATH ." userId="c069ce78-7b3e-49df-863c-37cd5cba8d18" providerId="ADAL" clId="{88DB0432-0257-4B9C-AC44-4607F71EAFFD}" dt="2026-01-24T12:33:15.333" v="129"/>
          <ac:inkMkLst>
            <pc:docMk/>
            <pc:sldMk cId="3017976546" sldId="316"/>
            <ac:inkMk id="135" creationId="{F19598EA-D983-B06F-4691-3B1E64B500BE}"/>
          </ac:inkMkLst>
        </pc:inkChg>
        <pc:inkChg chg="add del">
          <ac:chgData name="MINATI RATH ." userId="c069ce78-7b3e-49df-863c-37cd5cba8d18" providerId="ADAL" clId="{88DB0432-0257-4B9C-AC44-4607F71EAFFD}" dt="2026-01-24T12:33:15.333" v="129"/>
          <ac:inkMkLst>
            <pc:docMk/>
            <pc:sldMk cId="3017976546" sldId="316"/>
            <ac:inkMk id="136" creationId="{AFAE1300-9C1E-F12D-83BA-C965C22A392F}"/>
          </ac:inkMkLst>
        </pc:inkChg>
        <pc:inkChg chg="add del">
          <ac:chgData name="MINATI RATH ." userId="c069ce78-7b3e-49df-863c-37cd5cba8d18" providerId="ADAL" clId="{88DB0432-0257-4B9C-AC44-4607F71EAFFD}" dt="2026-01-24T12:33:15.333" v="129"/>
          <ac:inkMkLst>
            <pc:docMk/>
            <pc:sldMk cId="3017976546" sldId="316"/>
            <ac:inkMk id="137" creationId="{47B1EC21-48EA-B382-6E79-C0DE61553339}"/>
          </ac:inkMkLst>
        </pc:inkChg>
        <pc:inkChg chg="add del reco">
          <ac:chgData name="MINATI RATH ." userId="c069ce78-7b3e-49df-863c-37cd5cba8d18" providerId="ADAL" clId="{88DB0432-0257-4B9C-AC44-4607F71EAFFD}" dt="2026-01-24T12:35:26.009" v="260"/>
          <ac:inkMkLst>
            <pc:docMk/>
            <pc:sldMk cId="3017976546" sldId="316"/>
            <ac:inkMk id="138" creationId="{CB161C52-E1CC-9DE1-62FB-86F4206ECE60}"/>
          </ac:inkMkLst>
        </pc:inkChg>
        <pc:inkChg chg="add del reco">
          <ac:chgData name="MINATI RATH ." userId="c069ce78-7b3e-49df-863c-37cd5cba8d18" providerId="ADAL" clId="{88DB0432-0257-4B9C-AC44-4607F71EAFFD}" dt="2026-01-24T12:35:26.018" v="271"/>
          <ac:inkMkLst>
            <pc:docMk/>
            <pc:sldMk cId="3017976546" sldId="316"/>
            <ac:inkMk id="139" creationId="{16ED1BF1-AB5F-885C-A23E-9F889E77936C}"/>
          </ac:inkMkLst>
        </pc:inkChg>
        <pc:inkChg chg="add del">
          <ac:chgData name="MINATI RATH ." userId="c069ce78-7b3e-49df-863c-37cd5cba8d18" providerId="ADAL" clId="{88DB0432-0257-4B9C-AC44-4607F71EAFFD}" dt="2026-01-24T12:35:25.993" v="240"/>
          <ac:inkMkLst>
            <pc:docMk/>
            <pc:sldMk cId="3017976546" sldId="316"/>
            <ac:inkMk id="140" creationId="{9B1569F9-9A2E-A283-37B1-0FD656306B77}"/>
          </ac:inkMkLst>
        </pc:inkChg>
        <pc:inkChg chg="add del">
          <ac:chgData name="MINATI RATH ." userId="c069ce78-7b3e-49df-863c-37cd5cba8d18" providerId="ADAL" clId="{88DB0432-0257-4B9C-AC44-4607F71EAFFD}" dt="2026-01-24T12:35:25.982" v="228"/>
          <ac:inkMkLst>
            <pc:docMk/>
            <pc:sldMk cId="3017976546" sldId="316"/>
            <ac:inkMk id="141" creationId="{5D16A980-78CA-ECA6-4E82-5EF65D77F24D}"/>
          </ac:inkMkLst>
        </pc:inkChg>
        <pc:inkChg chg="add del">
          <ac:chgData name="MINATI RATH ." userId="c069ce78-7b3e-49df-863c-37cd5cba8d18" providerId="ADAL" clId="{88DB0432-0257-4B9C-AC44-4607F71EAFFD}" dt="2026-01-24T12:33:19.978" v="134"/>
          <ac:inkMkLst>
            <pc:docMk/>
            <pc:sldMk cId="3017976546" sldId="316"/>
            <ac:inkMk id="142" creationId="{16675D14-4F13-F244-1F73-552699A623C4}"/>
          </ac:inkMkLst>
        </pc:inkChg>
        <pc:inkChg chg="add del">
          <ac:chgData name="MINATI RATH ." userId="c069ce78-7b3e-49df-863c-37cd5cba8d18" providerId="ADAL" clId="{88DB0432-0257-4B9C-AC44-4607F71EAFFD}" dt="2026-01-24T12:33:19.978" v="134"/>
          <ac:inkMkLst>
            <pc:docMk/>
            <pc:sldMk cId="3017976546" sldId="316"/>
            <ac:inkMk id="143" creationId="{080E40DC-1D67-8C40-CCF1-5E94395E650C}"/>
          </ac:inkMkLst>
        </pc:inkChg>
        <pc:inkChg chg="add del reco">
          <ac:chgData name="MINATI RATH ." userId="c069ce78-7b3e-49df-863c-37cd5cba8d18" providerId="ADAL" clId="{88DB0432-0257-4B9C-AC44-4607F71EAFFD}" dt="2026-01-24T12:35:25.988" v="234"/>
          <ac:inkMkLst>
            <pc:docMk/>
            <pc:sldMk cId="3017976546" sldId="316"/>
            <ac:inkMk id="144" creationId="{FBB4AFD3-25CA-1FD9-3DD3-8910F320FACE}"/>
          </ac:inkMkLst>
        </pc:inkChg>
        <pc:inkChg chg="add del">
          <ac:chgData name="MINATI RATH ." userId="c069ce78-7b3e-49df-863c-37cd5cba8d18" providerId="ADAL" clId="{88DB0432-0257-4B9C-AC44-4607F71EAFFD}" dt="2026-01-24T12:33:38.664" v="140"/>
          <ac:inkMkLst>
            <pc:docMk/>
            <pc:sldMk cId="3017976546" sldId="316"/>
            <ac:inkMk id="145" creationId="{864DBA63-26B5-539F-9575-826BAD450DFD}"/>
          </ac:inkMkLst>
        </pc:inkChg>
        <pc:inkChg chg="add del">
          <ac:chgData name="MINATI RATH ." userId="c069ce78-7b3e-49df-863c-37cd5cba8d18" providerId="ADAL" clId="{88DB0432-0257-4B9C-AC44-4607F71EAFFD}" dt="2026-01-24T12:33:38.664" v="140"/>
          <ac:inkMkLst>
            <pc:docMk/>
            <pc:sldMk cId="3017976546" sldId="316"/>
            <ac:inkMk id="146" creationId="{225EDD80-41E7-556E-83F7-106902FE4C7F}"/>
          </ac:inkMkLst>
        </pc:inkChg>
        <pc:inkChg chg="add del">
          <ac:chgData name="MINATI RATH ." userId="c069ce78-7b3e-49df-863c-37cd5cba8d18" providerId="ADAL" clId="{88DB0432-0257-4B9C-AC44-4607F71EAFFD}" dt="2026-01-24T12:33:38.664" v="140"/>
          <ac:inkMkLst>
            <pc:docMk/>
            <pc:sldMk cId="3017976546" sldId="316"/>
            <ac:inkMk id="147" creationId="{5C7B9A1F-6643-75C9-594A-3602F58A550A}"/>
          </ac:inkMkLst>
        </pc:inkChg>
        <pc:inkChg chg="add del">
          <ac:chgData name="MINATI RATH ." userId="c069ce78-7b3e-49df-863c-37cd5cba8d18" providerId="ADAL" clId="{88DB0432-0257-4B9C-AC44-4607F71EAFFD}" dt="2026-01-24T12:33:38.664" v="140"/>
          <ac:inkMkLst>
            <pc:docMk/>
            <pc:sldMk cId="3017976546" sldId="316"/>
            <ac:inkMk id="148" creationId="{DDC5B12E-FE7F-DA95-880B-10DB893BB244}"/>
          </ac:inkMkLst>
        </pc:inkChg>
        <pc:inkChg chg="add del">
          <ac:chgData name="MINATI RATH ." userId="c069ce78-7b3e-49df-863c-37cd5cba8d18" providerId="ADAL" clId="{88DB0432-0257-4B9C-AC44-4607F71EAFFD}" dt="2026-01-24T12:33:38.664" v="140"/>
          <ac:inkMkLst>
            <pc:docMk/>
            <pc:sldMk cId="3017976546" sldId="316"/>
            <ac:inkMk id="149" creationId="{9C7E1F7E-F3E0-C951-4691-3C0702D8A11D}"/>
          </ac:inkMkLst>
        </pc:inkChg>
        <pc:inkChg chg="add del reco">
          <ac:chgData name="MINATI RATH ." userId="c069ce78-7b3e-49df-863c-37cd5cba8d18" providerId="ADAL" clId="{88DB0432-0257-4B9C-AC44-4607F71EAFFD}" dt="2026-01-24T12:35:25.998" v="246"/>
          <ac:inkMkLst>
            <pc:docMk/>
            <pc:sldMk cId="3017976546" sldId="316"/>
            <ac:inkMk id="150" creationId="{8694E725-A78A-067B-15AB-7D805BBE524D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1" creationId="{88B22CF8-5727-A260-C323-BAEE3B9AB6F8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2" creationId="{0DE3AC69-F232-A2CF-988F-E68A462263C7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3" creationId="{288B7958-F0CF-5A68-FD8F-4BB67ED10C3F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4" creationId="{926274DB-6352-749D-FB4E-E3B15EF418FA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5" creationId="{7B66CF90-F653-16DF-AFE4-3595EE658E1C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6" creationId="{63FDF145-4D4E-968A-8017-37AA03797585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7" creationId="{90D7715F-F332-6383-18FF-F18541BF5B70}"/>
          </ac:inkMkLst>
        </pc:inkChg>
        <pc:inkChg chg="add del">
          <ac:chgData name="MINATI RATH ." userId="c069ce78-7b3e-49df-863c-37cd5cba8d18" providerId="ADAL" clId="{88DB0432-0257-4B9C-AC44-4607F71EAFFD}" dt="2026-01-24T12:33:43.754" v="149"/>
          <ac:inkMkLst>
            <pc:docMk/>
            <pc:sldMk cId="3017976546" sldId="316"/>
            <ac:inkMk id="158" creationId="{C0DEFCB6-DB18-354A-2890-C53F764AEA0D}"/>
          </ac:inkMkLst>
        </pc:inkChg>
        <pc:inkChg chg="add del reco">
          <ac:chgData name="MINATI RATH ." userId="c069ce78-7b3e-49df-863c-37cd5cba8d18" providerId="ADAL" clId="{88DB0432-0257-4B9C-AC44-4607F71EAFFD}" dt="2026-01-24T12:35:26.016" v="268"/>
          <ac:inkMkLst>
            <pc:docMk/>
            <pc:sldMk cId="3017976546" sldId="316"/>
            <ac:inkMk id="159" creationId="{6617B434-EF60-2D96-3C97-9DBA525B72B6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0" creationId="{090E718A-D8A9-5FB8-A5FE-89A264E7687A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1" creationId="{12BDFC4C-0FD8-61AD-719C-119BCF2F1BF2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2" creationId="{D24481D1-6940-9C8E-358C-ECEA5A6F88F5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3" creationId="{30A9AEEB-E6F5-F197-D243-194B93DDFCA1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4" creationId="{2A72BF7E-8910-AFA2-2157-D349D3945ECC}"/>
          </ac:inkMkLst>
        </pc:inkChg>
        <pc:inkChg chg="add del">
          <ac:chgData name="MINATI RATH ." userId="c069ce78-7b3e-49df-863c-37cd5cba8d18" providerId="ADAL" clId="{88DB0432-0257-4B9C-AC44-4607F71EAFFD}" dt="2026-01-24T12:33:48.113" v="156"/>
          <ac:inkMkLst>
            <pc:docMk/>
            <pc:sldMk cId="3017976546" sldId="316"/>
            <ac:inkMk id="165" creationId="{C2BC7D67-B886-BA2C-E423-C79B6C9EBA1F}"/>
          </ac:inkMkLst>
        </pc:inkChg>
        <pc:inkChg chg="add del reco">
          <ac:chgData name="MINATI RATH ." userId="c069ce78-7b3e-49df-863c-37cd5cba8d18" providerId="ADAL" clId="{88DB0432-0257-4B9C-AC44-4607F71EAFFD}" dt="2026-01-24T12:35:26.003" v="252"/>
          <ac:inkMkLst>
            <pc:docMk/>
            <pc:sldMk cId="3017976546" sldId="316"/>
            <ac:inkMk id="166" creationId="{6DD8AE03-87FC-DBDC-7E3C-F23D8066E87F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67" creationId="{434785E7-9C76-EC97-905D-65EE228A10BC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68" creationId="{6BB39F6C-AF0B-CBB3-0331-665FC5921EE5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69" creationId="{C2A52EE5-210A-EC7A-F60A-A0348574C520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70" creationId="{7F9C7ED6-A55A-891B-F0E1-7C861DB49269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71" creationId="{18C98F8D-D935-82F1-7CE7-564FE04B4C1A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72" creationId="{DE19EAE4-65A8-39E6-8914-A26977103136}"/>
          </ac:inkMkLst>
        </pc:inkChg>
        <pc:inkChg chg="add del">
          <ac:chgData name="MINATI RATH ." userId="c069ce78-7b3e-49df-863c-37cd5cba8d18" providerId="ADAL" clId="{88DB0432-0257-4B9C-AC44-4607F71EAFFD}" dt="2026-01-24T12:33:53.770" v="164"/>
          <ac:inkMkLst>
            <pc:docMk/>
            <pc:sldMk cId="3017976546" sldId="316"/>
            <ac:inkMk id="173" creationId="{EC5C58CF-D22D-4A5F-70A6-CEB85EB9F906}"/>
          </ac:inkMkLst>
        </pc:inkChg>
        <pc:inkChg chg="add mod reco modStrokes">
          <ac:chgData name="MINATI RATH ." userId="c069ce78-7b3e-49df-863c-37cd5cba8d18" providerId="ADAL" clId="{88DB0432-0257-4B9C-AC44-4607F71EAFFD}" dt="2026-01-24T12:35:27.331" v="275"/>
          <ac:inkMkLst>
            <pc:docMk/>
            <pc:sldMk cId="3017976546" sldId="316"/>
            <ac:inkMk id="174" creationId="{985E5993-7361-65D4-2135-C6CABCE30F9B}"/>
          </ac:inkMkLst>
        </pc:inkChg>
        <pc:inkChg chg="add del">
          <ac:chgData name="MINATI RATH ." userId="c069ce78-7b3e-49df-863c-37cd5cba8d18" providerId="ADAL" clId="{88DB0432-0257-4B9C-AC44-4607F71EAFFD}" dt="2026-01-24T12:33:55.305" v="167"/>
          <ac:inkMkLst>
            <pc:docMk/>
            <pc:sldMk cId="3017976546" sldId="316"/>
            <ac:inkMk id="175" creationId="{B3EDAA23-48B1-38E6-E92A-CA7A9A9478A7}"/>
          </ac:inkMkLst>
        </pc:inkChg>
        <pc:inkChg chg="add del">
          <ac:chgData name="MINATI RATH ." userId="c069ce78-7b3e-49df-863c-37cd5cba8d18" providerId="ADAL" clId="{88DB0432-0257-4B9C-AC44-4607F71EAFFD}" dt="2026-01-24T12:33:55.305" v="167"/>
          <ac:inkMkLst>
            <pc:docMk/>
            <pc:sldMk cId="3017976546" sldId="316"/>
            <ac:inkMk id="176" creationId="{D01184C9-C63D-C5DC-0BD4-9DEEF7F41DB3}"/>
          </ac:inkMkLst>
        </pc:inkChg>
        <pc:inkChg chg="add del reco">
          <ac:chgData name="MINATI RATH ." userId="c069ce78-7b3e-49df-863c-37cd5cba8d18" providerId="ADAL" clId="{88DB0432-0257-4B9C-AC44-4607F71EAFFD}" dt="2026-01-24T12:35:25.987" v="233"/>
          <ac:inkMkLst>
            <pc:docMk/>
            <pc:sldMk cId="3017976546" sldId="316"/>
            <ac:inkMk id="177" creationId="{9AB2EADB-5B05-0104-CC42-50E18ACA28DD}"/>
          </ac:inkMkLst>
        </pc:inkChg>
        <pc:inkChg chg="add del">
          <ac:chgData name="MINATI RATH ." userId="c069ce78-7b3e-49df-863c-37cd5cba8d18" providerId="ADAL" clId="{88DB0432-0257-4B9C-AC44-4607F71EAFFD}" dt="2026-01-24T12:33:57.247" v="170"/>
          <ac:inkMkLst>
            <pc:docMk/>
            <pc:sldMk cId="3017976546" sldId="316"/>
            <ac:inkMk id="178" creationId="{5D83D9C6-2892-878F-511A-91F75DFC8A06}"/>
          </ac:inkMkLst>
        </pc:inkChg>
        <pc:inkChg chg="add del">
          <ac:chgData name="MINATI RATH ." userId="c069ce78-7b3e-49df-863c-37cd5cba8d18" providerId="ADAL" clId="{88DB0432-0257-4B9C-AC44-4607F71EAFFD}" dt="2026-01-24T12:33:57.247" v="170"/>
          <ac:inkMkLst>
            <pc:docMk/>
            <pc:sldMk cId="3017976546" sldId="316"/>
            <ac:inkMk id="179" creationId="{5AC8E950-5124-C509-E920-5653D821172D}"/>
          </ac:inkMkLst>
        </pc:inkChg>
        <pc:inkChg chg="add del reco">
          <ac:chgData name="MINATI RATH ." userId="c069ce78-7b3e-49df-863c-37cd5cba8d18" providerId="ADAL" clId="{88DB0432-0257-4B9C-AC44-4607F71EAFFD}" dt="2026-01-24T12:35:25.994" v="241"/>
          <ac:inkMkLst>
            <pc:docMk/>
            <pc:sldMk cId="3017976546" sldId="316"/>
            <ac:inkMk id="180" creationId="{1F1BC9E8-410F-BBB1-E933-BA3C2376DC0E}"/>
          </ac:inkMkLst>
        </pc:inkChg>
        <pc:inkChg chg="add del">
          <ac:chgData name="MINATI RATH ." userId="c069ce78-7b3e-49df-863c-37cd5cba8d18" providerId="ADAL" clId="{88DB0432-0257-4B9C-AC44-4607F71EAFFD}" dt="2026-01-24T12:34:02.993" v="173"/>
          <ac:inkMkLst>
            <pc:docMk/>
            <pc:sldMk cId="3017976546" sldId="316"/>
            <ac:inkMk id="181" creationId="{AD6498EC-3D0E-C511-AFA2-F5A4AFB70BF1}"/>
          </ac:inkMkLst>
        </pc:inkChg>
        <pc:inkChg chg="add del">
          <ac:chgData name="MINATI RATH ." userId="c069ce78-7b3e-49df-863c-37cd5cba8d18" providerId="ADAL" clId="{88DB0432-0257-4B9C-AC44-4607F71EAFFD}" dt="2026-01-24T12:34:02.993" v="173"/>
          <ac:inkMkLst>
            <pc:docMk/>
            <pc:sldMk cId="3017976546" sldId="316"/>
            <ac:inkMk id="182" creationId="{7E2CD82C-BD91-2FE4-C31E-A28F5B00B1A3}"/>
          </ac:inkMkLst>
        </pc:inkChg>
        <pc:inkChg chg="add del reco">
          <ac:chgData name="MINATI RATH ." userId="c069ce78-7b3e-49df-863c-37cd5cba8d18" providerId="ADAL" clId="{88DB0432-0257-4B9C-AC44-4607F71EAFFD}" dt="2026-01-24T12:35:26.005" v="254"/>
          <ac:inkMkLst>
            <pc:docMk/>
            <pc:sldMk cId="3017976546" sldId="316"/>
            <ac:inkMk id="183" creationId="{38254EAB-3AA8-3429-E682-E14A15A8D7BE}"/>
          </ac:inkMkLst>
        </pc:inkChg>
        <pc:inkChg chg="add del">
          <ac:chgData name="MINATI RATH ." userId="c069ce78-7b3e-49df-863c-37cd5cba8d18" providerId="ADAL" clId="{88DB0432-0257-4B9C-AC44-4607F71EAFFD}" dt="2026-01-24T12:34:09.319" v="177"/>
          <ac:inkMkLst>
            <pc:docMk/>
            <pc:sldMk cId="3017976546" sldId="316"/>
            <ac:inkMk id="184" creationId="{D9DA92AD-959F-1515-C32F-A68E40623E10}"/>
          </ac:inkMkLst>
        </pc:inkChg>
        <pc:inkChg chg="add del">
          <ac:chgData name="MINATI RATH ." userId="c069ce78-7b3e-49df-863c-37cd5cba8d18" providerId="ADAL" clId="{88DB0432-0257-4B9C-AC44-4607F71EAFFD}" dt="2026-01-24T12:34:09.319" v="177"/>
          <ac:inkMkLst>
            <pc:docMk/>
            <pc:sldMk cId="3017976546" sldId="316"/>
            <ac:inkMk id="185" creationId="{A92CF8B7-21C0-EFF9-99B9-B2288D0AC6B1}"/>
          </ac:inkMkLst>
        </pc:inkChg>
        <pc:inkChg chg="add del">
          <ac:chgData name="MINATI RATH ." userId="c069ce78-7b3e-49df-863c-37cd5cba8d18" providerId="ADAL" clId="{88DB0432-0257-4B9C-AC44-4607F71EAFFD}" dt="2026-01-24T12:34:09.319" v="177"/>
          <ac:inkMkLst>
            <pc:docMk/>
            <pc:sldMk cId="3017976546" sldId="316"/>
            <ac:inkMk id="186" creationId="{B13A3C32-2CCF-2937-35A4-BEA2117C3168}"/>
          </ac:inkMkLst>
        </pc:inkChg>
        <pc:inkChg chg="add del reco">
          <ac:chgData name="MINATI RATH ." userId="c069ce78-7b3e-49df-863c-37cd5cba8d18" providerId="ADAL" clId="{88DB0432-0257-4B9C-AC44-4607F71EAFFD}" dt="2026-01-24T12:35:26" v="249"/>
          <ac:inkMkLst>
            <pc:docMk/>
            <pc:sldMk cId="3017976546" sldId="316"/>
            <ac:inkMk id="187" creationId="{6A934A72-1F76-061F-AC0F-FDC09AACCB15}"/>
          </ac:inkMkLst>
        </pc:inkChg>
        <pc:inkChg chg="add">
          <ac:chgData name="MINATI RATH ." userId="c069ce78-7b3e-49df-863c-37cd5cba8d18" providerId="ADAL" clId="{88DB0432-0257-4B9C-AC44-4607F71EAFFD}" dt="2026-01-24T12:34:09.614" v="178"/>
          <ac:inkMkLst>
            <pc:docMk/>
            <pc:sldMk cId="3017976546" sldId="316"/>
            <ac:inkMk id="188" creationId="{1DE9CE64-9893-92D1-45A9-37F591D0944F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89" creationId="{A703297E-5565-7CEB-AFB5-E288AFF0B309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0" creationId="{F246CE6E-0E71-DA29-5E7D-AC839ECCA815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1" creationId="{5D876A45-C969-3832-4F21-4C8C8B220A5B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2" creationId="{5042BF82-0495-ACD1-93F0-7A92AEB6FD9B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3" creationId="{85E30CB3-385C-5349-243F-9E31DDBBE5CB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4" creationId="{65C18414-1CD4-EADE-A858-2862E016C455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5" creationId="{DE3D140C-16DD-704F-51D8-C41C6F85F5F0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6" creationId="{7324BF32-00D9-0E8A-DA69-E3F8C613A888}"/>
          </ac:inkMkLst>
        </pc:inkChg>
        <pc:inkChg chg="add del">
          <ac:chgData name="MINATI RATH ." userId="c069ce78-7b3e-49df-863c-37cd5cba8d18" providerId="ADAL" clId="{88DB0432-0257-4B9C-AC44-4607F71EAFFD}" dt="2026-01-24T12:34:16.004" v="188"/>
          <ac:inkMkLst>
            <pc:docMk/>
            <pc:sldMk cId="3017976546" sldId="316"/>
            <ac:inkMk id="197" creationId="{ED970C63-2BA2-A821-1AFD-894C16031E89}"/>
          </ac:inkMkLst>
        </pc:inkChg>
        <pc:inkChg chg="add mod reco modStrokes">
          <ac:chgData name="MINATI RATH ." userId="c069ce78-7b3e-49df-863c-37cd5cba8d18" providerId="ADAL" clId="{88DB0432-0257-4B9C-AC44-4607F71EAFFD}" dt="2026-01-24T12:35:25.995" v="242"/>
          <ac:inkMkLst>
            <pc:docMk/>
            <pc:sldMk cId="3017976546" sldId="316"/>
            <ac:inkMk id="198" creationId="{4AE57148-BBFC-22ED-A931-393DD9FCAFFE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199" creationId="{E6F5E9CD-E493-E6A7-2D9B-480D6785EC91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0" creationId="{2BEE2178-DD57-6C9F-913C-D91915B82900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1" creationId="{55A797C2-231B-3CE9-2125-D29C92C3707C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2" creationId="{254C011B-1892-B16B-13E9-A723AA977715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3" creationId="{1A076725-7870-0EFF-96E0-6D1794422E38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4" creationId="{1FD3EA3C-9B37-5720-F040-86B00E6E33A9}"/>
          </ac:inkMkLst>
        </pc:inkChg>
        <pc:inkChg chg="add del">
          <ac:chgData name="MINATI RATH ." userId="c069ce78-7b3e-49df-863c-37cd5cba8d18" providerId="ADAL" clId="{88DB0432-0257-4B9C-AC44-4607F71EAFFD}" dt="2026-01-24T12:34:23.048" v="196"/>
          <ac:inkMkLst>
            <pc:docMk/>
            <pc:sldMk cId="3017976546" sldId="316"/>
            <ac:inkMk id="205" creationId="{840BE6A8-2DCF-59F9-D152-5C330DD410FB}"/>
          </ac:inkMkLst>
        </pc:inkChg>
        <pc:inkChg chg="add del reco">
          <ac:chgData name="MINATI RATH ." userId="c069ce78-7b3e-49df-863c-37cd5cba8d18" providerId="ADAL" clId="{88DB0432-0257-4B9C-AC44-4607F71EAFFD}" dt="2026-01-24T12:35:26.013" v="264"/>
          <ac:inkMkLst>
            <pc:docMk/>
            <pc:sldMk cId="3017976546" sldId="316"/>
            <ac:inkMk id="206" creationId="{736931D9-AE90-A570-BF4D-EDC620DFA310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07" creationId="{46F04F8D-8309-BEE0-C0AD-0596697D354C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08" creationId="{5C189AD6-4348-A4CB-FE0B-984D2D2F3707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09" creationId="{99243083-CFD0-ABFC-D9AD-B50D5303A7CB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10" creationId="{7C142F3F-D3BF-1AF2-D1BE-F73D129CCC07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11" creationId="{59D152C9-4387-73F9-9654-4CBD828AE204}"/>
          </ac:inkMkLst>
        </pc:inkChg>
        <pc:inkChg chg="add del">
          <ac:chgData name="MINATI RATH ." userId="c069ce78-7b3e-49df-863c-37cd5cba8d18" providerId="ADAL" clId="{88DB0432-0257-4B9C-AC44-4607F71EAFFD}" dt="2026-01-24T12:34:27.375" v="203"/>
          <ac:inkMkLst>
            <pc:docMk/>
            <pc:sldMk cId="3017976546" sldId="316"/>
            <ac:inkMk id="212" creationId="{954E5192-BF96-2EF2-E77C-21EE062E95B0}"/>
          </ac:inkMkLst>
        </pc:inkChg>
        <pc:inkChg chg="add del reco">
          <ac:chgData name="MINATI RATH ." userId="c069ce78-7b3e-49df-863c-37cd5cba8d18" providerId="ADAL" clId="{88DB0432-0257-4B9C-AC44-4607F71EAFFD}" dt="2026-01-24T12:35:25.999" v="247"/>
          <ac:inkMkLst>
            <pc:docMk/>
            <pc:sldMk cId="3017976546" sldId="316"/>
            <ac:inkMk id="213" creationId="{DD01C2BA-4581-151B-C853-8AC599721058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4" creationId="{17D192C6-94B4-8FC4-8F0A-AADF93D4C34B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5" creationId="{568CBDCB-7284-B66B-5186-801366088761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6" creationId="{E8A6407D-7119-3396-CFD7-ED86BDA763DC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7" creationId="{5A0CDE18-B054-F337-884C-A19F67311FD1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8" creationId="{22B8FB51-FCD8-F7E0-A297-1BE3132E0792}"/>
          </ac:inkMkLst>
        </pc:inkChg>
        <pc:inkChg chg="add del">
          <ac:chgData name="MINATI RATH ." userId="c069ce78-7b3e-49df-863c-37cd5cba8d18" providerId="ADAL" clId="{88DB0432-0257-4B9C-AC44-4607F71EAFFD}" dt="2026-01-24T12:34:33.523" v="210"/>
          <ac:inkMkLst>
            <pc:docMk/>
            <pc:sldMk cId="3017976546" sldId="316"/>
            <ac:inkMk id="219" creationId="{795A88AF-23BB-3FEB-B5DC-6716C20C40A0}"/>
          </ac:inkMkLst>
        </pc:inkChg>
        <pc:inkChg chg="add mod reco modStrokes">
          <ac:chgData name="MINATI RATH ." userId="c069ce78-7b3e-49df-863c-37cd5cba8d18" providerId="ADAL" clId="{88DB0432-0257-4B9C-AC44-4607F71EAFFD}" dt="2026-01-24T12:35:25.999" v="248"/>
          <ac:inkMkLst>
            <pc:docMk/>
            <pc:sldMk cId="3017976546" sldId="316"/>
            <ac:inkMk id="220" creationId="{62E35F20-C510-9891-5D73-FC44AF03A004}"/>
          </ac:inkMkLst>
        </pc:inkChg>
        <pc:inkChg chg="add del">
          <ac:chgData name="MINATI RATH ." userId="c069ce78-7b3e-49df-863c-37cd5cba8d18" providerId="ADAL" clId="{88DB0432-0257-4B9C-AC44-4607F71EAFFD}" dt="2026-01-24T12:35:26.017" v="269"/>
          <ac:inkMkLst>
            <pc:docMk/>
            <pc:sldMk cId="3017976546" sldId="316"/>
            <ac:inkMk id="221" creationId="{07E0AB08-4871-E98C-3B86-DB0CEC8222AA}"/>
          </ac:inkMkLst>
        </pc:inkChg>
        <pc:inkChg chg="add del">
          <ac:chgData name="MINATI RATH ." userId="c069ce78-7b3e-49df-863c-37cd5cba8d18" providerId="ADAL" clId="{88DB0432-0257-4B9C-AC44-4607F71EAFFD}" dt="2026-01-24T12:34:49.799" v="215"/>
          <ac:inkMkLst>
            <pc:docMk/>
            <pc:sldMk cId="3017976546" sldId="316"/>
            <ac:inkMk id="222" creationId="{249509FC-9564-88A4-1027-C6272E5E5D0F}"/>
          </ac:inkMkLst>
        </pc:inkChg>
        <pc:inkChg chg="add del">
          <ac:chgData name="MINATI RATH ." userId="c069ce78-7b3e-49df-863c-37cd5cba8d18" providerId="ADAL" clId="{88DB0432-0257-4B9C-AC44-4607F71EAFFD}" dt="2026-01-24T12:34:49.799" v="215"/>
          <ac:inkMkLst>
            <pc:docMk/>
            <pc:sldMk cId="3017976546" sldId="316"/>
            <ac:inkMk id="223" creationId="{9DB5966E-3D4F-31EA-EC3E-AB009AB60840}"/>
          </ac:inkMkLst>
        </pc:inkChg>
        <pc:inkChg chg="add del">
          <ac:chgData name="MINATI RATH ." userId="c069ce78-7b3e-49df-863c-37cd5cba8d18" providerId="ADAL" clId="{88DB0432-0257-4B9C-AC44-4607F71EAFFD}" dt="2026-01-24T12:34:49.799" v="215"/>
          <ac:inkMkLst>
            <pc:docMk/>
            <pc:sldMk cId="3017976546" sldId="316"/>
            <ac:inkMk id="224" creationId="{D1ABF514-A4B5-9819-F0AC-B75913433774}"/>
          </ac:inkMkLst>
        </pc:inkChg>
        <pc:inkChg chg="add del reco">
          <ac:chgData name="MINATI RATH ." userId="c069ce78-7b3e-49df-863c-37cd5cba8d18" providerId="ADAL" clId="{88DB0432-0257-4B9C-AC44-4607F71EAFFD}" dt="2026-01-24T12:35:26.009" v="259"/>
          <ac:inkMkLst>
            <pc:docMk/>
            <pc:sldMk cId="3017976546" sldId="316"/>
            <ac:inkMk id="225" creationId="{3D06F2BF-4310-380F-C90D-B7FFF976938C}"/>
          </ac:inkMkLst>
        </pc:inkChg>
        <pc:inkChg chg="add del">
          <ac:chgData name="MINATI RATH ." userId="c069ce78-7b3e-49df-863c-37cd5cba8d18" providerId="ADAL" clId="{88DB0432-0257-4B9C-AC44-4607F71EAFFD}" dt="2026-01-24T12:34:52.506" v="220"/>
          <ac:inkMkLst>
            <pc:docMk/>
            <pc:sldMk cId="3017976546" sldId="316"/>
            <ac:inkMk id="226" creationId="{D544275E-9517-9135-6AB2-3DEC52F79F79}"/>
          </ac:inkMkLst>
        </pc:inkChg>
        <pc:inkChg chg="add del">
          <ac:chgData name="MINATI RATH ." userId="c069ce78-7b3e-49df-863c-37cd5cba8d18" providerId="ADAL" clId="{88DB0432-0257-4B9C-AC44-4607F71EAFFD}" dt="2026-01-24T12:34:52.506" v="220"/>
          <ac:inkMkLst>
            <pc:docMk/>
            <pc:sldMk cId="3017976546" sldId="316"/>
            <ac:inkMk id="227" creationId="{9FA6D916-0664-F775-7DF8-F0FE57E67520}"/>
          </ac:inkMkLst>
        </pc:inkChg>
        <pc:inkChg chg="add del">
          <ac:chgData name="MINATI RATH ." userId="c069ce78-7b3e-49df-863c-37cd5cba8d18" providerId="ADAL" clId="{88DB0432-0257-4B9C-AC44-4607F71EAFFD}" dt="2026-01-24T12:34:52.506" v="220"/>
          <ac:inkMkLst>
            <pc:docMk/>
            <pc:sldMk cId="3017976546" sldId="316"/>
            <ac:inkMk id="228" creationId="{3C9A8F53-98DB-8B44-60E0-33B1179795A5}"/>
          </ac:inkMkLst>
        </pc:inkChg>
        <pc:inkChg chg="add del">
          <ac:chgData name="MINATI RATH ." userId="c069ce78-7b3e-49df-863c-37cd5cba8d18" providerId="ADAL" clId="{88DB0432-0257-4B9C-AC44-4607F71EAFFD}" dt="2026-01-24T12:34:52.506" v="220"/>
          <ac:inkMkLst>
            <pc:docMk/>
            <pc:sldMk cId="3017976546" sldId="316"/>
            <ac:inkMk id="229" creationId="{92F78306-846A-139F-9E96-CEBB9E1213F3}"/>
          </ac:inkMkLst>
        </pc:inkChg>
        <pc:inkChg chg="add mod reco modStrokes">
          <ac:chgData name="MINATI RATH ." userId="c069ce78-7b3e-49df-863c-37cd5cba8d18" providerId="ADAL" clId="{88DB0432-0257-4B9C-AC44-4607F71EAFFD}" dt="2026-01-24T12:35:25.977" v="224"/>
          <ac:inkMkLst>
            <pc:docMk/>
            <pc:sldMk cId="3017976546" sldId="316"/>
            <ac:inkMk id="230" creationId="{E3DDA466-0115-3D43-7690-7AED743D86C5}"/>
          </ac:inkMkLst>
        </pc:inkChg>
        <pc:inkChg chg="add del">
          <ac:chgData name="MINATI RATH ." userId="c069ce78-7b3e-49df-863c-37cd5cba8d18" providerId="ADAL" clId="{88DB0432-0257-4B9C-AC44-4607F71EAFFD}" dt="2026-01-24T12:34:58.254" v="223"/>
          <ac:inkMkLst>
            <pc:docMk/>
            <pc:sldMk cId="3017976546" sldId="316"/>
            <ac:inkMk id="231" creationId="{518E3EE6-F5AE-25D0-1ACC-4AE9C38B7094}"/>
          </ac:inkMkLst>
        </pc:inkChg>
        <pc:inkChg chg="add del">
          <ac:chgData name="MINATI RATH ." userId="c069ce78-7b3e-49df-863c-37cd5cba8d18" providerId="ADAL" clId="{88DB0432-0257-4B9C-AC44-4607F71EAFFD}" dt="2026-01-24T12:34:58.254" v="223"/>
          <ac:inkMkLst>
            <pc:docMk/>
            <pc:sldMk cId="3017976546" sldId="316"/>
            <ac:inkMk id="232" creationId="{0941962F-E593-527E-E87D-2A8949F35C62}"/>
          </ac:inkMkLst>
        </pc:inkChg>
        <pc:inkChg chg="add del reco">
          <ac:chgData name="MINATI RATH ." userId="c069ce78-7b3e-49df-863c-37cd5cba8d18" providerId="ADAL" clId="{88DB0432-0257-4B9C-AC44-4607F71EAFFD}" dt="2026-01-24T12:35:26.008" v="258"/>
          <ac:inkMkLst>
            <pc:docMk/>
            <pc:sldMk cId="3017976546" sldId="316"/>
            <ac:inkMk id="233" creationId="{0147D3CA-6A3D-CE52-2A13-58F2AB77CD5C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4" creationId="{6A539A47-DBB9-2770-D19E-6DDF0B28D584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5" creationId="{1067C577-F80E-094B-333D-3EC6181927FD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6" creationId="{851719E0-CB39-41EE-7C5B-80D052775CCB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7" creationId="{E9E7E88A-4B27-89EE-C38A-F9AE62BF4F88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8" creationId="{B17E3E18-9592-3831-0A58-7120AF8F19EB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39" creationId="{BAA5BF98-129F-2638-76BD-D329747D4E5D}"/>
          </ac:inkMkLst>
        </pc:inkChg>
        <pc:inkChg chg="add del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40" creationId="{3EA3F1BD-4D26-59D0-57D9-CD7573E86388}"/>
          </ac:inkMkLst>
        </pc:inkChg>
        <pc:inkChg chg="add reco">
          <ac:chgData name="MINATI RATH ." userId="c069ce78-7b3e-49df-863c-37cd5cba8d18" providerId="ADAL" clId="{88DB0432-0257-4B9C-AC44-4607F71EAFFD}" dt="2026-01-24T13:07:55.932" v="1159"/>
          <ac:inkMkLst>
            <pc:docMk/>
            <pc:sldMk cId="3017976546" sldId="316"/>
            <ac:inkMk id="241" creationId="{F77C800F-72CC-2412-E778-825BF7D79D10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2" creationId="{F043AA7C-A38D-2A8C-6AFF-B4EB9DC80FAA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3" creationId="{45C99826-399B-DAC8-E87D-0D6F86480C13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4" creationId="{301475E7-4584-3A61-2703-D31E306F9759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5" creationId="{2152DEC5-4A75-F63D-6D1D-4CE38DFE29E5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6" creationId="{64E6476A-AEA5-5022-F70F-C3260BAC6F27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7" creationId="{C5ABE0BD-3DC9-481C-6C8D-22ADB66C6F48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8" creationId="{B92AA042-FDC4-EC1C-7565-749EEFBE5268}"/>
          </ac:inkMkLst>
        </pc:inkChg>
        <pc:inkChg chg="add del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49" creationId="{EF8D8ADC-1AAF-1DCA-CDD9-251F2E20DD18}"/>
          </ac:inkMkLst>
        </pc:inkChg>
        <pc:inkChg chg="add reco">
          <ac:chgData name="MINATI RATH ." userId="c069ce78-7b3e-49df-863c-37cd5cba8d18" providerId="ADAL" clId="{88DB0432-0257-4B9C-AC44-4607F71EAFFD}" dt="2026-01-24T13:08:00.086" v="1168"/>
          <ac:inkMkLst>
            <pc:docMk/>
            <pc:sldMk cId="3017976546" sldId="316"/>
            <ac:inkMk id="250" creationId="{D248AC24-4F3F-3ABC-C3AE-5A0EF580BFAD}"/>
          </ac:inkMkLst>
        </pc:inkChg>
        <pc:inkChg chg="add del">
          <ac:chgData name="MINATI RATH ." userId="c069ce78-7b3e-49df-863c-37cd5cba8d18" providerId="ADAL" clId="{88DB0432-0257-4B9C-AC44-4607F71EAFFD}" dt="2026-01-24T13:08:02.396" v="1172"/>
          <ac:inkMkLst>
            <pc:docMk/>
            <pc:sldMk cId="3017976546" sldId="316"/>
            <ac:inkMk id="251" creationId="{59E2EA26-ABBE-2C6B-17B1-1FC5E81BA8E5}"/>
          </ac:inkMkLst>
        </pc:inkChg>
        <pc:inkChg chg="add del">
          <ac:chgData name="MINATI RATH ." userId="c069ce78-7b3e-49df-863c-37cd5cba8d18" providerId="ADAL" clId="{88DB0432-0257-4B9C-AC44-4607F71EAFFD}" dt="2026-01-24T13:08:02.396" v="1172"/>
          <ac:inkMkLst>
            <pc:docMk/>
            <pc:sldMk cId="3017976546" sldId="316"/>
            <ac:inkMk id="252" creationId="{7FCBFD02-9971-0E7C-C5AE-B9391DF341AE}"/>
          </ac:inkMkLst>
        </pc:inkChg>
        <pc:inkChg chg="add del">
          <ac:chgData name="MINATI RATH ." userId="c069ce78-7b3e-49df-863c-37cd5cba8d18" providerId="ADAL" clId="{88DB0432-0257-4B9C-AC44-4607F71EAFFD}" dt="2026-01-24T13:08:02.396" v="1172"/>
          <ac:inkMkLst>
            <pc:docMk/>
            <pc:sldMk cId="3017976546" sldId="316"/>
            <ac:inkMk id="253" creationId="{3D0618D1-055A-4ED6-5A20-88B38824DE02}"/>
          </ac:inkMkLst>
        </pc:inkChg>
        <pc:inkChg chg="add reco">
          <ac:chgData name="MINATI RATH ." userId="c069ce78-7b3e-49df-863c-37cd5cba8d18" providerId="ADAL" clId="{88DB0432-0257-4B9C-AC44-4607F71EAFFD}" dt="2026-01-24T13:08:02.396" v="1172"/>
          <ac:inkMkLst>
            <pc:docMk/>
            <pc:sldMk cId="3017976546" sldId="316"/>
            <ac:inkMk id="254" creationId="{2CFF0E58-B3AB-1B14-2531-E30B97E4A418}"/>
          </ac:inkMkLst>
        </pc:inkChg>
        <pc:inkChg chg="add del">
          <ac:chgData name="MINATI RATH ." userId="c069ce78-7b3e-49df-863c-37cd5cba8d18" providerId="ADAL" clId="{88DB0432-0257-4B9C-AC44-4607F71EAFFD}" dt="2026-01-24T13:08:05.965" v="1177"/>
          <ac:inkMkLst>
            <pc:docMk/>
            <pc:sldMk cId="3017976546" sldId="316"/>
            <ac:inkMk id="255" creationId="{C217FEDA-4157-7F94-EA1B-479D9CE2B643}"/>
          </ac:inkMkLst>
        </pc:inkChg>
        <pc:inkChg chg="add del">
          <ac:chgData name="MINATI RATH ." userId="c069ce78-7b3e-49df-863c-37cd5cba8d18" providerId="ADAL" clId="{88DB0432-0257-4B9C-AC44-4607F71EAFFD}" dt="2026-01-24T13:08:05.965" v="1177"/>
          <ac:inkMkLst>
            <pc:docMk/>
            <pc:sldMk cId="3017976546" sldId="316"/>
            <ac:inkMk id="256" creationId="{2DAD54E2-AC13-6B69-0A7A-1C94D8B82698}"/>
          </ac:inkMkLst>
        </pc:inkChg>
        <pc:inkChg chg="add del">
          <ac:chgData name="MINATI RATH ." userId="c069ce78-7b3e-49df-863c-37cd5cba8d18" providerId="ADAL" clId="{88DB0432-0257-4B9C-AC44-4607F71EAFFD}" dt="2026-01-24T13:08:05.965" v="1177"/>
          <ac:inkMkLst>
            <pc:docMk/>
            <pc:sldMk cId="3017976546" sldId="316"/>
            <ac:inkMk id="257" creationId="{C2DAE1DD-ECAF-6FA9-23FE-A3841195B21B}"/>
          </ac:inkMkLst>
        </pc:inkChg>
        <pc:inkChg chg="add del">
          <ac:chgData name="MINATI RATH ." userId="c069ce78-7b3e-49df-863c-37cd5cba8d18" providerId="ADAL" clId="{88DB0432-0257-4B9C-AC44-4607F71EAFFD}" dt="2026-01-24T13:08:05.965" v="1177"/>
          <ac:inkMkLst>
            <pc:docMk/>
            <pc:sldMk cId="3017976546" sldId="316"/>
            <ac:inkMk id="258" creationId="{7A93B031-16CE-1EDE-C118-5DE5818DB9F6}"/>
          </ac:inkMkLst>
        </pc:inkChg>
        <pc:inkChg chg="add reco">
          <ac:chgData name="MINATI RATH ." userId="c069ce78-7b3e-49df-863c-37cd5cba8d18" providerId="ADAL" clId="{88DB0432-0257-4B9C-AC44-4607F71EAFFD}" dt="2026-01-24T13:08:05.965" v="1177"/>
          <ac:inkMkLst>
            <pc:docMk/>
            <pc:sldMk cId="3017976546" sldId="316"/>
            <ac:inkMk id="259" creationId="{6EDA6E83-BB66-822C-2BD6-E389DFB3AEF3}"/>
          </ac:inkMkLst>
        </pc:inkChg>
        <pc:inkChg chg="add">
          <ac:chgData name="MINATI RATH ." userId="c069ce78-7b3e-49df-863c-37cd5cba8d18" providerId="ADAL" clId="{88DB0432-0257-4B9C-AC44-4607F71EAFFD}" dt="2026-01-24T13:08:06.693" v="1178"/>
          <ac:inkMkLst>
            <pc:docMk/>
            <pc:sldMk cId="3017976546" sldId="316"/>
            <ac:inkMk id="260" creationId="{826446A0-F380-4016-EAB0-F84A326E7FE8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1" creationId="{47132538-42A8-2500-00F6-164B053D17B5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2" creationId="{B5891C71-C0A3-C925-8F3A-9F1BB59502F2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3" creationId="{2CD0A1A6-6B6D-CA0E-307E-A8922057E62B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4" creationId="{187D2056-79BC-5494-09DB-4BD482F074C5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5" creationId="{9BC6DF52-C2C0-FBC7-51B2-4627D96B30EE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6" creationId="{AF7A7CEB-B1DD-CC12-DD44-B01F824E060F}"/>
          </ac:inkMkLst>
        </pc:inkChg>
        <pc:inkChg chg="add">
          <ac:chgData name="MINATI RATH ." userId="c069ce78-7b3e-49df-863c-37cd5cba8d18" providerId="ADAL" clId="{88DB0432-0257-4B9C-AC44-4607F71EAFFD}" dt="2026-01-24T13:08:15.165" v="1185"/>
          <ac:inkMkLst>
            <pc:docMk/>
            <pc:sldMk cId="3017976546" sldId="316"/>
            <ac:inkMk id="267" creationId="{03AE0B3A-0C25-D16D-230E-762A8B892C23}"/>
          </ac:inkMkLst>
        </pc:inkChg>
        <pc:inkChg chg="add">
          <ac:chgData name="MINATI RATH ." userId="c069ce78-7b3e-49df-863c-37cd5cba8d18" providerId="ADAL" clId="{88DB0432-0257-4B9C-AC44-4607F71EAFFD}" dt="2026-01-24T13:08:15.851" v="1186"/>
          <ac:inkMkLst>
            <pc:docMk/>
            <pc:sldMk cId="3017976546" sldId="316"/>
            <ac:inkMk id="268" creationId="{F49D0067-3567-2644-6689-233CB1BEF901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69" creationId="{33823021-116C-86D2-2165-E1FE8F9C690F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70" creationId="{14B021EA-E7C2-D187-87C1-E8A100A79945}"/>
          </ac:inkMkLst>
        </pc:inkChg>
        <pc:inkChg chg="add del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71" creationId="{B6B627E3-BAEC-E7A1-D1FF-06DC0DADF2EE}"/>
          </ac:inkMkLst>
        </pc:inkChg>
        <pc:inkChg chg="add reco">
          <ac:chgData name="MINATI RATH ." userId="c069ce78-7b3e-49df-863c-37cd5cba8d18" providerId="ADAL" clId="{88DB0432-0257-4B9C-AC44-4607F71EAFFD}" dt="2026-01-24T13:08:18.170" v="1190"/>
          <ac:inkMkLst>
            <pc:docMk/>
            <pc:sldMk cId="3017976546" sldId="316"/>
            <ac:inkMk id="272" creationId="{82184F64-C23A-0364-C3B8-939DB783150B}"/>
          </ac:inkMkLst>
        </pc:inkChg>
        <pc:inkChg chg="add del">
          <ac:chgData name="MINATI RATH ." userId="c069ce78-7b3e-49df-863c-37cd5cba8d18" providerId="ADAL" clId="{88DB0432-0257-4B9C-AC44-4607F71EAFFD}" dt="2026-01-24T13:08:21.330" v="1193"/>
          <ac:inkMkLst>
            <pc:docMk/>
            <pc:sldMk cId="3017976546" sldId="316"/>
            <ac:inkMk id="273" creationId="{C706F708-0024-6278-2533-968B0D81BBE2}"/>
          </ac:inkMkLst>
        </pc:inkChg>
        <pc:inkChg chg="add del">
          <ac:chgData name="MINATI RATH ." userId="c069ce78-7b3e-49df-863c-37cd5cba8d18" providerId="ADAL" clId="{88DB0432-0257-4B9C-AC44-4607F71EAFFD}" dt="2026-01-24T13:08:21.330" v="1193"/>
          <ac:inkMkLst>
            <pc:docMk/>
            <pc:sldMk cId="3017976546" sldId="316"/>
            <ac:inkMk id="274" creationId="{A668FE9B-6D68-DF94-7DF3-8E1BEF0C0F2D}"/>
          </ac:inkMkLst>
        </pc:inkChg>
        <pc:inkChg chg="add reco">
          <ac:chgData name="MINATI RATH ." userId="c069ce78-7b3e-49df-863c-37cd5cba8d18" providerId="ADAL" clId="{88DB0432-0257-4B9C-AC44-4607F71EAFFD}" dt="2026-01-24T13:08:21.330" v="1193"/>
          <ac:inkMkLst>
            <pc:docMk/>
            <pc:sldMk cId="3017976546" sldId="316"/>
            <ac:inkMk id="275" creationId="{405C89E7-0B1B-9E71-4D32-E0EFE8CDEB5F}"/>
          </ac:inkMkLst>
        </pc:inkChg>
        <pc:inkChg chg="add del">
          <ac:chgData name="MINATI RATH ." userId="c069ce78-7b3e-49df-863c-37cd5cba8d18" providerId="ADAL" clId="{88DB0432-0257-4B9C-AC44-4607F71EAFFD}" dt="2026-01-24T13:08:25.149" v="1197"/>
          <ac:inkMkLst>
            <pc:docMk/>
            <pc:sldMk cId="3017976546" sldId="316"/>
            <ac:inkMk id="276" creationId="{97E8AD1F-B197-49DE-84FA-63DDA4CCD9C6}"/>
          </ac:inkMkLst>
        </pc:inkChg>
        <pc:inkChg chg="add del">
          <ac:chgData name="MINATI RATH ." userId="c069ce78-7b3e-49df-863c-37cd5cba8d18" providerId="ADAL" clId="{88DB0432-0257-4B9C-AC44-4607F71EAFFD}" dt="2026-01-24T13:08:25.149" v="1197"/>
          <ac:inkMkLst>
            <pc:docMk/>
            <pc:sldMk cId="3017976546" sldId="316"/>
            <ac:inkMk id="277" creationId="{0F5B254A-9E73-C6FC-CB22-C3937249391F}"/>
          </ac:inkMkLst>
        </pc:inkChg>
        <pc:inkChg chg="add del">
          <ac:chgData name="MINATI RATH ." userId="c069ce78-7b3e-49df-863c-37cd5cba8d18" providerId="ADAL" clId="{88DB0432-0257-4B9C-AC44-4607F71EAFFD}" dt="2026-01-24T13:08:25.149" v="1197"/>
          <ac:inkMkLst>
            <pc:docMk/>
            <pc:sldMk cId="3017976546" sldId="316"/>
            <ac:inkMk id="278" creationId="{A05119C8-1521-2C19-0653-B4AFC0D65083}"/>
          </ac:inkMkLst>
        </pc:inkChg>
        <pc:inkChg chg="add reco">
          <ac:chgData name="MINATI RATH ." userId="c069ce78-7b3e-49df-863c-37cd5cba8d18" providerId="ADAL" clId="{88DB0432-0257-4B9C-AC44-4607F71EAFFD}" dt="2026-01-24T13:08:25.149" v="1197"/>
          <ac:inkMkLst>
            <pc:docMk/>
            <pc:sldMk cId="3017976546" sldId="316"/>
            <ac:inkMk id="279" creationId="{704259AC-36ED-DC4F-AE17-36EB3FB4CD44}"/>
          </ac:inkMkLst>
        </pc:inkChg>
        <pc:inkChg chg="add del">
          <ac:chgData name="MINATI RATH ." userId="c069ce78-7b3e-49df-863c-37cd5cba8d18" providerId="ADAL" clId="{88DB0432-0257-4B9C-AC44-4607F71EAFFD}" dt="2026-01-24T13:08:27.285" v="1201"/>
          <ac:inkMkLst>
            <pc:docMk/>
            <pc:sldMk cId="3017976546" sldId="316"/>
            <ac:inkMk id="280" creationId="{B3F9EB4D-FB59-51B1-67CA-FF86063E7C0C}"/>
          </ac:inkMkLst>
        </pc:inkChg>
        <pc:inkChg chg="add del">
          <ac:chgData name="MINATI RATH ." userId="c069ce78-7b3e-49df-863c-37cd5cba8d18" providerId="ADAL" clId="{88DB0432-0257-4B9C-AC44-4607F71EAFFD}" dt="2026-01-24T13:08:27.285" v="1201"/>
          <ac:inkMkLst>
            <pc:docMk/>
            <pc:sldMk cId="3017976546" sldId="316"/>
            <ac:inkMk id="281" creationId="{969578F9-E066-3675-9970-B7EAE2AAF0E9}"/>
          </ac:inkMkLst>
        </pc:inkChg>
        <pc:inkChg chg="add del">
          <ac:chgData name="MINATI RATH ." userId="c069ce78-7b3e-49df-863c-37cd5cba8d18" providerId="ADAL" clId="{88DB0432-0257-4B9C-AC44-4607F71EAFFD}" dt="2026-01-24T13:08:27.285" v="1201"/>
          <ac:inkMkLst>
            <pc:docMk/>
            <pc:sldMk cId="3017976546" sldId="316"/>
            <ac:inkMk id="282" creationId="{3F74A5A2-1D9E-0BD6-DC56-C6DE9677F23D}"/>
          </ac:inkMkLst>
        </pc:inkChg>
        <pc:inkChg chg="add reco">
          <ac:chgData name="MINATI RATH ." userId="c069ce78-7b3e-49df-863c-37cd5cba8d18" providerId="ADAL" clId="{88DB0432-0257-4B9C-AC44-4607F71EAFFD}" dt="2026-01-24T13:08:27.285" v="1201"/>
          <ac:inkMkLst>
            <pc:docMk/>
            <pc:sldMk cId="3017976546" sldId="316"/>
            <ac:inkMk id="283" creationId="{B3D3E9E0-65B2-066A-ED73-D5B66EEA668B}"/>
          </ac:inkMkLst>
        </pc:inkChg>
        <pc:inkChg chg="add del">
          <ac:chgData name="MINATI RATH ." userId="c069ce78-7b3e-49df-863c-37cd5cba8d18" providerId="ADAL" clId="{88DB0432-0257-4B9C-AC44-4607F71EAFFD}" dt="2026-01-24T13:08:28.653" v="1204"/>
          <ac:inkMkLst>
            <pc:docMk/>
            <pc:sldMk cId="3017976546" sldId="316"/>
            <ac:inkMk id="284" creationId="{6E22D5BE-BF07-A7CE-0ABE-61F166CCD697}"/>
          </ac:inkMkLst>
        </pc:inkChg>
        <pc:inkChg chg="add del">
          <ac:chgData name="MINATI RATH ." userId="c069ce78-7b3e-49df-863c-37cd5cba8d18" providerId="ADAL" clId="{88DB0432-0257-4B9C-AC44-4607F71EAFFD}" dt="2026-01-24T13:08:28.653" v="1204"/>
          <ac:inkMkLst>
            <pc:docMk/>
            <pc:sldMk cId="3017976546" sldId="316"/>
            <ac:inkMk id="285" creationId="{71B85C90-7C55-8624-F6C5-06D48BBD1E17}"/>
          </ac:inkMkLst>
        </pc:inkChg>
        <pc:inkChg chg="add reco">
          <ac:chgData name="MINATI RATH ." userId="c069ce78-7b3e-49df-863c-37cd5cba8d18" providerId="ADAL" clId="{88DB0432-0257-4B9C-AC44-4607F71EAFFD}" dt="2026-01-24T13:08:28.653" v="1204"/>
          <ac:inkMkLst>
            <pc:docMk/>
            <pc:sldMk cId="3017976546" sldId="316"/>
            <ac:inkMk id="286" creationId="{2A9C4CF1-2BA2-1BBD-13B2-5DF7F483BDE6}"/>
          </ac:inkMkLst>
        </pc:inkChg>
        <pc:inkChg chg="add del">
          <ac:chgData name="MINATI RATH ." userId="c069ce78-7b3e-49df-863c-37cd5cba8d18" providerId="ADAL" clId="{88DB0432-0257-4B9C-AC44-4607F71EAFFD}" dt="2026-01-24T13:47:13.806" v="2344"/>
          <ac:inkMkLst>
            <pc:docMk/>
            <pc:sldMk cId="3017976546" sldId="316"/>
            <ac:inkMk id="287" creationId="{7A913DDA-5026-75BA-1915-5022007171B3}"/>
          </ac:inkMkLst>
        </pc:inkChg>
        <pc:inkChg chg="add del">
          <ac:chgData name="MINATI RATH ." userId="c069ce78-7b3e-49df-863c-37cd5cba8d18" providerId="ADAL" clId="{88DB0432-0257-4B9C-AC44-4607F71EAFFD}" dt="2026-01-24T13:47:13.806" v="2344"/>
          <ac:inkMkLst>
            <pc:docMk/>
            <pc:sldMk cId="3017976546" sldId="316"/>
            <ac:inkMk id="288" creationId="{4222F64D-4FF0-6F23-5725-7707869E2ED6}"/>
          </ac:inkMkLst>
        </pc:inkChg>
        <pc:inkChg chg="add reco">
          <ac:chgData name="MINATI RATH ." userId="c069ce78-7b3e-49df-863c-37cd5cba8d18" providerId="ADAL" clId="{88DB0432-0257-4B9C-AC44-4607F71EAFFD}" dt="2026-01-24T13:47:13.806" v="2344"/>
          <ac:inkMkLst>
            <pc:docMk/>
            <pc:sldMk cId="3017976546" sldId="316"/>
            <ac:inkMk id="289" creationId="{52CB3475-A0D8-036F-3A2F-D502A1BC61C0}"/>
          </ac:inkMkLst>
        </pc:inkChg>
      </pc:sldChg>
      <pc:sldChg chg="addSp delSp modSp mod">
        <pc:chgData name="MINATI RATH ." userId="c069ce78-7b3e-49df-863c-37cd5cba8d18" providerId="ADAL" clId="{88DB0432-0257-4B9C-AC44-4607F71EAFFD}" dt="2026-01-24T12:46:42.411" v="650"/>
        <pc:sldMkLst>
          <pc:docMk/>
          <pc:sldMk cId="329480851" sldId="317"/>
        </pc:sldMkLst>
        <pc:inkChg chg="add del">
          <ac:chgData name="MINATI RATH ." userId="c069ce78-7b3e-49df-863c-37cd5cba8d18" providerId="ADAL" clId="{88DB0432-0257-4B9C-AC44-4607F71EAFFD}" dt="2026-01-24T12:35:54.345" v="278"/>
          <ac:inkMkLst>
            <pc:docMk/>
            <pc:sldMk cId="329480851" sldId="317"/>
            <ac:inkMk id="4" creationId="{38C5996D-2092-D289-B86E-D6D13DC06980}"/>
          </ac:inkMkLst>
        </pc:inkChg>
        <pc:inkChg chg="add del">
          <ac:chgData name="MINATI RATH ." userId="c069ce78-7b3e-49df-863c-37cd5cba8d18" providerId="ADAL" clId="{88DB0432-0257-4B9C-AC44-4607F71EAFFD}" dt="2026-01-24T12:35:54.345" v="278"/>
          <ac:inkMkLst>
            <pc:docMk/>
            <pc:sldMk cId="329480851" sldId="317"/>
            <ac:inkMk id="6" creationId="{7B8586A8-0411-6970-E864-E32D34FD1E13}"/>
          </ac:inkMkLst>
        </pc:inkChg>
        <pc:inkChg chg="add reco">
          <ac:chgData name="MINATI RATH ." userId="c069ce78-7b3e-49df-863c-37cd5cba8d18" providerId="ADAL" clId="{88DB0432-0257-4B9C-AC44-4607F71EAFFD}" dt="2026-01-24T12:35:54.345" v="278"/>
          <ac:inkMkLst>
            <pc:docMk/>
            <pc:sldMk cId="329480851" sldId="317"/>
            <ac:inkMk id="7" creationId="{A60D6470-02CA-91C5-233A-160C66AA94AC}"/>
          </ac:inkMkLst>
        </pc:inkChg>
        <pc:inkChg chg="add del">
          <ac:chgData name="MINATI RATH ." userId="c069ce78-7b3e-49df-863c-37cd5cba8d18" providerId="ADAL" clId="{88DB0432-0257-4B9C-AC44-4607F71EAFFD}" dt="2026-01-24T12:36:00.299" v="282"/>
          <ac:inkMkLst>
            <pc:docMk/>
            <pc:sldMk cId="329480851" sldId="317"/>
            <ac:inkMk id="8" creationId="{6A2D315E-F92A-4B03-BED0-E27445D97974}"/>
          </ac:inkMkLst>
        </pc:inkChg>
        <pc:inkChg chg="add del">
          <ac:chgData name="MINATI RATH ." userId="c069ce78-7b3e-49df-863c-37cd5cba8d18" providerId="ADAL" clId="{88DB0432-0257-4B9C-AC44-4607F71EAFFD}" dt="2026-01-24T12:36:00.299" v="282"/>
          <ac:inkMkLst>
            <pc:docMk/>
            <pc:sldMk cId="329480851" sldId="317"/>
            <ac:inkMk id="9" creationId="{0A2D8B83-F890-6EBE-1596-D1BB6ED0A0C9}"/>
          </ac:inkMkLst>
        </pc:inkChg>
        <pc:inkChg chg="add del">
          <ac:chgData name="MINATI RATH ." userId="c069ce78-7b3e-49df-863c-37cd5cba8d18" providerId="ADAL" clId="{88DB0432-0257-4B9C-AC44-4607F71EAFFD}" dt="2026-01-24T12:36:00.299" v="282"/>
          <ac:inkMkLst>
            <pc:docMk/>
            <pc:sldMk cId="329480851" sldId="317"/>
            <ac:inkMk id="10" creationId="{D24DA6C6-972B-405E-A061-CE88EB69EB2A}"/>
          </ac:inkMkLst>
        </pc:inkChg>
        <pc:inkChg chg="add reco">
          <ac:chgData name="MINATI RATH ." userId="c069ce78-7b3e-49df-863c-37cd5cba8d18" providerId="ADAL" clId="{88DB0432-0257-4B9C-AC44-4607F71EAFFD}" dt="2026-01-24T12:36:00.299" v="282"/>
          <ac:inkMkLst>
            <pc:docMk/>
            <pc:sldMk cId="329480851" sldId="317"/>
            <ac:inkMk id="11" creationId="{D9E12050-9EE9-10BF-F13F-30001EDA92D9}"/>
          </ac:inkMkLst>
        </pc:inkChg>
        <pc:inkChg chg="add del">
          <ac:chgData name="MINATI RATH ." userId="c069ce78-7b3e-49df-863c-37cd5cba8d18" providerId="ADAL" clId="{88DB0432-0257-4B9C-AC44-4607F71EAFFD}" dt="2026-01-24T12:36:01.814" v="285"/>
          <ac:inkMkLst>
            <pc:docMk/>
            <pc:sldMk cId="329480851" sldId="317"/>
            <ac:inkMk id="12" creationId="{D69C10A6-0700-8D14-68C6-ACB669BCAF3C}"/>
          </ac:inkMkLst>
        </pc:inkChg>
        <pc:inkChg chg="add del">
          <ac:chgData name="MINATI RATH ." userId="c069ce78-7b3e-49df-863c-37cd5cba8d18" providerId="ADAL" clId="{88DB0432-0257-4B9C-AC44-4607F71EAFFD}" dt="2026-01-24T12:36:01.814" v="285"/>
          <ac:inkMkLst>
            <pc:docMk/>
            <pc:sldMk cId="329480851" sldId="317"/>
            <ac:inkMk id="13" creationId="{9190EB4C-F00F-71DC-168C-11B7AB267919}"/>
          </ac:inkMkLst>
        </pc:inkChg>
        <pc:inkChg chg="add reco">
          <ac:chgData name="MINATI RATH ." userId="c069ce78-7b3e-49df-863c-37cd5cba8d18" providerId="ADAL" clId="{88DB0432-0257-4B9C-AC44-4607F71EAFFD}" dt="2026-01-24T12:36:01.814" v="285"/>
          <ac:inkMkLst>
            <pc:docMk/>
            <pc:sldMk cId="329480851" sldId="317"/>
            <ac:inkMk id="14" creationId="{89A63411-8335-B5D7-EEF6-2D9EA13EFD5D}"/>
          </ac:inkMkLst>
        </pc:inkChg>
        <pc:inkChg chg="add del">
          <ac:chgData name="MINATI RATH ." userId="c069ce78-7b3e-49df-863c-37cd5cba8d18" providerId="ADAL" clId="{88DB0432-0257-4B9C-AC44-4607F71EAFFD}" dt="2026-01-24T12:36:10.880" v="288"/>
          <ac:inkMkLst>
            <pc:docMk/>
            <pc:sldMk cId="329480851" sldId="317"/>
            <ac:inkMk id="15" creationId="{E416CCC5-51FC-E712-D81D-392F3E15E72C}"/>
          </ac:inkMkLst>
        </pc:inkChg>
        <pc:inkChg chg="add del">
          <ac:chgData name="MINATI RATH ." userId="c069ce78-7b3e-49df-863c-37cd5cba8d18" providerId="ADAL" clId="{88DB0432-0257-4B9C-AC44-4607F71EAFFD}" dt="2026-01-24T12:36:10.880" v="288"/>
          <ac:inkMkLst>
            <pc:docMk/>
            <pc:sldMk cId="329480851" sldId="317"/>
            <ac:inkMk id="16" creationId="{5E7B90DF-ACB1-ECBF-5566-6426CF21E24A}"/>
          </ac:inkMkLst>
        </pc:inkChg>
        <pc:inkChg chg="add reco">
          <ac:chgData name="MINATI RATH ." userId="c069ce78-7b3e-49df-863c-37cd5cba8d18" providerId="ADAL" clId="{88DB0432-0257-4B9C-AC44-4607F71EAFFD}" dt="2026-01-24T12:36:10.880" v="288"/>
          <ac:inkMkLst>
            <pc:docMk/>
            <pc:sldMk cId="329480851" sldId="317"/>
            <ac:inkMk id="17" creationId="{1036B7CE-3C7F-9BDC-B706-0E9D667C1E9D}"/>
          </ac:inkMkLst>
        </pc:inkChg>
        <pc:inkChg chg="add del">
          <ac:chgData name="MINATI RATH ." userId="c069ce78-7b3e-49df-863c-37cd5cba8d18" providerId="ADAL" clId="{88DB0432-0257-4B9C-AC44-4607F71EAFFD}" dt="2026-01-24T12:36:15.097" v="292"/>
          <ac:inkMkLst>
            <pc:docMk/>
            <pc:sldMk cId="329480851" sldId="317"/>
            <ac:inkMk id="18" creationId="{AD997A11-62F3-3E94-8296-82806B87AA99}"/>
          </ac:inkMkLst>
        </pc:inkChg>
        <pc:inkChg chg="add del">
          <ac:chgData name="MINATI RATH ." userId="c069ce78-7b3e-49df-863c-37cd5cba8d18" providerId="ADAL" clId="{88DB0432-0257-4B9C-AC44-4607F71EAFFD}" dt="2026-01-24T12:36:15.097" v="292"/>
          <ac:inkMkLst>
            <pc:docMk/>
            <pc:sldMk cId="329480851" sldId="317"/>
            <ac:inkMk id="19" creationId="{92A94095-5273-1262-787E-C58081E4003E}"/>
          </ac:inkMkLst>
        </pc:inkChg>
        <pc:inkChg chg="add del">
          <ac:chgData name="MINATI RATH ." userId="c069ce78-7b3e-49df-863c-37cd5cba8d18" providerId="ADAL" clId="{88DB0432-0257-4B9C-AC44-4607F71EAFFD}" dt="2026-01-24T12:36:15.097" v="292"/>
          <ac:inkMkLst>
            <pc:docMk/>
            <pc:sldMk cId="329480851" sldId="317"/>
            <ac:inkMk id="20" creationId="{DB9F8B6C-BEDF-FA6D-7938-F1CEFE99FFE6}"/>
          </ac:inkMkLst>
        </pc:inkChg>
        <pc:inkChg chg="add reco">
          <ac:chgData name="MINATI RATH ." userId="c069ce78-7b3e-49df-863c-37cd5cba8d18" providerId="ADAL" clId="{88DB0432-0257-4B9C-AC44-4607F71EAFFD}" dt="2026-01-24T12:36:15.097" v="292"/>
          <ac:inkMkLst>
            <pc:docMk/>
            <pc:sldMk cId="329480851" sldId="317"/>
            <ac:inkMk id="21" creationId="{7A480FD8-D8D2-AF42-4A98-D7BF03431508}"/>
          </ac:inkMkLst>
        </pc:inkChg>
        <pc:inkChg chg="add del">
          <ac:chgData name="MINATI RATH ." userId="c069ce78-7b3e-49df-863c-37cd5cba8d18" providerId="ADAL" clId="{88DB0432-0257-4B9C-AC44-4607F71EAFFD}" dt="2026-01-24T12:36:26.792" v="295"/>
          <ac:inkMkLst>
            <pc:docMk/>
            <pc:sldMk cId="329480851" sldId="317"/>
            <ac:inkMk id="22" creationId="{4C96B9A2-9D29-399B-D7B7-7CF70C21F599}"/>
          </ac:inkMkLst>
        </pc:inkChg>
        <pc:inkChg chg="add del">
          <ac:chgData name="MINATI RATH ." userId="c069ce78-7b3e-49df-863c-37cd5cba8d18" providerId="ADAL" clId="{88DB0432-0257-4B9C-AC44-4607F71EAFFD}" dt="2026-01-24T12:36:26.792" v="295"/>
          <ac:inkMkLst>
            <pc:docMk/>
            <pc:sldMk cId="329480851" sldId="317"/>
            <ac:inkMk id="23" creationId="{80A36A6D-75DD-A615-1E5A-AFB5A13CC894}"/>
          </ac:inkMkLst>
        </pc:inkChg>
        <pc:inkChg chg="add reco">
          <ac:chgData name="MINATI RATH ." userId="c069ce78-7b3e-49df-863c-37cd5cba8d18" providerId="ADAL" clId="{88DB0432-0257-4B9C-AC44-4607F71EAFFD}" dt="2026-01-24T12:36:26.792" v="295"/>
          <ac:inkMkLst>
            <pc:docMk/>
            <pc:sldMk cId="329480851" sldId="317"/>
            <ac:inkMk id="24" creationId="{EF93A8B3-B116-9010-64E4-E1525CEE4771}"/>
          </ac:inkMkLst>
        </pc:inkChg>
        <pc:inkChg chg="add del">
          <ac:chgData name="MINATI RATH ." userId="c069ce78-7b3e-49df-863c-37cd5cba8d18" providerId="ADAL" clId="{88DB0432-0257-4B9C-AC44-4607F71EAFFD}" dt="2026-01-24T12:39:34.642" v="428"/>
          <ac:inkMkLst>
            <pc:docMk/>
            <pc:sldMk cId="329480851" sldId="317"/>
            <ac:inkMk id="25" creationId="{E280EB30-5047-989D-C4A7-64257AC61B4F}"/>
          </ac:inkMkLst>
        </pc:inkChg>
        <pc:inkChg chg="add del">
          <ac:chgData name="MINATI RATH ." userId="c069ce78-7b3e-49df-863c-37cd5cba8d18" providerId="ADAL" clId="{88DB0432-0257-4B9C-AC44-4607F71EAFFD}" dt="2026-01-24T12:39:34.640" v="427"/>
          <ac:inkMkLst>
            <pc:docMk/>
            <pc:sldMk cId="329480851" sldId="317"/>
            <ac:inkMk id="26" creationId="{C88ADB36-5581-70E6-DC58-0600FC7392E1}"/>
          </ac:inkMkLst>
        </pc:inkChg>
        <pc:inkChg chg="add del">
          <ac:chgData name="MINATI RATH ." userId="c069ce78-7b3e-49df-863c-37cd5cba8d18" providerId="ADAL" clId="{88DB0432-0257-4B9C-AC44-4607F71EAFFD}" dt="2026-01-24T12:36:46.596" v="302"/>
          <ac:inkMkLst>
            <pc:docMk/>
            <pc:sldMk cId="329480851" sldId="317"/>
            <ac:inkMk id="27" creationId="{475C290B-C5E5-AD0B-2039-94A67D080591}"/>
          </ac:inkMkLst>
        </pc:inkChg>
        <pc:inkChg chg="add del">
          <ac:chgData name="MINATI RATH ." userId="c069ce78-7b3e-49df-863c-37cd5cba8d18" providerId="ADAL" clId="{88DB0432-0257-4B9C-AC44-4607F71EAFFD}" dt="2026-01-24T12:36:46.596" v="302"/>
          <ac:inkMkLst>
            <pc:docMk/>
            <pc:sldMk cId="329480851" sldId="317"/>
            <ac:inkMk id="28" creationId="{70ADF45A-692F-3644-F79C-2590D29AB2A9}"/>
          </ac:inkMkLst>
        </pc:inkChg>
        <pc:inkChg chg="add del">
          <ac:chgData name="MINATI RATH ." userId="c069ce78-7b3e-49df-863c-37cd5cba8d18" providerId="ADAL" clId="{88DB0432-0257-4B9C-AC44-4607F71EAFFD}" dt="2026-01-24T12:36:46.596" v="302"/>
          <ac:inkMkLst>
            <pc:docMk/>
            <pc:sldMk cId="329480851" sldId="317"/>
            <ac:inkMk id="29" creationId="{E7C42194-2350-1528-75A7-DC56290C8BE4}"/>
          </ac:inkMkLst>
        </pc:inkChg>
        <pc:inkChg chg="add del">
          <ac:chgData name="MINATI RATH ." userId="c069ce78-7b3e-49df-863c-37cd5cba8d18" providerId="ADAL" clId="{88DB0432-0257-4B9C-AC44-4607F71EAFFD}" dt="2026-01-24T12:36:46.596" v="302"/>
          <ac:inkMkLst>
            <pc:docMk/>
            <pc:sldMk cId="329480851" sldId="317"/>
            <ac:inkMk id="30" creationId="{A1DF2A19-514D-B2DC-A0A6-90027EDA1FBC}"/>
          </ac:inkMkLst>
        </pc:inkChg>
        <pc:inkChg chg="add reco">
          <ac:chgData name="MINATI RATH ." userId="c069ce78-7b3e-49df-863c-37cd5cba8d18" providerId="ADAL" clId="{88DB0432-0257-4B9C-AC44-4607F71EAFFD}" dt="2026-01-24T12:36:46.596" v="302"/>
          <ac:inkMkLst>
            <pc:docMk/>
            <pc:sldMk cId="329480851" sldId="317"/>
            <ac:inkMk id="31" creationId="{DC54BD0A-1CCB-E2D0-C915-4AD977C3AD1B}"/>
          </ac:inkMkLst>
        </pc:inkChg>
        <pc:inkChg chg="add del">
          <ac:chgData name="MINATI RATH ." userId="c069ce78-7b3e-49df-863c-37cd5cba8d18" providerId="ADAL" clId="{88DB0432-0257-4B9C-AC44-4607F71EAFFD}" dt="2026-01-24T12:36:49.172" v="307"/>
          <ac:inkMkLst>
            <pc:docMk/>
            <pc:sldMk cId="329480851" sldId="317"/>
            <ac:inkMk id="32" creationId="{B642988D-7FB6-CC90-0110-C8909ACB84C4}"/>
          </ac:inkMkLst>
        </pc:inkChg>
        <pc:inkChg chg="add del">
          <ac:chgData name="MINATI RATH ." userId="c069ce78-7b3e-49df-863c-37cd5cba8d18" providerId="ADAL" clId="{88DB0432-0257-4B9C-AC44-4607F71EAFFD}" dt="2026-01-24T12:36:49.172" v="307"/>
          <ac:inkMkLst>
            <pc:docMk/>
            <pc:sldMk cId="329480851" sldId="317"/>
            <ac:inkMk id="33" creationId="{CF4194E2-C8D3-6F66-6F5B-4251B0AD621C}"/>
          </ac:inkMkLst>
        </pc:inkChg>
        <pc:inkChg chg="add del">
          <ac:chgData name="MINATI RATH ." userId="c069ce78-7b3e-49df-863c-37cd5cba8d18" providerId="ADAL" clId="{88DB0432-0257-4B9C-AC44-4607F71EAFFD}" dt="2026-01-24T12:36:49.172" v="307"/>
          <ac:inkMkLst>
            <pc:docMk/>
            <pc:sldMk cId="329480851" sldId="317"/>
            <ac:inkMk id="34" creationId="{23D60205-F021-BC26-1A69-AAC1885BA879}"/>
          </ac:inkMkLst>
        </pc:inkChg>
        <pc:inkChg chg="add del">
          <ac:chgData name="MINATI RATH ." userId="c069ce78-7b3e-49df-863c-37cd5cba8d18" providerId="ADAL" clId="{88DB0432-0257-4B9C-AC44-4607F71EAFFD}" dt="2026-01-24T12:36:49.172" v="307"/>
          <ac:inkMkLst>
            <pc:docMk/>
            <pc:sldMk cId="329480851" sldId="317"/>
            <ac:inkMk id="35" creationId="{F7B23080-C8F5-5EA6-AE7F-3816DF9C4BAC}"/>
          </ac:inkMkLst>
        </pc:inkChg>
        <pc:inkChg chg="add reco">
          <ac:chgData name="MINATI RATH ." userId="c069ce78-7b3e-49df-863c-37cd5cba8d18" providerId="ADAL" clId="{88DB0432-0257-4B9C-AC44-4607F71EAFFD}" dt="2026-01-24T12:36:49.172" v="307"/>
          <ac:inkMkLst>
            <pc:docMk/>
            <pc:sldMk cId="329480851" sldId="317"/>
            <ac:inkMk id="36" creationId="{980959D9-BA1D-5057-A17D-803D9B8976A0}"/>
          </ac:inkMkLst>
        </pc:inkChg>
        <pc:inkChg chg="add del">
          <ac:chgData name="MINATI RATH ." userId="c069ce78-7b3e-49df-863c-37cd5cba8d18" providerId="ADAL" clId="{88DB0432-0257-4B9C-AC44-4607F71EAFFD}" dt="2026-01-24T12:36:51.117" v="310"/>
          <ac:inkMkLst>
            <pc:docMk/>
            <pc:sldMk cId="329480851" sldId="317"/>
            <ac:inkMk id="37" creationId="{48D106B0-C563-69F4-1622-BBBA8A48D565}"/>
          </ac:inkMkLst>
        </pc:inkChg>
        <pc:inkChg chg="add del">
          <ac:chgData name="MINATI RATH ." userId="c069ce78-7b3e-49df-863c-37cd5cba8d18" providerId="ADAL" clId="{88DB0432-0257-4B9C-AC44-4607F71EAFFD}" dt="2026-01-24T12:36:51.117" v="310"/>
          <ac:inkMkLst>
            <pc:docMk/>
            <pc:sldMk cId="329480851" sldId="317"/>
            <ac:inkMk id="38" creationId="{E37C7D7E-F4D1-6F0E-AC3D-F360C891D172}"/>
          </ac:inkMkLst>
        </pc:inkChg>
        <pc:inkChg chg="add reco">
          <ac:chgData name="MINATI RATH ." userId="c069ce78-7b3e-49df-863c-37cd5cba8d18" providerId="ADAL" clId="{88DB0432-0257-4B9C-AC44-4607F71EAFFD}" dt="2026-01-24T12:36:51.117" v="310"/>
          <ac:inkMkLst>
            <pc:docMk/>
            <pc:sldMk cId="329480851" sldId="317"/>
            <ac:inkMk id="39" creationId="{DC9BCB88-7B49-B99D-A7F3-F79842C7450A}"/>
          </ac:inkMkLst>
        </pc:inkChg>
        <pc:inkChg chg="add del">
          <ac:chgData name="MINATI RATH ." userId="c069ce78-7b3e-49df-863c-37cd5cba8d18" providerId="ADAL" clId="{88DB0432-0257-4B9C-AC44-4607F71EAFFD}" dt="2026-01-24T12:36:53.731" v="315"/>
          <ac:inkMkLst>
            <pc:docMk/>
            <pc:sldMk cId="329480851" sldId="317"/>
            <ac:inkMk id="40" creationId="{67C354A9-8452-978A-D7C9-33913B869DA3}"/>
          </ac:inkMkLst>
        </pc:inkChg>
        <pc:inkChg chg="add del">
          <ac:chgData name="MINATI RATH ." userId="c069ce78-7b3e-49df-863c-37cd5cba8d18" providerId="ADAL" clId="{88DB0432-0257-4B9C-AC44-4607F71EAFFD}" dt="2026-01-24T12:36:53.731" v="315"/>
          <ac:inkMkLst>
            <pc:docMk/>
            <pc:sldMk cId="329480851" sldId="317"/>
            <ac:inkMk id="41" creationId="{62662E9F-76A6-B14C-F24A-136F8286EE31}"/>
          </ac:inkMkLst>
        </pc:inkChg>
        <pc:inkChg chg="add del">
          <ac:chgData name="MINATI RATH ." userId="c069ce78-7b3e-49df-863c-37cd5cba8d18" providerId="ADAL" clId="{88DB0432-0257-4B9C-AC44-4607F71EAFFD}" dt="2026-01-24T12:36:53.731" v="315"/>
          <ac:inkMkLst>
            <pc:docMk/>
            <pc:sldMk cId="329480851" sldId="317"/>
            <ac:inkMk id="42" creationId="{BFFFAE7A-4343-277C-DC21-BF53A9F12A21}"/>
          </ac:inkMkLst>
        </pc:inkChg>
        <pc:inkChg chg="add del">
          <ac:chgData name="MINATI RATH ." userId="c069ce78-7b3e-49df-863c-37cd5cba8d18" providerId="ADAL" clId="{88DB0432-0257-4B9C-AC44-4607F71EAFFD}" dt="2026-01-24T12:36:53.731" v="315"/>
          <ac:inkMkLst>
            <pc:docMk/>
            <pc:sldMk cId="329480851" sldId="317"/>
            <ac:inkMk id="43" creationId="{B126E0A6-0F78-A434-E980-D874A6BD7231}"/>
          </ac:inkMkLst>
        </pc:inkChg>
        <pc:inkChg chg="add reco">
          <ac:chgData name="MINATI RATH ." userId="c069ce78-7b3e-49df-863c-37cd5cba8d18" providerId="ADAL" clId="{88DB0432-0257-4B9C-AC44-4607F71EAFFD}" dt="2026-01-24T12:36:53.731" v="315"/>
          <ac:inkMkLst>
            <pc:docMk/>
            <pc:sldMk cId="329480851" sldId="317"/>
            <ac:inkMk id="44" creationId="{AE38622B-E777-2359-E604-04196BEBE291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45" creationId="{4E0B14FB-4F66-0952-3C15-B31F5E5BA803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46" creationId="{A6104B21-C0C0-02F7-F1F5-37FF15A00A17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47" creationId="{C82C63D4-FA40-43EE-916C-C4E92D6F31A8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48" creationId="{E876E20B-82E1-26BD-DA49-D17B80C6B505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49" creationId="{885FF158-88E7-1C63-FFAD-6BECE094AA81}"/>
          </ac:inkMkLst>
        </pc:inkChg>
        <pc:inkChg chg="add del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50" creationId="{557B3D94-420E-531A-0DA3-F6E8C1AC19ED}"/>
          </ac:inkMkLst>
        </pc:inkChg>
        <pc:inkChg chg="add reco">
          <ac:chgData name="MINATI RATH ." userId="c069ce78-7b3e-49df-863c-37cd5cba8d18" providerId="ADAL" clId="{88DB0432-0257-4B9C-AC44-4607F71EAFFD}" dt="2026-01-24T12:36:56.481" v="322"/>
          <ac:inkMkLst>
            <pc:docMk/>
            <pc:sldMk cId="329480851" sldId="317"/>
            <ac:inkMk id="51" creationId="{1C264C2C-BB5D-593F-C4FB-0269EF292D61}"/>
          </ac:inkMkLst>
        </pc:inkChg>
        <pc:inkChg chg="add del">
          <ac:chgData name="MINATI RATH ." userId="c069ce78-7b3e-49df-863c-37cd5cba8d18" providerId="ADAL" clId="{88DB0432-0257-4B9C-AC44-4607F71EAFFD}" dt="2026-01-24T12:37:02.430" v="325"/>
          <ac:inkMkLst>
            <pc:docMk/>
            <pc:sldMk cId="329480851" sldId="317"/>
            <ac:inkMk id="52" creationId="{DBDBF21B-0C45-AECB-439A-B5D625B821FC}"/>
          </ac:inkMkLst>
        </pc:inkChg>
        <pc:inkChg chg="add del">
          <ac:chgData name="MINATI RATH ." userId="c069ce78-7b3e-49df-863c-37cd5cba8d18" providerId="ADAL" clId="{88DB0432-0257-4B9C-AC44-4607F71EAFFD}" dt="2026-01-24T12:37:02.430" v="325"/>
          <ac:inkMkLst>
            <pc:docMk/>
            <pc:sldMk cId="329480851" sldId="317"/>
            <ac:inkMk id="53" creationId="{C66F82FF-2679-33CD-C6D5-01C7D5EA3434}"/>
          </ac:inkMkLst>
        </pc:inkChg>
        <pc:inkChg chg="add reco">
          <ac:chgData name="MINATI RATH ." userId="c069ce78-7b3e-49df-863c-37cd5cba8d18" providerId="ADAL" clId="{88DB0432-0257-4B9C-AC44-4607F71EAFFD}" dt="2026-01-24T12:37:02.430" v="325"/>
          <ac:inkMkLst>
            <pc:docMk/>
            <pc:sldMk cId="329480851" sldId="317"/>
            <ac:inkMk id="54" creationId="{B131BF9D-35A2-FF44-C21D-1FBBB9608168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55" creationId="{594E21FB-053B-6CC3-0691-2DEAB60333B8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56" creationId="{718C4F85-9059-6E9D-8D30-A2082063964D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57" creationId="{D460B095-4167-DCA6-C6B9-1431D21D2DC7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58" creationId="{8ABA5140-8C00-929E-6FDC-36008B55251D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59" creationId="{0750D870-7FE5-6A85-79C6-3AC5678C39B2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60" creationId="{39E33B30-3263-7520-ECCF-B5EA9585C2C7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61" creationId="{B6DABE9F-5A94-C01A-99D2-0A7F21A96624}"/>
          </ac:inkMkLst>
        </pc:inkChg>
        <pc:inkChg chg="add del">
          <ac:chgData name="MINATI RATH ." userId="c069ce78-7b3e-49df-863c-37cd5cba8d18" providerId="ADAL" clId="{88DB0432-0257-4B9C-AC44-4607F71EAFFD}" dt="2026-01-24T12:37:08.495" v="334"/>
          <ac:inkMkLst>
            <pc:docMk/>
            <pc:sldMk cId="329480851" sldId="317"/>
            <ac:inkMk id="62" creationId="{831EF7A3-1355-0E7E-A24D-EA2D183EA652}"/>
          </ac:inkMkLst>
        </pc:inkChg>
        <pc:inkChg chg="add del mod reco">
          <ac:chgData name="MINATI RATH ." userId="c069ce78-7b3e-49df-863c-37cd5cba8d18" providerId="ADAL" clId="{88DB0432-0257-4B9C-AC44-4607F71EAFFD}" dt="2026-01-24T12:39:49.761" v="430" actId="478"/>
          <ac:inkMkLst>
            <pc:docMk/>
            <pc:sldMk cId="329480851" sldId="317"/>
            <ac:inkMk id="63" creationId="{8BE33680-7F9F-61A3-E11F-98122F867398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4" creationId="{643101D6-CF13-0919-124F-1D37907516A2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5" creationId="{B7AF359B-D896-3BC6-DB34-9D06F7211062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6" creationId="{4F10D282-1555-A344-1EC7-2AA0796274ED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7" creationId="{C5F17B27-2926-4D1C-6006-78E049CDD7FB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8" creationId="{A530F5C2-B605-D4C4-DD7D-E8CB106FB781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69" creationId="{8003D459-4C98-3A73-8B19-2A7747F0BC50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70" creationId="{39456665-F37F-6C5E-5078-2867B1819C46}"/>
          </ac:inkMkLst>
        </pc:inkChg>
        <pc:inkChg chg="add del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71" creationId="{6EDA5438-BD1F-C5D8-006A-322FB4E10D19}"/>
          </ac:inkMkLst>
        </pc:inkChg>
        <pc:inkChg chg="add reco">
          <ac:chgData name="MINATI RATH ." userId="c069ce78-7b3e-49df-863c-37cd5cba8d18" providerId="ADAL" clId="{88DB0432-0257-4B9C-AC44-4607F71EAFFD}" dt="2026-01-24T12:37:13.129" v="343"/>
          <ac:inkMkLst>
            <pc:docMk/>
            <pc:sldMk cId="329480851" sldId="317"/>
            <ac:inkMk id="72" creationId="{EEC5AF4E-6E94-470E-04A2-93B0F8EA7FF4}"/>
          </ac:inkMkLst>
        </pc:inkChg>
        <pc:inkChg chg="add">
          <ac:chgData name="MINATI RATH ." userId="c069ce78-7b3e-49df-863c-37cd5cba8d18" providerId="ADAL" clId="{88DB0432-0257-4B9C-AC44-4607F71EAFFD}" dt="2026-01-24T12:37:16.869" v="344"/>
          <ac:inkMkLst>
            <pc:docMk/>
            <pc:sldMk cId="329480851" sldId="317"/>
            <ac:inkMk id="73" creationId="{9D5A74BA-0ED3-9F15-8A5A-EB0EA150737D}"/>
          </ac:inkMkLst>
        </pc:inkChg>
        <pc:inkChg chg="add del">
          <ac:chgData name="MINATI RATH ." userId="c069ce78-7b3e-49df-863c-37cd5cba8d18" providerId="ADAL" clId="{88DB0432-0257-4B9C-AC44-4607F71EAFFD}" dt="2026-01-24T12:37:19.290" v="347"/>
          <ac:inkMkLst>
            <pc:docMk/>
            <pc:sldMk cId="329480851" sldId="317"/>
            <ac:inkMk id="74" creationId="{53CE88B1-6941-AC62-10F0-69492CC314F8}"/>
          </ac:inkMkLst>
        </pc:inkChg>
        <pc:inkChg chg="add del">
          <ac:chgData name="MINATI RATH ." userId="c069ce78-7b3e-49df-863c-37cd5cba8d18" providerId="ADAL" clId="{88DB0432-0257-4B9C-AC44-4607F71EAFFD}" dt="2026-01-24T12:37:19.290" v="347"/>
          <ac:inkMkLst>
            <pc:docMk/>
            <pc:sldMk cId="329480851" sldId="317"/>
            <ac:inkMk id="75" creationId="{2C651977-731B-D056-8811-EE6437E220FB}"/>
          </ac:inkMkLst>
        </pc:inkChg>
        <pc:inkChg chg="add reco">
          <ac:chgData name="MINATI RATH ." userId="c069ce78-7b3e-49df-863c-37cd5cba8d18" providerId="ADAL" clId="{88DB0432-0257-4B9C-AC44-4607F71EAFFD}" dt="2026-01-24T12:37:19.290" v="347"/>
          <ac:inkMkLst>
            <pc:docMk/>
            <pc:sldMk cId="329480851" sldId="317"/>
            <ac:inkMk id="76" creationId="{3FFE1A73-0AEA-78D5-8615-BC1B13548E1F}"/>
          </ac:inkMkLst>
        </pc:inkChg>
        <pc:inkChg chg="add del">
          <ac:chgData name="MINATI RATH ." userId="c069ce78-7b3e-49df-863c-37cd5cba8d18" providerId="ADAL" clId="{88DB0432-0257-4B9C-AC44-4607F71EAFFD}" dt="2026-01-24T12:37:22.908" v="352"/>
          <ac:inkMkLst>
            <pc:docMk/>
            <pc:sldMk cId="329480851" sldId="317"/>
            <ac:inkMk id="77" creationId="{962A5774-94E0-78E6-FA9F-69E78B29C0AD}"/>
          </ac:inkMkLst>
        </pc:inkChg>
        <pc:inkChg chg="add del">
          <ac:chgData name="MINATI RATH ." userId="c069ce78-7b3e-49df-863c-37cd5cba8d18" providerId="ADAL" clId="{88DB0432-0257-4B9C-AC44-4607F71EAFFD}" dt="2026-01-24T12:37:22.908" v="352"/>
          <ac:inkMkLst>
            <pc:docMk/>
            <pc:sldMk cId="329480851" sldId="317"/>
            <ac:inkMk id="78" creationId="{89100555-6D4E-2F4F-BEBC-6F47669F240F}"/>
          </ac:inkMkLst>
        </pc:inkChg>
        <pc:inkChg chg="add del">
          <ac:chgData name="MINATI RATH ." userId="c069ce78-7b3e-49df-863c-37cd5cba8d18" providerId="ADAL" clId="{88DB0432-0257-4B9C-AC44-4607F71EAFFD}" dt="2026-01-24T12:37:22.908" v="352"/>
          <ac:inkMkLst>
            <pc:docMk/>
            <pc:sldMk cId="329480851" sldId="317"/>
            <ac:inkMk id="79" creationId="{FF47A159-19FD-78C1-DCA9-1995A9A37142}"/>
          </ac:inkMkLst>
        </pc:inkChg>
        <pc:inkChg chg="add del">
          <ac:chgData name="MINATI RATH ." userId="c069ce78-7b3e-49df-863c-37cd5cba8d18" providerId="ADAL" clId="{88DB0432-0257-4B9C-AC44-4607F71EAFFD}" dt="2026-01-24T12:37:22.908" v="352"/>
          <ac:inkMkLst>
            <pc:docMk/>
            <pc:sldMk cId="329480851" sldId="317"/>
            <ac:inkMk id="80" creationId="{8277D0F4-A318-C8D7-7C49-41DF4C6D9BEE}"/>
          </ac:inkMkLst>
        </pc:inkChg>
        <pc:inkChg chg="add del mod reco">
          <ac:chgData name="MINATI RATH ." userId="c069ce78-7b3e-49df-863c-37cd5cba8d18" providerId="ADAL" clId="{88DB0432-0257-4B9C-AC44-4607F71EAFFD}" dt="2026-01-24T12:39:54.108" v="431" actId="478"/>
          <ac:inkMkLst>
            <pc:docMk/>
            <pc:sldMk cId="329480851" sldId="317"/>
            <ac:inkMk id="81" creationId="{0DBB108D-137B-FC67-C5AE-06F90F64944F}"/>
          </ac:inkMkLst>
        </pc:inkChg>
        <pc:inkChg chg="add del">
          <ac:chgData name="MINATI RATH ." userId="c069ce78-7b3e-49df-863c-37cd5cba8d18" providerId="ADAL" clId="{88DB0432-0257-4B9C-AC44-4607F71EAFFD}" dt="2026-01-24T12:37:24.953" v="356"/>
          <ac:inkMkLst>
            <pc:docMk/>
            <pc:sldMk cId="329480851" sldId="317"/>
            <ac:inkMk id="82" creationId="{60A7DACA-D855-4A69-BE34-FA754D2722F7}"/>
          </ac:inkMkLst>
        </pc:inkChg>
        <pc:inkChg chg="add del">
          <ac:chgData name="MINATI RATH ." userId="c069ce78-7b3e-49df-863c-37cd5cba8d18" providerId="ADAL" clId="{88DB0432-0257-4B9C-AC44-4607F71EAFFD}" dt="2026-01-24T12:37:24.953" v="356"/>
          <ac:inkMkLst>
            <pc:docMk/>
            <pc:sldMk cId="329480851" sldId="317"/>
            <ac:inkMk id="83" creationId="{93D35658-B36B-28D0-9538-CDC82D2BAE36}"/>
          </ac:inkMkLst>
        </pc:inkChg>
        <pc:inkChg chg="add del">
          <ac:chgData name="MINATI RATH ." userId="c069ce78-7b3e-49df-863c-37cd5cba8d18" providerId="ADAL" clId="{88DB0432-0257-4B9C-AC44-4607F71EAFFD}" dt="2026-01-24T12:37:24.953" v="356"/>
          <ac:inkMkLst>
            <pc:docMk/>
            <pc:sldMk cId="329480851" sldId="317"/>
            <ac:inkMk id="84" creationId="{B2157975-37CF-1537-CEDE-0D95906EF2E8}"/>
          </ac:inkMkLst>
        </pc:inkChg>
        <pc:inkChg chg="add reco">
          <ac:chgData name="MINATI RATH ." userId="c069ce78-7b3e-49df-863c-37cd5cba8d18" providerId="ADAL" clId="{88DB0432-0257-4B9C-AC44-4607F71EAFFD}" dt="2026-01-24T12:37:24.953" v="356"/>
          <ac:inkMkLst>
            <pc:docMk/>
            <pc:sldMk cId="329480851" sldId="317"/>
            <ac:inkMk id="85" creationId="{F434EC99-5510-6619-4567-0B786A7C3926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86" creationId="{D42C74E5-958D-D6DA-40AD-D6FB828D09D0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87" creationId="{A029E6AC-FF5A-060E-C38D-7DBBDA7DC221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88" creationId="{31BB6487-7CD9-D456-B582-0D44303C1975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89" creationId="{6EE07735-6D4D-EAA2-A15A-8482FBA52ABA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90" creationId="{98C3A1D6-8FEB-40AA-163A-2F9B575C111E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91" creationId="{435D3D12-2817-708A-2DA3-5BCCF69E217D}"/>
          </ac:inkMkLst>
        </pc:inkChg>
        <pc:inkChg chg="add del">
          <ac:chgData name="MINATI RATH ." userId="c069ce78-7b3e-49df-863c-37cd5cba8d18" providerId="ADAL" clId="{88DB0432-0257-4B9C-AC44-4607F71EAFFD}" dt="2026-01-24T12:37:29.168" v="364"/>
          <ac:inkMkLst>
            <pc:docMk/>
            <pc:sldMk cId="329480851" sldId="317"/>
            <ac:inkMk id="92" creationId="{B1107096-7FD7-C549-0CCF-8A3908ADF44E}"/>
          </ac:inkMkLst>
        </pc:inkChg>
        <pc:inkChg chg="add mod reco modStrokes">
          <ac:chgData name="MINATI RATH ." userId="c069ce78-7b3e-49df-863c-37cd5cba8d18" providerId="ADAL" clId="{88DB0432-0257-4B9C-AC44-4607F71EAFFD}" dt="2026-01-24T12:39:34.638" v="426"/>
          <ac:inkMkLst>
            <pc:docMk/>
            <pc:sldMk cId="329480851" sldId="317"/>
            <ac:inkMk id="93" creationId="{33FDA087-4218-1056-4039-59C074F0F30F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4" creationId="{9A668903-27AC-6FB2-E3F3-137337EDFF21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5" creationId="{56A78BF8-B2CA-DFB3-48AE-2B22EF0AE822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6" creationId="{9277ABFE-6023-4999-4E29-C47D61DF2629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7" creationId="{F7E0D97C-7330-D41B-695E-B16DE828A0E8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8" creationId="{F655B262-0E6D-A78B-2C46-4A2773B68FF8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99" creationId="{946F8C65-BCCC-C532-9E52-2FC9DD6BF4B6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100" creationId="{28C51885-3C2F-0986-C602-E114B5791356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101" creationId="{3DF85752-4833-3896-E064-D09897D7604B}"/>
          </ac:inkMkLst>
        </pc:inkChg>
        <pc:inkChg chg="add del">
          <ac:chgData name="MINATI RATH ." userId="c069ce78-7b3e-49df-863c-37cd5cba8d18" providerId="ADAL" clId="{88DB0432-0257-4B9C-AC44-4607F71EAFFD}" dt="2026-01-24T12:37:35.563" v="374"/>
          <ac:inkMkLst>
            <pc:docMk/>
            <pc:sldMk cId="329480851" sldId="317"/>
            <ac:inkMk id="102" creationId="{582AC74C-9805-671A-589A-513D1048CE1A}"/>
          </ac:inkMkLst>
        </pc:inkChg>
        <pc:inkChg chg="add mod reco modStrokes">
          <ac:chgData name="MINATI RATH ." userId="c069ce78-7b3e-49df-863c-37cd5cba8d18" providerId="ADAL" clId="{88DB0432-0257-4B9C-AC44-4607F71EAFFD}" dt="2026-01-24T12:40:28.182" v="436"/>
          <ac:inkMkLst>
            <pc:docMk/>
            <pc:sldMk cId="329480851" sldId="317"/>
            <ac:inkMk id="103" creationId="{DD29CDAA-5EFB-5856-5816-02F02B4695D8}"/>
          </ac:inkMkLst>
        </pc:inkChg>
        <pc:inkChg chg="add del">
          <ac:chgData name="MINATI RATH ." userId="c069ce78-7b3e-49df-863c-37cd5cba8d18" providerId="ADAL" clId="{88DB0432-0257-4B9C-AC44-4607F71EAFFD}" dt="2026-01-24T12:39:09.230" v="421" actId="478"/>
          <ac:inkMkLst>
            <pc:docMk/>
            <pc:sldMk cId="329480851" sldId="317"/>
            <ac:inkMk id="104" creationId="{89D3BB91-F447-3BAE-B804-4CFB5AAB756C}"/>
          </ac:inkMkLst>
        </pc:inkChg>
        <pc:inkChg chg="add del">
          <ac:chgData name="MINATI RATH ." userId="c069ce78-7b3e-49df-863c-37cd5cba8d18" providerId="ADAL" clId="{88DB0432-0257-4B9C-AC44-4607F71EAFFD}" dt="2026-01-24T12:37:44.556" v="380"/>
          <ac:inkMkLst>
            <pc:docMk/>
            <pc:sldMk cId="329480851" sldId="317"/>
            <ac:inkMk id="105" creationId="{A53EF694-377B-24CB-F473-1477957F9FAF}"/>
          </ac:inkMkLst>
        </pc:inkChg>
        <pc:inkChg chg="add del">
          <ac:chgData name="MINATI RATH ." userId="c069ce78-7b3e-49df-863c-37cd5cba8d18" providerId="ADAL" clId="{88DB0432-0257-4B9C-AC44-4607F71EAFFD}" dt="2026-01-24T12:37:44.556" v="380"/>
          <ac:inkMkLst>
            <pc:docMk/>
            <pc:sldMk cId="329480851" sldId="317"/>
            <ac:inkMk id="106" creationId="{6D545DC2-2F41-8F22-FA9E-6194E7B7CCA0}"/>
          </ac:inkMkLst>
        </pc:inkChg>
        <pc:inkChg chg="add del">
          <ac:chgData name="MINATI RATH ." userId="c069ce78-7b3e-49df-863c-37cd5cba8d18" providerId="ADAL" clId="{88DB0432-0257-4B9C-AC44-4607F71EAFFD}" dt="2026-01-24T12:37:44.556" v="380"/>
          <ac:inkMkLst>
            <pc:docMk/>
            <pc:sldMk cId="329480851" sldId="317"/>
            <ac:inkMk id="107" creationId="{C5776B8C-7AF4-AB74-B4C5-1B8E5399898F}"/>
          </ac:inkMkLst>
        </pc:inkChg>
        <pc:inkChg chg="add del">
          <ac:chgData name="MINATI RATH ." userId="c069ce78-7b3e-49df-863c-37cd5cba8d18" providerId="ADAL" clId="{88DB0432-0257-4B9C-AC44-4607F71EAFFD}" dt="2026-01-24T12:37:44.556" v="380"/>
          <ac:inkMkLst>
            <pc:docMk/>
            <pc:sldMk cId="329480851" sldId="317"/>
            <ac:inkMk id="108" creationId="{5FE832BE-EE1D-03C1-9EF3-4CA86BD6D2D4}"/>
          </ac:inkMkLst>
        </pc:inkChg>
        <pc:inkChg chg="add mod reco">
          <ac:chgData name="MINATI RATH ." userId="c069ce78-7b3e-49df-863c-37cd5cba8d18" providerId="ADAL" clId="{88DB0432-0257-4B9C-AC44-4607F71EAFFD}" dt="2026-01-24T12:40:14.981" v="432" actId="478"/>
          <ac:inkMkLst>
            <pc:docMk/>
            <pc:sldMk cId="329480851" sldId="317"/>
            <ac:inkMk id="109" creationId="{9BE5676A-08FC-E09F-8246-0F2DB24D0FB4}"/>
          </ac:inkMkLst>
        </pc:inkChg>
        <pc:inkChg chg="add del">
          <ac:chgData name="MINATI RATH ." userId="c069ce78-7b3e-49df-863c-37cd5cba8d18" providerId="ADAL" clId="{88DB0432-0257-4B9C-AC44-4607F71EAFFD}" dt="2026-01-24T12:37:59.676" v="384"/>
          <ac:inkMkLst>
            <pc:docMk/>
            <pc:sldMk cId="329480851" sldId="317"/>
            <ac:inkMk id="110" creationId="{3863CB78-8DF3-13E5-88F5-1B501E0B011D}"/>
          </ac:inkMkLst>
        </pc:inkChg>
        <pc:inkChg chg="add del">
          <ac:chgData name="MINATI RATH ." userId="c069ce78-7b3e-49df-863c-37cd5cba8d18" providerId="ADAL" clId="{88DB0432-0257-4B9C-AC44-4607F71EAFFD}" dt="2026-01-24T12:37:59.676" v="384"/>
          <ac:inkMkLst>
            <pc:docMk/>
            <pc:sldMk cId="329480851" sldId="317"/>
            <ac:inkMk id="111" creationId="{658C6720-EBFE-007F-E321-2BE59F39AA1D}"/>
          </ac:inkMkLst>
        </pc:inkChg>
        <pc:inkChg chg="add del">
          <ac:chgData name="MINATI RATH ." userId="c069ce78-7b3e-49df-863c-37cd5cba8d18" providerId="ADAL" clId="{88DB0432-0257-4B9C-AC44-4607F71EAFFD}" dt="2026-01-24T12:37:59.676" v="384"/>
          <ac:inkMkLst>
            <pc:docMk/>
            <pc:sldMk cId="329480851" sldId="317"/>
            <ac:inkMk id="112" creationId="{96DAC97B-F9F9-7135-785C-A66057472B94}"/>
          </ac:inkMkLst>
        </pc:inkChg>
        <pc:inkChg chg="add reco">
          <ac:chgData name="MINATI RATH ." userId="c069ce78-7b3e-49df-863c-37cd5cba8d18" providerId="ADAL" clId="{88DB0432-0257-4B9C-AC44-4607F71EAFFD}" dt="2026-01-24T12:37:59.676" v="384"/>
          <ac:inkMkLst>
            <pc:docMk/>
            <pc:sldMk cId="329480851" sldId="317"/>
            <ac:inkMk id="113" creationId="{21EA9DD1-CAE9-DD33-429F-C9D00D41EE6C}"/>
          </ac:inkMkLst>
        </pc:inkChg>
        <pc:inkChg chg="add del">
          <ac:chgData name="MINATI RATH ." userId="c069ce78-7b3e-49df-863c-37cd5cba8d18" providerId="ADAL" clId="{88DB0432-0257-4B9C-AC44-4607F71EAFFD}" dt="2026-01-24T12:38:12.152" v="388"/>
          <ac:inkMkLst>
            <pc:docMk/>
            <pc:sldMk cId="329480851" sldId="317"/>
            <ac:inkMk id="114" creationId="{4EE84F65-EA55-A35C-73FA-7F2B8F4F6B09}"/>
          </ac:inkMkLst>
        </pc:inkChg>
        <pc:inkChg chg="add del">
          <ac:chgData name="MINATI RATH ." userId="c069ce78-7b3e-49df-863c-37cd5cba8d18" providerId="ADAL" clId="{88DB0432-0257-4B9C-AC44-4607F71EAFFD}" dt="2026-01-24T12:38:12.152" v="388"/>
          <ac:inkMkLst>
            <pc:docMk/>
            <pc:sldMk cId="329480851" sldId="317"/>
            <ac:inkMk id="115" creationId="{FEA67E94-E942-C358-9952-3184297A50C0}"/>
          </ac:inkMkLst>
        </pc:inkChg>
        <pc:inkChg chg="add del">
          <ac:chgData name="MINATI RATH ." userId="c069ce78-7b3e-49df-863c-37cd5cba8d18" providerId="ADAL" clId="{88DB0432-0257-4B9C-AC44-4607F71EAFFD}" dt="2026-01-24T12:38:12.152" v="388"/>
          <ac:inkMkLst>
            <pc:docMk/>
            <pc:sldMk cId="329480851" sldId="317"/>
            <ac:inkMk id="116" creationId="{48D4299F-F087-1D6E-0C96-000DBD813CB8}"/>
          </ac:inkMkLst>
        </pc:inkChg>
        <pc:inkChg chg="add reco">
          <ac:chgData name="MINATI RATH ." userId="c069ce78-7b3e-49df-863c-37cd5cba8d18" providerId="ADAL" clId="{88DB0432-0257-4B9C-AC44-4607F71EAFFD}" dt="2026-01-24T12:38:12.152" v="388"/>
          <ac:inkMkLst>
            <pc:docMk/>
            <pc:sldMk cId="329480851" sldId="317"/>
            <ac:inkMk id="117" creationId="{0F96F04E-8377-7B88-510D-A4295A76AF86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18" creationId="{9B689338-17BA-2D47-0783-C426867C4F47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19" creationId="{C9DF54AB-5D44-A137-3474-512FD1A3620A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20" creationId="{05C45483-D4EB-7EE6-5CA8-F8A934C818F7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21" creationId="{1034A0B9-3FAB-73AA-03E1-E2011D9ADA33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22" creationId="{CFD0053F-6F47-C739-1077-72BEFB821D93}"/>
          </ac:inkMkLst>
        </pc:inkChg>
        <pc:inkChg chg="add del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23" creationId="{5F19D0B3-8D51-A1C6-1B5F-9E4B28E55E32}"/>
          </ac:inkMkLst>
        </pc:inkChg>
        <pc:inkChg chg="add reco">
          <ac:chgData name="MINATI RATH ." userId="c069ce78-7b3e-49df-863c-37cd5cba8d18" providerId="ADAL" clId="{88DB0432-0257-4B9C-AC44-4607F71EAFFD}" dt="2026-01-24T12:38:17.707" v="395"/>
          <ac:inkMkLst>
            <pc:docMk/>
            <pc:sldMk cId="329480851" sldId="317"/>
            <ac:inkMk id="124" creationId="{3FD8F9AA-B637-DD9F-2929-A932FAA2CECE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25" creationId="{B7AFFCC6-522B-C6EA-C8BA-5E2ECAD878F2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26" creationId="{118DF7AD-23DB-3049-3334-0DC03F435F42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27" creationId="{214F88ED-CDA0-23FD-632E-43BF234D04FF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28" creationId="{03982212-F1EB-F36C-2192-A875CB9C60D7}"/>
          </ac:inkMkLst>
        </pc:inkChg>
        <pc:inkChg chg="add">
          <ac:chgData name="MINATI RATH ." userId="c069ce78-7b3e-49df-863c-37cd5cba8d18" providerId="ADAL" clId="{88DB0432-0257-4B9C-AC44-4607F71EAFFD}" dt="2026-01-24T12:38:26.024" v="400"/>
          <ac:inkMkLst>
            <pc:docMk/>
            <pc:sldMk cId="329480851" sldId="317"/>
            <ac:inkMk id="129" creationId="{29EE164A-FC74-F182-6AF3-572CDA32768C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30" creationId="{1D36B584-06AB-36D4-5EC3-C8D6F06D6DBF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31" creationId="{D1010203-88EB-9934-87E8-50C5BB31EB79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32" creationId="{2E73DFAD-1F6F-0CEF-16DD-0FC1C0241907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33" creationId="{1B1732C6-A837-B9FD-9E85-02028C8A357B}"/>
          </ac:inkMkLst>
        </pc:inkChg>
        <pc:inkChg chg="add del">
          <ac:chgData name="MINATI RATH ." userId="c069ce78-7b3e-49df-863c-37cd5cba8d18" providerId="ADAL" clId="{88DB0432-0257-4B9C-AC44-4607F71EAFFD}" dt="2026-01-24T12:38:31.500" v="406"/>
          <ac:inkMkLst>
            <pc:docMk/>
            <pc:sldMk cId="329480851" sldId="317"/>
            <ac:inkMk id="134" creationId="{EA98D846-E468-C6FC-E379-C5866EA07C70}"/>
          </ac:inkMkLst>
        </pc:inkChg>
        <pc:inkChg chg="add del reco">
          <ac:chgData name="MINATI RATH ." userId="c069ce78-7b3e-49df-863c-37cd5cba8d18" providerId="ADAL" clId="{88DB0432-0257-4B9C-AC44-4607F71EAFFD}" dt="2026-01-24T12:39:26.614" v="424" actId="478"/>
          <ac:inkMkLst>
            <pc:docMk/>
            <pc:sldMk cId="329480851" sldId="317"/>
            <ac:inkMk id="135" creationId="{51FB2D1B-9CF7-4DA8-5B9C-886C8E9C8D3F}"/>
          </ac:inkMkLst>
        </pc:inkChg>
        <pc:inkChg chg="add del">
          <ac:chgData name="MINATI RATH ." userId="c069ce78-7b3e-49df-863c-37cd5cba8d18" providerId="ADAL" clId="{88DB0432-0257-4B9C-AC44-4607F71EAFFD}" dt="2026-01-24T12:38:39.604" v="411"/>
          <ac:inkMkLst>
            <pc:docMk/>
            <pc:sldMk cId="329480851" sldId="317"/>
            <ac:inkMk id="136" creationId="{8981CFD7-2B81-CCD0-035C-04F72F3296C8}"/>
          </ac:inkMkLst>
        </pc:inkChg>
        <pc:inkChg chg="add del">
          <ac:chgData name="MINATI RATH ." userId="c069ce78-7b3e-49df-863c-37cd5cba8d18" providerId="ADAL" clId="{88DB0432-0257-4B9C-AC44-4607F71EAFFD}" dt="2026-01-24T12:38:39.604" v="411"/>
          <ac:inkMkLst>
            <pc:docMk/>
            <pc:sldMk cId="329480851" sldId="317"/>
            <ac:inkMk id="137" creationId="{6363AA18-C512-CAE4-12F6-A67786C0724F}"/>
          </ac:inkMkLst>
        </pc:inkChg>
        <pc:inkChg chg="add del">
          <ac:chgData name="MINATI RATH ." userId="c069ce78-7b3e-49df-863c-37cd5cba8d18" providerId="ADAL" clId="{88DB0432-0257-4B9C-AC44-4607F71EAFFD}" dt="2026-01-24T12:38:39.604" v="411"/>
          <ac:inkMkLst>
            <pc:docMk/>
            <pc:sldMk cId="329480851" sldId="317"/>
            <ac:inkMk id="138" creationId="{62185DF3-B3B5-58F8-021B-43117550300F}"/>
          </ac:inkMkLst>
        </pc:inkChg>
        <pc:inkChg chg="add del">
          <ac:chgData name="MINATI RATH ." userId="c069ce78-7b3e-49df-863c-37cd5cba8d18" providerId="ADAL" clId="{88DB0432-0257-4B9C-AC44-4607F71EAFFD}" dt="2026-01-24T12:38:39.604" v="411"/>
          <ac:inkMkLst>
            <pc:docMk/>
            <pc:sldMk cId="329480851" sldId="317"/>
            <ac:inkMk id="139" creationId="{BC499AF6-5A85-3311-6BFB-E35270F16425}"/>
          </ac:inkMkLst>
        </pc:inkChg>
        <pc:inkChg chg="add reco">
          <ac:chgData name="MINATI RATH ." userId="c069ce78-7b3e-49df-863c-37cd5cba8d18" providerId="ADAL" clId="{88DB0432-0257-4B9C-AC44-4607F71EAFFD}" dt="2026-01-24T12:38:39.604" v="411"/>
          <ac:inkMkLst>
            <pc:docMk/>
            <pc:sldMk cId="329480851" sldId="317"/>
            <ac:inkMk id="140" creationId="{CD602B12-B713-F898-3046-D20534F2DC5D}"/>
          </ac:inkMkLst>
        </pc:inkChg>
        <pc:inkChg chg="add">
          <ac:chgData name="MINATI RATH ." userId="c069ce78-7b3e-49df-863c-37cd5cba8d18" providerId="ADAL" clId="{88DB0432-0257-4B9C-AC44-4607F71EAFFD}" dt="2026-01-24T12:38:40.546" v="412"/>
          <ac:inkMkLst>
            <pc:docMk/>
            <pc:sldMk cId="329480851" sldId="317"/>
            <ac:inkMk id="141" creationId="{4BA3F10B-4783-2D3D-729F-392A65727F11}"/>
          </ac:inkMkLst>
        </pc:inkChg>
        <pc:inkChg chg="add del">
          <ac:chgData name="MINATI RATH ." userId="c069ce78-7b3e-49df-863c-37cd5cba8d18" providerId="ADAL" clId="{88DB0432-0257-4B9C-AC44-4607F71EAFFD}" dt="2026-01-24T12:38:46.135" v="416"/>
          <ac:inkMkLst>
            <pc:docMk/>
            <pc:sldMk cId="329480851" sldId="317"/>
            <ac:inkMk id="142" creationId="{46B72637-9E40-95C1-0B9A-A774D613FC41}"/>
          </ac:inkMkLst>
        </pc:inkChg>
        <pc:inkChg chg="add del">
          <ac:chgData name="MINATI RATH ." userId="c069ce78-7b3e-49df-863c-37cd5cba8d18" providerId="ADAL" clId="{88DB0432-0257-4B9C-AC44-4607F71EAFFD}" dt="2026-01-24T12:38:46.135" v="416"/>
          <ac:inkMkLst>
            <pc:docMk/>
            <pc:sldMk cId="329480851" sldId="317"/>
            <ac:inkMk id="143" creationId="{989D7D99-0275-F115-4F85-5A637AC317BF}"/>
          </ac:inkMkLst>
        </pc:inkChg>
        <pc:inkChg chg="add del">
          <ac:chgData name="MINATI RATH ." userId="c069ce78-7b3e-49df-863c-37cd5cba8d18" providerId="ADAL" clId="{88DB0432-0257-4B9C-AC44-4607F71EAFFD}" dt="2026-01-24T12:38:46.135" v="416"/>
          <ac:inkMkLst>
            <pc:docMk/>
            <pc:sldMk cId="329480851" sldId="317"/>
            <ac:inkMk id="144" creationId="{6D5D66A3-B26C-40AF-2A43-90A561A914C6}"/>
          </ac:inkMkLst>
        </pc:inkChg>
        <pc:inkChg chg="add del mod reco">
          <ac:chgData name="MINATI RATH ." userId="c069ce78-7b3e-49df-863c-37cd5cba8d18" providerId="ADAL" clId="{88DB0432-0257-4B9C-AC44-4607F71EAFFD}" dt="2026-01-24T12:39:16.479" v="423" actId="478"/>
          <ac:inkMkLst>
            <pc:docMk/>
            <pc:sldMk cId="329480851" sldId="317"/>
            <ac:inkMk id="145" creationId="{42A5A6F7-58CB-B83A-9F12-6582D1E1E921}"/>
          </ac:inkMkLst>
        </pc:inkChg>
        <pc:inkChg chg="add del">
          <ac:chgData name="MINATI RATH ." userId="c069ce78-7b3e-49df-863c-37cd5cba8d18" providerId="ADAL" clId="{88DB0432-0257-4B9C-AC44-4607F71EAFFD}" dt="2026-01-24T12:38:59.548" v="419"/>
          <ac:inkMkLst>
            <pc:docMk/>
            <pc:sldMk cId="329480851" sldId="317"/>
            <ac:inkMk id="146" creationId="{78DC7FC9-AC72-F155-6BF3-BE7E079BB7CE}"/>
          </ac:inkMkLst>
        </pc:inkChg>
        <pc:inkChg chg="add del">
          <ac:chgData name="MINATI RATH ." userId="c069ce78-7b3e-49df-863c-37cd5cba8d18" providerId="ADAL" clId="{88DB0432-0257-4B9C-AC44-4607F71EAFFD}" dt="2026-01-24T12:38:59.548" v="419"/>
          <ac:inkMkLst>
            <pc:docMk/>
            <pc:sldMk cId="329480851" sldId="317"/>
            <ac:inkMk id="147" creationId="{EE828C23-B1E1-3F99-6F8A-278AD341F1A5}"/>
          </ac:inkMkLst>
        </pc:inkChg>
        <pc:inkChg chg="add reco">
          <ac:chgData name="MINATI RATH ." userId="c069ce78-7b3e-49df-863c-37cd5cba8d18" providerId="ADAL" clId="{88DB0432-0257-4B9C-AC44-4607F71EAFFD}" dt="2026-01-24T12:38:59.548" v="419"/>
          <ac:inkMkLst>
            <pc:docMk/>
            <pc:sldMk cId="329480851" sldId="317"/>
            <ac:inkMk id="148" creationId="{7377300A-6C24-26AA-9D2B-54DBEF946253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0" creationId="{259DC9CA-DFE4-357D-B49B-B3FD05F5C701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1" creationId="{F0014746-476F-9D57-E4A0-A94A3BE778D1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2" creationId="{886DBE6D-1BF6-6FC6-3FDE-2FDDF3C6A523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3" creationId="{14F66592-8C0E-5102-11FF-3FF28D6C292F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4" creationId="{3F1A49FB-C829-4081-AB4F-8A1F15D8697F}"/>
          </ac:inkMkLst>
        </pc:inkChg>
        <pc:inkChg chg="add del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5" creationId="{01A57DB0-1A13-E9C3-0726-CC9A1DC1C82E}"/>
          </ac:inkMkLst>
        </pc:inkChg>
        <pc:inkChg chg="add reco">
          <ac:chgData name="MINATI RATH ." userId="c069ce78-7b3e-49df-863c-37cd5cba8d18" providerId="ADAL" clId="{88DB0432-0257-4B9C-AC44-4607F71EAFFD}" dt="2026-01-24T12:40:40.549" v="443"/>
          <ac:inkMkLst>
            <pc:docMk/>
            <pc:sldMk cId="329480851" sldId="317"/>
            <ac:inkMk id="156" creationId="{DA59E067-A435-021A-8473-4B7556F69C0E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57" creationId="{A9A769B5-E96C-361D-0026-21478D780343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58" creationId="{B656C727-1B3E-11B8-886B-67949E3D1A65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59" creationId="{AF901743-1E95-E765-7F87-2848589952C4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60" creationId="{27F9B432-9EE1-D916-0B04-8088D7F1152C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61" creationId="{FA47C0CA-63F7-0071-83AA-CBC8708303B8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62" creationId="{DBCB6BB3-B6FB-72A3-CBD6-0A7044C18C1C}"/>
          </ac:inkMkLst>
        </pc:inkChg>
        <pc:inkChg chg="add del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63" creationId="{31760712-E79A-BE76-FD32-09BE7B923931}"/>
          </ac:inkMkLst>
        </pc:inkChg>
        <pc:inkChg chg="add reco">
          <ac:chgData name="MINATI RATH ." userId="c069ce78-7b3e-49df-863c-37cd5cba8d18" providerId="ADAL" clId="{88DB0432-0257-4B9C-AC44-4607F71EAFFD}" dt="2026-01-24T12:40:45.661" v="451"/>
          <ac:inkMkLst>
            <pc:docMk/>
            <pc:sldMk cId="329480851" sldId="317"/>
            <ac:inkMk id="164" creationId="{5551668D-C539-61E3-D04B-7241641A9C69}"/>
          </ac:inkMkLst>
        </pc:inkChg>
        <pc:inkChg chg="add">
          <ac:chgData name="MINATI RATH ." userId="c069ce78-7b3e-49df-863c-37cd5cba8d18" providerId="ADAL" clId="{88DB0432-0257-4B9C-AC44-4607F71EAFFD}" dt="2026-01-24T12:40:47.403" v="452"/>
          <ac:inkMkLst>
            <pc:docMk/>
            <pc:sldMk cId="329480851" sldId="317"/>
            <ac:inkMk id="165" creationId="{6BBB7D4B-F360-B2F2-7933-54947A6BB3D4}"/>
          </ac:inkMkLst>
        </pc:inkChg>
        <pc:inkChg chg="add del">
          <ac:chgData name="MINATI RATH ." userId="c069ce78-7b3e-49df-863c-37cd5cba8d18" providerId="ADAL" clId="{88DB0432-0257-4B9C-AC44-4607F71EAFFD}" dt="2026-01-24T12:40:49.664" v="455"/>
          <ac:inkMkLst>
            <pc:docMk/>
            <pc:sldMk cId="329480851" sldId="317"/>
            <ac:inkMk id="166" creationId="{0FA2BEF3-7B2C-BFF2-7063-D823E8DFD021}"/>
          </ac:inkMkLst>
        </pc:inkChg>
        <pc:inkChg chg="add del">
          <ac:chgData name="MINATI RATH ." userId="c069ce78-7b3e-49df-863c-37cd5cba8d18" providerId="ADAL" clId="{88DB0432-0257-4B9C-AC44-4607F71EAFFD}" dt="2026-01-24T12:40:49.664" v="455"/>
          <ac:inkMkLst>
            <pc:docMk/>
            <pc:sldMk cId="329480851" sldId="317"/>
            <ac:inkMk id="167" creationId="{517DC2B3-3740-2264-77F7-BB92DBA48704}"/>
          </ac:inkMkLst>
        </pc:inkChg>
        <pc:inkChg chg="add reco">
          <ac:chgData name="MINATI RATH ." userId="c069ce78-7b3e-49df-863c-37cd5cba8d18" providerId="ADAL" clId="{88DB0432-0257-4B9C-AC44-4607F71EAFFD}" dt="2026-01-24T12:40:49.664" v="455"/>
          <ac:inkMkLst>
            <pc:docMk/>
            <pc:sldMk cId="329480851" sldId="317"/>
            <ac:inkMk id="168" creationId="{B744DE4C-9BAA-8BB3-6F9C-ADB8376DC3B4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69" creationId="{D329AC34-1BD0-A1C7-7BA1-D0CD62F904F8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0" creationId="{503E58D9-1B7F-B0F2-E049-382B717D69A7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1" creationId="{8860B376-E8A6-87CB-7D9E-09F6CFCA68A8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2" creationId="{4F89241D-B8A7-2539-7B5E-6E4B91F55758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3" creationId="{1F01DFD8-7FFF-9B88-966F-2144EBFFC4ED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4" creationId="{E5CCD4A3-41BF-452F-E4C1-2974C907E7A7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5" creationId="{3BE9D9FD-D355-ED0B-827A-14B12F2C011D}"/>
          </ac:inkMkLst>
        </pc:inkChg>
        <pc:inkChg chg="add del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6" creationId="{DDB0FA68-49F2-0452-ADA3-6C4E8D61B3B4}"/>
          </ac:inkMkLst>
        </pc:inkChg>
        <pc:inkChg chg="add reco">
          <ac:chgData name="MINATI RATH ." userId="c069ce78-7b3e-49df-863c-37cd5cba8d18" providerId="ADAL" clId="{88DB0432-0257-4B9C-AC44-4607F71EAFFD}" dt="2026-01-24T12:40:57.530" v="464"/>
          <ac:inkMkLst>
            <pc:docMk/>
            <pc:sldMk cId="329480851" sldId="317"/>
            <ac:inkMk id="177" creationId="{19697F34-907A-7AD9-8D4A-B15F44AF09AD}"/>
          </ac:inkMkLst>
        </pc:inkChg>
        <pc:inkChg chg="add">
          <ac:chgData name="MINATI RATH ." userId="c069ce78-7b3e-49df-863c-37cd5cba8d18" providerId="ADAL" clId="{88DB0432-0257-4B9C-AC44-4607F71EAFFD}" dt="2026-01-24T12:41:02.968" v="465"/>
          <ac:inkMkLst>
            <pc:docMk/>
            <pc:sldMk cId="329480851" sldId="317"/>
            <ac:inkMk id="178" creationId="{E96E6849-B613-1DC7-ACC1-457C8F5C1E09}"/>
          </ac:inkMkLst>
        </pc:inkChg>
        <pc:inkChg chg="add del">
          <ac:chgData name="MINATI RATH ." userId="c069ce78-7b3e-49df-863c-37cd5cba8d18" providerId="ADAL" clId="{88DB0432-0257-4B9C-AC44-4607F71EAFFD}" dt="2026-01-24T12:41:14.136" v="469"/>
          <ac:inkMkLst>
            <pc:docMk/>
            <pc:sldMk cId="329480851" sldId="317"/>
            <ac:inkMk id="179" creationId="{52A2A1E2-D3BB-F160-2893-8822D51E0991}"/>
          </ac:inkMkLst>
        </pc:inkChg>
        <pc:inkChg chg="add del">
          <ac:chgData name="MINATI RATH ." userId="c069ce78-7b3e-49df-863c-37cd5cba8d18" providerId="ADAL" clId="{88DB0432-0257-4B9C-AC44-4607F71EAFFD}" dt="2026-01-24T12:41:14.136" v="469"/>
          <ac:inkMkLst>
            <pc:docMk/>
            <pc:sldMk cId="329480851" sldId="317"/>
            <ac:inkMk id="180" creationId="{22F84409-A3FD-ACBF-5FA4-51B8AD44D530}"/>
          </ac:inkMkLst>
        </pc:inkChg>
        <pc:inkChg chg="add del">
          <ac:chgData name="MINATI RATH ." userId="c069ce78-7b3e-49df-863c-37cd5cba8d18" providerId="ADAL" clId="{88DB0432-0257-4B9C-AC44-4607F71EAFFD}" dt="2026-01-24T12:41:14.136" v="469"/>
          <ac:inkMkLst>
            <pc:docMk/>
            <pc:sldMk cId="329480851" sldId="317"/>
            <ac:inkMk id="181" creationId="{E4083A2E-D184-FAB5-A08D-76FDBB205936}"/>
          </ac:inkMkLst>
        </pc:inkChg>
        <pc:inkChg chg="add reco">
          <ac:chgData name="MINATI RATH ." userId="c069ce78-7b3e-49df-863c-37cd5cba8d18" providerId="ADAL" clId="{88DB0432-0257-4B9C-AC44-4607F71EAFFD}" dt="2026-01-24T12:41:14.136" v="469"/>
          <ac:inkMkLst>
            <pc:docMk/>
            <pc:sldMk cId="329480851" sldId="317"/>
            <ac:inkMk id="182" creationId="{30A45C17-C5C4-9483-D57F-A534C213FF31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3" creationId="{F49E7A46-1819-EC96-9753-0D0D744D5E43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4" creationId="{E4FA1433-917F-3A23-F720-04C9B6AC50B2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5" creationId="{FED6AE52-E615-A096-9AD5-F42734E3764B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6" creationId="{49036746-9F5B-22E0-22DD-E2859CEE927A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7" creationId="{639FC346-A282-A337-34F6-DDE088A78E1C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8" creationId="{9B498564-60D4-2CE9-FF8D-1403C2AF6084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89" creationId="{D3ACAA5D-1D08-BD5D-5DD9-83E2C156C758}"/>
          </ac:inkMkLst>
        </pc:inkChg>
        <pc:inkChg chg="add del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90" creationId="{E87F583B-51FD-D4BB-16B7-E0880DE728AC}"/>
          </ac:inkMkLst>
        </pc:inkChg>
        <pc:inkChg chg="add del reco">
          <ac:chgData name="MINATI RATH ." userId="c069ce78-7b3e-49df-863c-37cd5cba8d18" providerId="ADAL" clId="{88DB0432-0257-4B9C-AC44-4607F71EAFFD}" dt="2026-01-24T12:41:52.930" v="497"/>
          <ac:inkMkLst>
            <pc:docMk/>
            <pc:sldMk cId="329480851" sldId="317"/>
            <ac:inkMk id="191" creationId="{B0C7B915-73E8-75BB-3D52-27A87A564A54}"/>
          </ac:inkMkLst>
        </pc:inkChg>
        <pc:inkChg chg="add del">
          <ac:chgData name="MINATI RATH ." userId="c069ce78-7b3e-49df-863c-37cd5cba8d18" providerId="ADAL" clId="{88DB0432-0257-4B9C-AC44-4607F71EAFFD}" dt="2026-01-24T12:41:52.742" v="496"/>
          <ac:inkMkLst>
            <pc:docMk/>
            <pc:sldMk cId="329480851" sldId="317"/>
            <ac:inkMk id="192" creationId="{35A197D3-2E82-891B-9086-3F01C825D072}"/>
          </ac:inkMkLst>
        </pc:inkChg>
        <pc:inkChg chg="add del">
          <ac:chgData name="MINATI RATH ." userId="c069ce78-7b3e-49df-863c-37cd5cba8d18" providerId="ADAL" clId="{88DB0432-0257-4B9C-AC44-4607F71EAFFD}" dt="2026-01-24T12:41:52.525" v="495"/>
          <ac:inkMkLst>
            <pc:docMk/>
            <pc:sldMk cId="329480851" sldId="317"/>
            <ac:inkMk id="193" creationId="{62723BFB-AABB-72CA-FDAC-38EFD50C0539}"/>
          </ac:inkMkLst>
        </pc:inkChg>
        <pc:inkChg chg="add del">
          <ac:chgData name="MINATI RATH ." userId="c069ce78-7b3e-49df-863c-37cd5cba8d18" providerId="ADAL" clId="{88DB0432-0257-4B9C-AC44-4607F71EAFFD}" dt="2026-01-24T12:41:52.327" v="494"/>
          <ac:inkMkLst>
            <pc:docMk/>
            <pc:sldMk cId="329480851" sldId="317"/>
            <ac:inkMk id="194" creationId="{5D4A5462-6E4A-8E68-7708-885C886652C8}"/>
          </ac:inkMkLst>
        </pc:inkChg>
        <pc:inkChg chg="add del reco">
          <ac:chgData name="MINATI RATH ." userId="c069ce78-7b3e-49df-863c-37cd5cba8d18" providerId="ADAL" clId="{88DB0432-0257-4B9C-AC44-4607F71EAFFD}" dt="2026-01-24T12:41:52.327" v="494"/>
          <ac:inkMkLst>
            <pc:docMk/>
            <pc:sldMk cId="329480851" sldId="317"/>
            <ac:inkMk id="195" creationId="{ABA46A7F-19FE-A893-285B-7FA3E553187A}"/>
          </ac:inkMkLst>
        </pc:inkChg>
        <pc:inkChg chg="add del">
          <ac:chgData name="MINATI RATH ." userId="c069ce78-7b3e-49df-863c-37cd5cba8d18" providerId="ADAL" clId="{88DB0432-0257-4B9C-AC44-4607F71EAFFD}" dt="2026-01-24T12:41:52.141" v="493"/>
          <ac:inkMkLst>
            <pc:docMk/>
            <pc:sldMk cId="329480851" sldId="317"/>
            <ac:inkMk id="196" creationId="{CD87438F-A757-691C-A426-BA3F877A34E1}"/>
          </ac:inkMkLst>
        </pc:inkChg>
        <pc:inkChg chg="add del">
          <ac:chgData name="MINATI RATH ." userId="c069ce78-7b3e-49df-863c-37cd5cba8d18" providerId="ADAL" clId="{88DB0432-0257-4B9C-AC44-4607F71EAFFD}" dt="2026-01-24T12:41:51.946" v="492"/>
          <ac:inkMkLst>
            <pc:docMk/>
            <pc:sldMk cId="329480851" sldId="317"/>
            <ac:inkMk id="197" creationId="{D8BF1CEC-3496-11EA-42E4-984ECA16D544}"/>
          </ac:inkMkLst>
        </pc:inkChg>
        <pc:inkChg chg="add del">
          <ac:chgData name="MINATI RATH ." userId="c069ce78-7b3e-49df-863c-37cd5cba8d18" providerId="ADAL" clId="{88DB0432-0257-4B9C-AC44-4607F71EAFFD}" dt="2026-01-24T12:41:51.708" v="491"/>
          <ac:inkMkLst>
            <pc:docMk/>
            <pc:sldMk cId="329480851" sldId="317"/>
            <ac:inkMk id="198" creationId="{A6940C5E-4CA4-58B9-C8DC-6BBCFD69FE94}"/>
          </ac:inkMkLst>
        </pc:inkChg>
        <pc:inkChg chg="add del">
          <ac:chgData name="MINATI RATH ." userId="c069ce78-7b3e-49df-863c-37cd5cba8d18" providerId="ADAL" clId="{88DB0432-0257-4B9C-AC44-4607F71EAFFD}" dt="2026-01-24T12:41:51.527" v="490"/>
          <ac:inkMkLst>
            <pc:docMk/>
            <pc:sldMk cId="329480851" sldId="317"/>
            <ac:inkMk id="199" creationId="{5B9FBC80-3860-0D89-602B-BE47B3440EDA}"/>
          </ac:inkMkLst>
        </pc:inkChg>
        <pc:inkChg chg="add del reco">
          <ac:chgData name="MINATI RATH ." userId="c069ce78-7b3e-49df-863c-37cd5cba8d18" providerId="ADAL" clId="{88DB0432-0257-4B9C-AC44-4607F71EAFFD}" dt="2026-01-24T12:41:51.527" v="490"/>
          <ac:inkMkLst>
            <pc:docMk/>
            <pc:sldMk cId="329480851" sldId="317"/>
            <ac:inkMk id="200" creationId="{86B6FAD0-2BBF-DCF0-9217-45C2920C0830}"/>
          </ac:inkMkLst>
        </pc:inkChg>
        <pc:inkChg chg="add del">
          <ac:chgData name="MINATI RATH ." userId="c069ce78-7b3e-49df-863c-37cd5cba8d18" providerId="ADAL" clId="{88DB0432-0257-4B9C-AC44-4607F71EAFFD}" dt="2026-01-24T12:41:51.343" v="489"/>
          <ac:inkMkLst>
            <pc:docMk/>
            <pc:sldMk cId="329480851" sldId="317"/>
            <ac:inkMk id="201" creationId="{3264CA26-886B-DACA-2CA8-AA52E11CF6F6}"/>
          </ac:inkMkLst>
        </pc:inkChg>
        <pc:inkChg chg="add">
          <ac:chgData name="MINATI RATH ." userId="c069ce78-7b3e-49df-863c-37cd5cba8d18" providerId="ADAL" clId="{88DB0432-0257-4B9C-AC44-4607F71EAFFD}" dt="2026-01-24T12:46:17.141" v="622"/>
          <ac:inkMkLst>
            <pc:docMk/>
            <pc:sldMk cId="329480851" sldId="317"/>
            <ac:inkMk id="202" creationId="{1CDA82CC-3B5E-DBF2-3EE0-4B045CE58CD3}"/>
          </ac:inkMkLst>
        </pc:inkChg>
        <pc:inkChg chg="add del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3" creationId="{DF53B04F-4292-A010-9AC0-C45835683EF0}"/>
          </ac:inkMkLst>
        </pc:inkChg>
        <pc:inkChg chg="add del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4" creationId="{B83FE82C-60CC-722C-1A10-BD1977118648}"/>
          </ac:inkMkLst>
        </pc:inkChg>
        <pc:inkChg chg="add del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5" creationId="{B040DAB0-E9AF-F9F3-CABC-7EB3122D1B34}"/>
          </ac:inkMkLst>
        </pc:inkChg>
        <pc:inkChg chg="add del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6" creationId="{BE2BD228-3238-E25F-8738-7E0EC8AA2217}"/>
          </ac:inkMkLst>
        </pc:inkChg>
        <pc:inkChg chg="add reco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7" creationId="{EA15A623-C518-EC41-B804-03FB2ADCD8F1}"/>
          </ac:inkMkLst>
        </pc:inkChg>
        <pc:inkChg chg="add reco">
          <ac:chgData name="MINATI RATH ." userId="c069ce78-7b3e-49df-863c-37cd5cba8d18" providerId="ADAL" clId="{88DB0432-0257-4B9C-AC44-4607F71EAFFD}" dt="2026-01-24T12:46:19.694" v="627"/>
          <ac:inkMkLst>
            <pc:docMk/>
            <pc:sldMk cId="329480851" sldId="317"/>
            <ac:inkMk id="208" creationId="{2A4CBC27-589A-AFAF-A30B-AEF6ACE02825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09" creationId="{DC594E49-0B91-F2A4-311B-DCEAC93AFAD0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0" creationId="{2F88250A-1305-BCDE-7F8E-03F1F2A8A8E6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1" creationId="{33626590-60D9-38CF-BF4B-4565C353E79A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2" creationId="{3741EE5A-7A7B-7485-0037-FA95DA32EF91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3" creationId="{FA88CB86-AF57-61B7-B5BE-203E1C960445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4" creationId="{D2ED48CC-1700-6437-0F9B-5C1B6A0DA7E0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5" creationId="{13D048E6-6382-B105-1627-BB15A6868383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6" creationId="{DB7C6C3B-438F-B10C-8B64-34338082FEEA}"/>
          </ac:inkMkLst>
        </pc:inkChg>
        <pc:inkChg chg="add del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7" creationId="{96FD33EA-D969-6A21-7C42-6509A1803799}"/>
          </ac:inkMkLst>
        </pc:inkChg>
        <pc:inkChg chg="add reco">
          <ac:chgData name="MINATI RATH ." userId="c069ce78-7b3e-49df-863c-37cd5cba8d18" providerId="ADAL" clId="{88DB0432-0257-4B9C-AC44-4607F71EAFFD}" dt="2026-01-24T12:46:24.839" v="637"/>
          <ac:inkMkLst>
            <pc:docMk/>
            <pc:sldMk cId="329480851" sldId="317"/>
            <ac:inkMk id="218" creationId="{EDA38ACB-F06D-CEB6-5450-94B6D648FDD2}"/>
          </ac:inkMkLst>
        </pc:inkChg>
        <pc:inkChg chg="add del">
          <ac:chgData name="MINATI RATH ." userId="c069ce78-7b3e-49df-863c-37cd5cba8d18" providerId="ADAL" clId="{88DB0432-0257-4B9C-AC44-4607F71EAFFD}" dt="2026-01-24T12:46:26.808" v="641"/>
          <ac:inkMkLst>
            <pc:docMk/>
            <pc:sldMk cId="329480851" sldId="317"/>
            <ac:inkMk id="219" creationId="{448A5177-3F95-ADC9-ED77-3A5F021542A3}"/>
          </ac:inkMkLst>
        </pc:inkChg>
        <pc:inkChg chg="add del">
          <ac:chgData name="MINATI RATH ." userId="c069ce78-7b3e-49df-863c-37cd5cba8d18" providerId="ADAL" clId="{88DB0432-0257-4B9C-AC44-4607F71EAFFD}" dt="2026-01-24T12:46:26.808" v="641"/>
          <ac:inkMkLst>
            <pc:docMk/>
            <pc:sldMk cId="329480851" sldId="317"/>
            <ac:inkMk id="220" creationId="{3DA22C86-D840-51B7-C998-46291B57D611}"/>
          </ac:inkMkLst>
        </pc:inkChg>
        <pc:inkChg chg="add del">
          <ac:chgData name="MINATI RATH ." userId="c069ce78-7b3e-49df-863c-37cd5cba8d18" providerId="ADAL" clId="{88DB0432-0257-4B9C-AC44-4607F71EAFFD}" dt="2026-01-24T12:46:26.808" v="641"/>
          <ac:inkMkLst>
            <pc:docMk/>
            <pc:sldMk cId="329480851" sldId="317"/>
            <ac:inkMk id="221" creationId="{A39450D3-666C-79B4-E1D5-65B84F4B000F}"/>
          </ac:inkMkLst>
        </pc:inkChg>
        <pc:inkChg chg="add reco">
          <ac:chgData name="MINATI RATH ." userId="c069ce78-7b3e-49df-863c-37cd5cba8d18" providerId="ADAL" clId="{88DB0432-0257-4B9C-AC44-4607F71EAFFD}" dt="2026-01-24T12:46:26.808" v="641"/>
          <ac:inkMkLst>
            <pc:docMk/>
            <pc:sldMk cId="329480851" sldId="317"/>
            <ac:inkMk id="222" creationId="{7155B5A6-687D-227C-3198-0F581515A54A}"/>
          </ac:inkMkLst>
        </pc:inkChg>
        <pc:inkChg chg="add del">
          <ac:chgData name="MINATI RATH ." userId="c069ce78-7b3e-49df-863c-37cd5cba8d18" providerId="ADAL" clId="{88DB0432-0257-4B9C-AC44-4607F71EAFFD}" dt="2026-01-24T12:46:36.672" v="646"/>
          <ac:inkMkLst>
            <pc:docMk/>
            <pc:sldMk cId="329480851" sldId="317"/>
            <ac:inkMk id="223" creationId="{1BB2304C-1A53-1522-AC12-C3A70492314D}"/>
          </ac:inkMkLst>
        </pc:inkChg>
        <pc:inkChg chg="add del">
          <ac:chgData name="MINATI RATH ." userId="c069ce78-7b3e-49df-863c-37cd5cba8d18" providerId="ADAL" clId="{88DB0432-0257-4B9C-AC44-4607F71EAFFD}" dt="2026-01-24T12:46:36.672" v="646"/>
          <ac:inkMkLst>
            <pc:docMk/>
            <pc:sldMk cId="329480851" sldId="317"/>
            <ac:inkMk id="224" creationId="{97C18526-4667-8F7B-6926-1AAB0C3F839B}"/>
          </ac:inkMkLst>
        </pc:inkChg>
        <pc:inkChg chg="add del">
          <ac:chgData name="MINATI RATH ." userId="c069ce78-7b3e-49df-863c-37cd5cba8d18" providerId="ADAL" clId="{88DB0432-0257-4B9C-AC44-4607F71EAFFD}" dt="2026-01-24T12:46:36.672" v="646"/>
          <ac:inkMkLst>
            <pc:docMk/>
            <pc:sldMk cId="329480851" sldId="317"/>
            <ac:inkMk id="225" creationId="{18AE155A-D87D-5329-3A66-E361E49B3B45}"/>
          </ac:inkMkLst>
        </pc:inkChg>
        <pc:inkChg chg="add del">
          <ac:chgData name="MINATI RATH ." userId="c069ce78-7b3e-49df-863c-37cd5cba8d18" providerId="ADAL" clId="{88DB0432-0257-4B9C-AC44-4607F71EAFFD}" dt="2026-01-24T12:46:36.672" v="646"/>
          <ac:inkMkLst>
            <pc:docMk/>
            <pc:sldMk cId="329480851" sldId="317"/>
            <ac:inkMk id="226" creationId="{C90D1CF8-77D5-9236-2688-93CFDD97325F}"/>
          </ac:inkMkLst>
        </pc:inkChg>
        <pc:inkChg chg="add reco">
          <ac:chgData name="MINATI RATH ." userId="c069ce78-7b3e-49df-863c-37cd5cba8d18" providerId="ADAL" clId="{88DB0432-0257-4B9C-AC44-4607F71EAFFD}" dt="2026-01-24T12:46:36.672" v="646"/>
          <ac:inkMkLst>
            <pc:docMk/>
            <pc:sldMk cId="329480851" sldId="317"/>
            <ac:inkMk id="227" creationId="{9632FB09-15AF-37CE-109E-95AA0629C58A}"/>
          </ac:inkMkLst>
        </pc:inkChg>
        <pc:inkChg chg="add del">
          <ac:chgData name="MINATI RATH ." userId="c069ce78-7b3e-49df-863c-37cd5cba8d18" providerId="ADAL" clId="{88DB0432-0257-4B9C-AC44-4607F71EAFFD}" dt="2026-01-24T12:46:42.411" v="650"/>
          <ac:inkMkLst>
            <pc:docMk/>
            <pc:sldMk cId="329480851" sldId="317"/>
            <ac:inkMk id="228" creationId="{DE32EE7C-F062-6E5D-7CBA-C537B9CB0FA8}"/>
          </ac:inkMkLst>
        </pc:inkChg>
        <pc:inkChg chg="add del">
          <ac:chgData name="MINATI RATH ." userId="c069ce78-7b3e-49df-863c-37cd5cba8d18" providerId="ADAL" clId="{88DB0432-0257-4B9C-AC44-4607F71EAFFD}" dt="2026-01-24T12:46:42.411" v="650"/>
          <ac:inkMkLst>
            <pc:docMk/>
            <pc:sldMk cId="329480851" sldId="317"/>
            <ac:inkMk id="229" creationId="{E6CE51AC-74D3-E335-715D-17ECFC902A1E}"/>
          </ac:inkMkLst>
        </pc:inkChg>
        <pc:inkChg chg="add">
          <ac:chgData name="MINATI RATH ." userId="c069ce78-7b3e-49df-863c-37cd5cba8d18" providerId="ADAL" clId="{88DB0432-0257-4B9C-AC44-4607F71EAFFD}" dt="2026-01-24T12:46:41.665" v="649"/>
          <ac:inkMkLst>
            <pc:docMk/>
            <pc:sldMk cId="329480851" sldId="317"/>
            <ac:inkMk id="230" creationId="{43685982-1159-1249-D349-A62D557DE3AD}"/>
          </ac:inkMkLst>
        </pc:inkChg>
        <pc:inkChg chg="add reco">
          <ac:chgData name="MINATI RATH ." userId="c069ce78-7b3e-49df-863c-37cd5cba8d18" providerId="ADAL" clId="{88DB0432-0257-4B9C-AC44-4607F71EAFFD}" dt="2026-01-24T12:46:42.411" v="650"/>
          <ac:inkMkLst>
            <pc:docMk/>
            <pc:sldMk cId="329480851" sldId="317"/>
            <ac:inkMk id="231" creationId="{C61507B9-A811-BD2A-533D-5E8967D68058}"/>
          </ac:inkMkLst>
        </pc:inkChg>
      </pc:sldChg>
      <pc:sldChg chg="addSp delSp mod">
        <pc:chgData name="MINATI RATH ." userId="c069ce78-7b3e-49df-863c-37cd5cba8d18" providerId="ADAL" clId="{88DB0432-0257-4B9C-AC44-4607F71EAFFD}" dt="2026-01-24T12:55:44.242" v="878"/>
        <pc:sldMkLst>
          <pc:docMk/>
          <pc:sldMk cId="927917746" sldId="318"/>
        </pc:sldMkLst>
        <pc:inkChg chg="add">
          <ac:chgData name="MINATI RATH ." userId="c069ce78-7b3e-49df-863c-37cd5cba8d18" providerId="ADAL" clId="{88DB0432-0257-4B9C-AC44-4607F71EAFFD}" dt="2026-01-24T12:49:42.354" v="730"/>
          <ac:inkMkLst>
            <pc:docMk/>
            <pc:sldMk cId="927917746" sldId="318"/>
            <ac:inkMk id="4" creationId="{E9F254F2-141A-D949-4F38-D7B828F5582A}"/>
          </ac:inkMkLst>
        </pc:inkChg>
        <pc:inkChg chg="add del">
          <ac:chgData name="MINATI RATH ." userId="c069ce78-7b3e-49df-863c-37cd5cba8d18" providerId="ADAL" clId="{88DB0432-0257-4B9C-AC44-4607F71EAFFD}" dt="2026-01-24T12:49:45.695" v="733"/>
          <ac:inkMkLst>
            <pc:docMk/>
            <pc:sldMk cId="927917746" sldId="318"/>
            <ac:inkMk id="6" creationId="{04EE0598-32FA-B134-F1B4-3AB99C383B7B}"/>
          </ac:inkMkLst>
        </pc:inkChg>
        <pc:inkChg chg="add del">
          <ac:chgData name="MINATI RATH ." userId="c069ce78-7b3e-49df-863c-37cd5cba8d18" providerId="ADAL" clId="{88DB0432-0257-4B9C-AC44-4607F71EAFFD}" dt="2026-01-24T12:49:45.695" v="733"/>
          <ac:inkMkLst>
            <pc:docMk/>
            <pc:sldMk cId="927917746" sldId="318"/>
            <ac:inkMk id="7" creationId="{04769D47-7AE4-9CCC-04DB-DC10719AED7B}"/>
          </ac:inkMkLst>
        </pc:inkChg>
        <pc:inkChg chg="add reco">
          <ac:chgData name="MINATI RATH ." userId="c069ce78-7b3e-49df-863c-37cd5cba8d18" providerId="ADAL" clId="{88DB0432-0257-4B9C-AC44-4607F71EAFFD}" dt="2026-01-24T12:49:45.695" v="733"/>
          <ac:inkMkLst>
            <pc:docMk/>
            <pc:sldMk cId="927917746" sldId="318"/>
            <ac:inkMk id="8" creationId="{A236904B-6907-B0BB-1D9C-70E2B4AF5191}"/>
          </ac:inkMkLst>
        </pc:inkChg>
        <pc:inkChg chg="add">
          <ac:chgData name="MINATI RATH ." userId="c069ce78-7b3e-49df-863c-37cd5cba8d18" providerId="ADAL" clId="{88DB0432-0257-4B9C-AC44-4607F71EAFFD}" dt="2026-01-24T12:49:49.990" v="734"/>
          <ac:inkMkLst>
            <pc:docMk/>
            <pc:sldMk cId="927917746" sldId="318"/>
            <ac:inkMk id="9" creationId="{DB9EB0CD-7DA1-6C9E-09C6-C2E014A08A80}"/>
          </ac:inkMkLst>
        </pc:inkChg>
        <pc:inkChg chg="add">
          <ac:chgData name="MINATI RATH ." userId="c069ce78-7b3e-49df-863c-37cd5cba8d18" providerId="ADAL" clId="{88DB0432-0257-4B9C-AC44-4607F71EAFFD}" dt="2026-01-24T12:49:54.686" v="735"/>
          <ac:inkMkLst>
            <pc:docMk/>
            <pc:sldMk cId="927917746" sldId="318"/>
            <ac:inkMk id="10" creationId="{A1105351-3371-6854-F51D-E03D927763F4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1" creationId="{78A9E6F2-CDA6-C6B3-0AC3-0B0CBDBFC930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2" creationId="{A6C26EEA-39C4-2C4F-EBFA-48C04C44C166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3" creationId="{CDB4D58E-704D-DB68-B0C2-E084DC17B70C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4" creationId="{2734CEAE-B02E-1B10-A552-B28664B082D9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5" creationId="{65B52104-E72D-FD77-B7D8-A386A070B3AF}"/>
          </ac:inkMkLst>
        </pc:inkChg>
        <pc:inkChg chg="add del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6" creationId="{D406EC83-3820-2ED2-9980-005BBFD79923}"/>
          </ac:inkMkLst>
        </pc:inkChg>
        <pc:inkChg chg="add reco">
          <ac:chgData name="MINATI RATH ." userId="c069ce78-7b3e-49df-863c-37cd5cba8d18" providerId="ADAL" clId="{88DB0432-0257-4B9C-AC44-4607F71EAFFD}" dt="2026-01-24T12:50:20.027" v="742"/>
          <ac:inkMkLst>
            <pc:docMk/>
            <pc:sldMk cId="927917746" sldId="318"/>
            <ac:inkMk id="17" creationId="{067D727E-8F20-A357-D927-B27D5CE2D907}"/>
          </ac:inkMkLst>
        </pc:inkChg>
        <pc:inkChg chg="add del">
          <ac:chgData name="MINATI RATH ." userId="c069ce78-7b3e-49df-863c-37cd5cba8d18" providerId="ADAL" clId="{88DB0432-0257-4B9C-AC44-4607F71EAFFD}" dt="2026-01-24T12:50:27.913" v="745"/>
          <ac:inkMkLst>
            <pc:docMk/>
            <pc:sldMk cId="927917746" sldId="318"/>
            <ac:inkMk id="18" creationId="{8B5AA19D-DFAD-4E05-D4B7-48F0F5EE0087}"/>
          </ac:inkMkLst>
        </pc:inkChg>
        <pc:inkChg chg="add del">
          <ac:chgData name="MINATI RATH ." userId="c069ce78-7b3e-49df-863c-37cd5cba8d18" providerId="ADAL" clId="{88DB0432-0257-4B9C-AC44-4607F71EAFFD}" dt="2026-01-24T12:50:27.913" v="745"/>
          <ac:inkMkLst>
            <pc:docMk/>
            <pc:sldMk cId="927917746" sldId="318"/>
            <ac:inkMk id="19" creationId="{9F4297FC-B6E4-336C-41F0-88A50B28E832}"/>
          </ac:inkMkLst>
        </pc:inkChg>
        <pc:inkChg chg="add reco">
          <ac:chgData name="MINATI RATH ." userId="c069ce78-7b3e-49df-863c-37cd5cba8d18" providerId="ADAL" clId="{88DB0432-0257-4B9C-AC44-4607F71EAFFD}" dt="2026-01-24T12:50:27.913" v="745"/>
          <ac:inkMkLst>
            <pc:docMk/>
            <pc:sldMk cId="927917746" sldId="318"/>
            <ac:inkMk id="20" creationId="{6C33119F-81DD-509B-74FF-870EF3787858}"/>
          </ac:inkMkLst>
        </pc:inkChg>
        <pc:inkChg chg="add">
          <ac:chgData name="MINATI RATH ." userId="c069ce78-7b3e-49df-863c-37cd5cba8d18" providerId="ADAL" clId="{88DB0432-0257-4B9C-AC44-4607F71EAFFD}" dt="2026-01-24T12:50:35.719" v="746"/>
          <ac:inkMkLst>
            <pc:docMk/>
            <pc:sldMk cId="927917746" sldId="318"/>
            <ac:inkMk id="21" creationId="{BB9EFA2A-0320-70C8-616F-F2D7DB421356}"/>
          </ac:inkMkLst>
        </pc:inkChg>
        <pc:inkChg chg="add del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2" creationId="{07E9FB65-11FF-80CB-2541-946DFAF7E0EC}"/>
          </ac:inkMkLst>
        </pc:inkChg>
        <pc:inkChg chg="add del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3" creationId="{02B9B153-423E-0889-1CF6-BA638B61C307}"/>
          </ac:inkMkLst>
        </pc:inkChg>
        <pc:inkChg chg="add del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4" creationId="{3BC241EB-630D-9FDF-6096-947775F1315C}"/>
          </ac:inkMkLst>
        </pc:inkChg>
        <pc:inkChg chg="add del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5" creationId="{C2C4B558-1FED-A7E9-FBB8-BEA933BC0CDE}"/>
          </ac:inkMkLst>
        </pc:inkChg>
        <pc:inkChg chg="add del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6" creationId="{582412C0-3060-AA45-CECA-0185117DD1B2}"/>
          </ac:inkMkLst>
        </pc:inkChg>
        <pc:inkChg chg="add reco">
          <ac:chgData name="MINATI RATH ." userId="c069ce78-7b3e-49df-863c-37cd5cba8d18" providerId="ADAL" clId="{88DB0432-0257-4B9C-AC44-4607F71EAFFD}" dt="2026-01-24T12:50:41.875" v="752"/>
          <ac:inkMkLst>
            <pc:docMk/>
            <pc:sldMk cId="927917746" sldId="318"/>
            <ac:inkMk id="27" creationId="{7F214844-590B-8325-9B63-B996F22615BA}"/>
          </ac:inkMkLst>
        </pc:inkChg>
        <pc:inkChg chg="add del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28" creationId="{3ED613E7-5A75-3093-8A77-823FF5875266}"/>
          </ac:inkMkLst>
        </pc:inkChg>
        <pc:inkChg chg="add del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29" creationId="{73EA7A5C-1661-E8DF-B911-5431540229FD}"/>
          </ac:inkMkLst>
        </pc:inkChg>
        <pc:inkChg chg="add del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30" creationId="{E3C04539-F0AF-A80E-6B89-B53907975297}"/>
          </ac:inkMkLst>
        </pc:inkChg>
        <pc:inkChg chg="add del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31" creationId="{95C0B60A-8BB9-21DA-2F64-8BC772E982A7}"/>
          </ac:inkMkLst>
        </pc:inkChg>
        <pc:inkChg chg="add del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32" creationId="{E5CF834D-07AE-64A4-DFDA-898C5C75A1DA}"/>
          </ac:inkMkLst>
        </pc:inkChg>
        <pc:inkChg chg="add reco">
          <ac:chgData name="MINATI RATH ." userId="c069ce78-7b3e-49df-863c-37cd5cba8d18" providerId="ADAL" clId="{88DB0432-0257-4B9C-AC44-4607F71EAFFD}" dt="2026-01-24T12:50:48.293" v="758"/>
          <ac:inkMkLst>
            <pc:docMk/>
            <pc:sldMk cId="927917746" sldId="318"/>
            <ac:inkMk id="33" creationId="{FF219865-29E7-61DA-D93F-0BA6A3601807}"/>
          </ac:inkMkLst>
        </pc:inkChg>
        <pc:inkChg chg="add">
          <ac:chgData name="MINATI RATH ." userId="c069ce78-7b3e-49df-863c-37cd5cba8d18" providerId="ADAL" clId="{88DB0432-0257-4B9C-AC44-4607F71EAFFD}" dt="2026-01-24T12:50:50.615" v="759"/>
          <ac:inkMkLst>
            <pc:docMk/>
            <pc:sldMk cId="927917746" sldId="318"/>
            <ac:inkMk id="34" creationId="{0857FB06-159A-51C7-8E3E-7D5ED1AA0581}"/>
          </ac:inkMkLst>
        </pc:inkChg>
        <pc:inkChg chg="add del">
          <ac:chgData name="MINATI RATH ." userId="c069ce78-7b3e-49df-863c-37cd5cba8d18" providerId="ADAL" clId="{88DB0432-0257-4B9C-AC44-4607F71EAFFD}" dt="2026-01-24T12:51:00.108" v="762"/>
          <ac:inkMkLst>
            <pc:docMk/>
            <pc:sldMk cId="927917746" sldId="318"/>
            <ac:inkMk id="35" creationId="{C82E672A-118E-3134-180D-747EB570A992}"/>
          </ac:inkMkLst>
        </pc:inkChg>
        <pc:inkChg chg="add del">
          <ac:chgData name="MINATI RATH ." userId="c069ce78-7b3e-49df-863c-37cd5cba8d18" providerId="ADAL" clId="{88DB0432-0257-4B9C-AC44-4607F71EAFFD}" dt="2026-01-24T12:51:00.108" v="762"/>
          <ac:inkMkLst>
            <pc:docMk/>
            <pc:sldMk cId="927917746" sldId="318"/>
            <ac:inkMk id="36" creationId="{3AD5B4B8-756F-0C08-DF5A-B8F7C1E3D057}"/>
          </ac:inkMkLst>
        </pc:inkChg>
        <pc:inkChg chg="add reco">
          <ac:chgData name="MINATI RATH ." userId="c069ce78-7b3e-49df-863c-37cd5cba8d18" providerId="ADAL" clId="{88DB0432-0257-4B9C-AC44-4607F71EAFFD}" dt="2026-01-24T12:51:00.108" v="762"/>
          <ac:inkMkLst>
            <pc:docMk/>
            <pc:sldMk cId="927917746" sldId="318"/>
            <ac:inkMk id="37" creationId="{B0B35E7A-73B2-D10C-8A93-117F81A85F89}"/>
          </ac:inkMkLst>
        </pc:inkChg>
        <pc:inkChg chg="add del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38" creationId="{47DFEB97-F32F-6781-33BE-37435B7E3218}"/>
          </ac:inkMkLst>
        </pc:inkChg>
        <pc:inkChg chg="add del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39" creationId="{07A79513-E64B-0C0B-24AC-EFF041E0E72A}"/>
          </ac:inkMkLst>
        </pc:inkChg>
        <pc:inkChg chg="add del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40" creationId="{57A46BBF-0C7A-CD25-8039-51979702694C}"/>
          </ac:inkMkLst>
        </pc:inkChg>
        <pc:inkChg chg="add del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41" creationId="{4EE7BE95-7F19-06D2-2BAE-3BD8EC506CE6}"/>
          </ac:inkMkLst>
        </pc:inkChg>
        <pc:inkChg chg="add del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42" creationId="{ADB044F4-F2A7-BD28-6CDA-D231ADCFAD05}"/>
          </ac:inkMkLst>
        </pc:inkChg>
        <pc:inkChg chg="add reco">
          <ac:chgData name="MINATI RATH ." userId="c069ce78-7b3e-49df-863c-37cd5cba8d18" providerId="ADAL" clId="{88DB0432-0257-4B9C-AC44-4607F71EAFFD}" dt="2026-01-24T12:51:08.015" v="768"/>
          <ac:inkMkLst>
            <pc:docMk/>
            <pc:sldMk cId="927917746" sldId="318"/>
            <ac:inkMk id="43" creationId="{7396349E-5A66-5FCB-CDA6-B7744F6B0156}"/>
          </ac:inkMkLst>
        </pc:inkChg>
        <pc:inkChg chg="add del">
          <ac:chgData name="MINATI RATH ." userId="c069ce78-7b3e-49df-863c-37cd5cba8d18" providerId="ADAL" clId="{88DB0432-0257-4B9C-AC44-4607F71EAFFD}" dt="2026-01-24T12:51:14.498" v="771"/>
          <ac:inkMkLst>
            <pc:docMk/>
            <pc:sldMk cId="927917746" sldId="318"/>
            <ac:inkMk id="44" creationId="{02B33502-3F79-3B5E-4BD5-E1E91919D0AC}"/>
          </ac:inkMkLst>
        </pc:inkChg>
        <pc:inkChg chg="add del">
          <ac:chgData name="MINATI RATH ." userId="c069ce78-7b3e-49df-863c-37cd5cba8d18" providerId="ADAL" clId="{88DB0432-0257-4B9C-AC44-4607F71EAFFD}" dt="2026-01-24T12:51:14.498" v="771"/>
          <ac:inkMkLst>
            <pc:docMk/>
            <pc:sldMk cId="927917746" sldId="318"/>
            <ac:inkMk id="45" creationId="{F04F0E19-B98B-B246-BA07-13BC98D13D21}"/>
          </ac:inkMkLst>
        </pc:inkChg>
        <pc:inkChg chg="add reco">
          <ac:chgData name="MINATI RATH ." userId="c069ce78-7b3e-49df-863c-37cd5cba8d18" providerId="ADAL" clId="{88DB0432-0257-4B9C-AC44-4607F71EAFFD}" dt="2026-01-24T12:51:14.498" v="771"/>
          <ac:inkMkLst>
            <pc:docMk/>
            <pc:sldMk cId="927917746" sldId="318"/>
            <ac:inkMk id="46" creationId="{55355192-5BB2-9196-220C-6899CF22F67F}"/>
          </ac:inkMkLst>
        </pc:inkChg>
        <pc:inkChg chg="add del">
          <ac:chgData name="MINATI RATH ." userId="c069ce78-7b3e-49df-863c-37cd5cba8d18" providerId="ADAL" clId="{88DB0432-0257-4B9C-AC44-4607F71EAFFD}" dt="2026-01-24T12:51:15.941" v="774"/>
          <ac:inkMkLst>
            <pc:docMk/>
            <pc:sldMk cId="927917746" sldId="318"/>
            <ac:inkMk id="47" creationId="{A5CBFBAA-E2AD-C5BB-EDEF-698B3C4C02C5}"/>
          </ac:inkMkLst>
        </pc:inkChg>
        <pc:inkChg chg="add del">
          <ac:chgData name="MINATI RATH ." userId="c069ce78-7b3e-49df-863c-37cd5cba8d18" providerId="ADAL" clId="{88DB0432-0257-4B9C-AC44-4607F71EAFFD}" dt="2026-01-24T12:51:15.941" v="774"/>
          <ac:inkMkLst>
            <pc:docMk/>
            <pc:sldMk cId="927917746" sldId="318"/>
            <ac:inkMk id="48" creationId="{70C7E15C-3C7D-92CD-88A6-F3B7400C753C}"/>
          </ac:inkMkLst>
        </pc:inkChg>
        <pc:inkChg chg="add reco">
          <ac:chgData name="MINATI RATH ." userId="c069ce78-7b3e-49df-863c-37cd5cba8d18" providerId="ADAL" clId="{88DB0432-0257-4B9C-AC44-4607F71EAFFD}" dt="2026-01-24T12:51:15.941" v="774"/>
          <ac:inkMkLst>
            <pc:docMk/>
            <pc:sldMk cId="927917746" sldId="318"/>
            <ac:inkMk id="49" creationId="{68D2EAE2-3671-FAF4-266C-29487488CFEA}"/>
          </ac:inkMkLst>
        </pc:inkChg>
        <pc:inkChg chg="add del">
          <ac:chgData name="MINATI RATH ." userId="c069ce78-7b3e-49df-863c-37cd5cba8d18" providerId="ADAL" clId="{88DB0432-0257-4B9C-AC44-4607F71EAFFD}" dt="2026-01-24T12:51:17.159" v="777"/>
          <ac:inkMkLst>
            <pc:docMk/>
            <pc:sldMk cId="927917746" sldId="318"/>
            <ac:inkMk id="50" creationId="{3F58BDD6-57EE-D840-EA8B-CD7C83C25308}"/>
          </ac:inkMkLst>
        </pc:inkChg>
        <pc:inkChg chg="add del">
          <ac:chgData name="MINATI RATH ." userId="c069ce78-7b3e-49df-863c-37cd5cba8d18" providerId="ADAL" clId="{88DB0432-0257-4B9C-AC44-4607F71EAFFD}" dt="2026-01-24T12:51:17.159" v="777"/>
          <ac:inkMkLst>
            <pc:docMk/>
            <pc:sldMk cId="927917746" sldId="318"/>
            <ac:inkMk id="51" creationId="{3D6450FC-D1B4-1DD3-8267-6337C59F77E7}"/>
          </ac:inkMkLst>
        </pc:inkChg>
        <pc:inkChg chg="add reco">
          <ac:chgData name="MINATI RATH ." userId="c069ce78-7b3e-49df-863c-37cd5cba8d18" providerId="ADAL" clId="{88DB0432-0257-4B9C-AC44-4607F71EAFFD}" dt="2026-01-24T12:51:17.159" v="777"/>
          <ac:inkMkLst>
            <pc:docMk/>
            <pc:sldMk cId="927917746" sldId="318"/>
            <ac:inkMk id="52" creationId="{B2722EC0-6AA7-0367-DC34-D6922D96254A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3" creationId="{08A81CE4-A511-17CA-F355-D67698D7632D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4" creationId="{0768AE79-9346-772A-998B-27946F8899BE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5" creationId="{4AAF3F82-4710-AA6E-FA06-3026362477B1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6" creationId="{7DE0EFEC-619D-0FF6-947A-0690A4C87912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7" creationId="{B0FD0F5B-4981-8F3C-5E04-13C2A52A25A5}"/>
          </ac:inkMkLst>
        </pc:inkChg>
        <pc:inkChg chg="add del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8" creationId="{D4BF038F-2E0F-458B-D9D3-5F92B481CAA2}"/>
          </ac:inkMkLst>
        </pc:inkChg>
        <pc:inkChg chg="add reco">
          <ac:chgData name="MINATI RATH ." userId="c069ce78-7b3e-49df-863c-37cd5cba8d18" providerId="ADAL" clId="{88DB0432-0257-4B9C-AC44-4607F71EAFFD}" dt="2026-01-24T12:51:24.395" v="784"/>
          <ac:inkMkLst>
            <pc:docMk/>
            <pc:sldMk cId="927917746" sldId="318"/>
            <ac:inkMk id="59" creationId="{4CA909FE-D0DB-8CE7-0CB0-4EFEA9326811}"/>
          </ac:inkMkLst>
        </pc:inkChg>
        <pc:inkChg chg="add del">
          <ac:chgData name="MINATI RATH ." userId="c069ce78-7b3e-49df-863c-37cd5cba8d18" providerId="ADAL" clId="{88DB0432-0257-4B9C-AC44-4607F71EAFFD}" dt="2026-01-24T12:51:26.845" v="787"/>
          <ac:inkMkLst>
            <pc:docMk/>
            <pc:sldMk cId="927917746" sldId="318"/>
            <ac:inkMk id="60" creationId="{3AB9FA73-4AB7-679A-C969-A4F8AF397AEE}"/>
          </ac:inkMkLst>
        </pc:inkChg>
        <pc:inkChg chg="add del">
          <ac:chgData name="MINATI RATH ." userId="c069ce78-7b3e-49df-863c-37cd5cba8d18" providerId="ADAL" clId="{88DB0432-0257-4B9C-AC44-4607F71EAFFD}" dt="2026-01-24T12:51:26.845" v="787"/>
          <ac:inkMkLst>
            <pc:docMk/>
            <pc:sldMk cId="927917746" sldId="318"/>
            <ac:inkMk id="61" creationId="{3CDFE154-CA0A-DCDF-839F-A621C498C322}"/>
          </ac:inkMkLst>
        </pc:inkChg>
        <pc:inkChg chg="add reco">
          <ac:chgData name="MINATI RATH ." userId="c069ce78-7b3e-49df-863c-37cd5cba8d18" providerId="ADAL" clId="{88DB0432-0257-4B9C-AC44-4607F71EAFFD}" dt="2026-01-24T12:51:26.845" v="787"/>
          <ac:inkMkLst>
            <pc:docMk/>
            <pc:sldMk cId="927917746" sldId="318"/>
            <ac:inkMk id="62" creationId="{E58BBB86-A226-0953-C450-AD37FA163C17}"/>
          </ac:inkMkLst>
        </pc:inkChg>
        <pc:inkChg chg="add">
          <ac:chgData name="MINATI RATH ." userId="c069ce78-7b3e-49df-863c-37cd5cba8d18" providerId="ADAL" clId="{88DB0432-0257-4B9C-AC44-4607F71EAFFD}" dt="2026-01-24T12:51:27.227" v="788"/>
          <ac:inkMkLst>
            <pc:docMk/>
            <pc:sldMk cId="927917746" sldId="318"/>
            <ac:inkMk id="63" creationId="{D8C2F4B6-2C73-6A4D-9A60-DC80E5B84231}"/>
          </ac:inkMkLst>
        </pc:inkChg>
        <pc:inkChg chg="add del">
          <ac:chgData name="MINATI RATH ." userId="c069ce78-7b3e-49df-863c-37cd5cba8d18" providerId="ADAL" clId="{88DB0432-0257-4B9C-AC44-4607F71EAFFD}" dt="2026-01-24T12:51:39.663" v="791"/>
          <ac:inkMkLst>
            <pc:docMk/>
            <pc:sldMk cId="927917746" sldId="318"/>
            <ac:inkMk id="64" creationId="{461FBD95-A726-9B4C-DD91-9E4AA9E15B6C}"/>
          </ac:inkMkLst>
        </pc:inkChg>
        <pc:inkChg chg="add del">
          <ac:chgData name="MINATI RATH ." userId="c069ce78-7b3e-49df-863c-37cd5cba8d18" providerId="ADAL" clId="{88DB0432-0257-4B9C-AC44-4607F71EAFFD}" dt="2026-01-24T12:51:39.663" v="791"/>
          <ac:inkMkLst>
            <pc:docMk/>
            <pc:sldMk cId="927917746" sldId="318"/>
            <ac:inkMk id="65" creationId="{B7B6A583-E620-2DAD-6827-A3BBCC30E8E6}"/>
          </ac:inkMkLst>
        </pc:inkChg>
        <pc:inkChg chg="add reco">
          <ac:chgData name="MINATI RATH ." userId="c069ce78-7b3e-49df-863c-37cd5cba8d18" providerId="ADAL" clId="{88DB0432-0257-4B9C-AC44-4607F71EAFFD}" dt="2026-01-24T12:51:39.663" v="791"/>
          <ac:inkMkLst>
            <pc:docMk/>
            <pc:sldMk cId="927917746" sldId="318"/>
            <ac:inkMk id="66" creationId="{2352CE55-5D5A-5FFB-294A-9DAA7815F36C}"/>
          </ac:inkMkLst>
        </pc:inkChg>
        <pc:inkChg chg="add">
          <ac:chgData name="MINATI RATH ." userId="c069ce78-7b3e-49df-863c-37cd5cba8d18" providerId="ADAL" clId="{88DB0432-0257-4B9C-AC44-4607F71EAFFD}" dt="2026-01-24T12:51:41.679" v="792"/>
          <ac:inkMkLst>
            <pc:docMk/>
            <pc:sldMk cId="927917746" sldId="318"/>
            <ac:inkMk id="67" creationId="{623FB3DA-A8C5-B518-BAA4-9A42A00F9BDD}"/>
          </ac:inkMkLst>
        </pc:inkChg>
        <pc:inkChg chg="add del">
          <ac:chgData name="MINATI RATH ." userId="c069ce78-7b3e-49df-863c-37cd5cba8d18" providerId="ADAL" clId="{88DB0432-0257-4B9C-AC44-4607F71EAFFD}" dt="2026-01-24T12:51:48.285" v="795"/>
          <ac:inkMkLst>
            <pc:docMk/>
            <pc:sldMk cId="927917746" sldId="318"/>
            <ac:inkMk id="68" creationId="{2BF544C0-04D1-DC0D-C251-40CDA202DEF3}"/>
          </ac:inkMkLst>
        </pc:inkChg>
        <pc:inkChg chg="add del">
          <ac:chgData name="MINATI RATH ." userId="c069ce78-7b3e-49df-863c-37cd5cba8d18" providerId="ADAL" clId="{88DB0432-0257-4B9C-AC44-4607F71EAFFD}" dt="2026-01-24T12:51:48.285" v="795"/>
          <ac:inkMkLst>
            <pc:docMk/>
            <pc:sldMk cId="927917746" sldId="318"/>
            <ac:inkMk id="69" creationId="{EB48BA9F-ACDE-2A7D-AFB0-16C9A498FFCF}"/>
          </ac:inkMkLst>
        </pc:inkChg>
        <pc:inkChg chg="add reco">
          <ac:chgData name="MINATI RATH ." userId="c069ce78-7b3e-49df-863c-37cd5cba8d18" providerId="ADAL" clId="{88DB0432-0257-4B9C-AC44-4607F71EAFFD}" dt="2026-01-24T12:51:48.285" v="795"/>
          <ac:inkMkLst>
            <pc:docMk/>
            <pc:sldMk cId="927917746" sldId="318"/>
            <ac:inkMk id="70" creationId="{43357579-9A2B-EE55-0269-5637A0A119C4}"/>
          </ac:inkMkLst>
        </pc:inkChg>
        <pc:inkChg chg="add del">
          <ac:chgData name="MINATI RATH ." userId="c069ce78-7b3e-49df-863c-37cd5cba8d18" providerId="ADAL" clId="{88DB0432-0257-4B9C-AC44-4607F71EAFFD}" dt="2026-01-24T12:51:53.413" v="798"/>
          <ac:inkMkLst>
            <pc:docMk/>
            <pc:sldMk cId="927917746" sldId="318"/>
            <ac:inkMk id="71" creationId="{16629166-6895-F45A-BF5C-4A048DB27886}"/>
          </ac:inkMkLst>
        </pc:inkChg>
        <pc:inkChg chg="add del">
          <ac:chgData name="MINATI RATH ." userId="c069ce78-7b3e-49df-863c-37cd5cba8d18" providerId="ADAL" clId="{88DB0432-0257-4B9C-AC44-4607F71EAFFD}" dt="2026-01-24T12:51:53.413" v="798"/>
          <ac:inkMkLst>
            <pc:docMk/>
            <pc:sldMk cId="927917746" sldId="318"/>
            <ac:inkMk id="72" creationId="{A446E302-47F3-FBCC-1BC8-193940DD743F}"/>
          </ac:inkMkLst>
        </pc:inkChg>
        <pc:inkChg chg="add reco">
          <ac:chgData name="MINATI RATH ." userId="c069ce78-7b3e-49df-863c-37cd5cba8d18" providerId="ADAL" clId="{88DB0432-0257-4B9C-AC44-4607F71EAFFD}" dt="2026-01-24T12:51:53.413" v="798"/>
          <ac:inkMkLst>
            <pc:docMk/>
            <pc:sldMk cId="927917746" sldId="318"/>
            <ac:inkMk id="73" creationId="{B083377B-01BD-3370-66CE-832C14772823}"/>
          </ac:inkMkLst>
        </pc:inkChg>
        <pc:inkChg chg="add">
          <ac:chgData name="MINATI RATH ." userId="c069ce78-7b3e-49df-863c-37cd5cba8d18" providerId="ADAL" clId="{88DB0432-0257-4B9C-AC44-4607F71EAFFD}" dt="2026-01-24T12:51:56.541" v="799"/>
          <ac:inkMkLst>
            <pc:docMk/>
            <pc:sldMk cId="927917746" sldId="318"/>
            <ac:inkMk id="74" creationId="{FB30D539-0B5E-0090-6756-D8ADF516FD76}"/>
          </ac:inkMkLst>
        </pc:inkChg>
        <pc:inkChg chg="add">
          <ac:chgData name="MINATI RATH ." userId="c069ce78-7b3e-49df-863c-37cd5cba8d18" providerId="ADAL" clId="{88DB0432-0257-4B9C-AC44-4607F71EAFFD}" dt="2026-01-24T12:52:11.294" v="800"/>
          <ac:inkMkLst>
            <pc:docMk/>
            <pc:sldMk cId="927917746" sldId="318"/>
            <ac:inkMk id="75" creationId="{CCA30D9D-0268-9257-34D2-ED9883EB899E}"/>
          </ac:inkMkLst>
        </pc:inkChg>
        <pc:inkChg chg="add">
          <ac:chgData name="MINATI RATH ." userId="c069ce78-7b3e-49df-863c-37cd5cba8d18" providerId="ADAL" clId="{88DB0432-0257-4B9C-AC44-4607F71EAFFD}" dt="2026-01-24T12:52:21.273" v="801"/>
          <ac:inkMkLst>
            <pc:docMk/>
            <pc:sldMk cId="927917746" sldId="318"/>
            <ac:inkMk id="76" creationId="{732A5716-C59B-BC39-E67C-AA52E6E445E7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77" creationId="{28ABAC41-7455-8F10-B1FA-5FEDF0148F80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78" creationId="{A514DEB1-F353-75B0-66F1-6EF13BA840FB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79" creationId="{807DDC7C-2255-60E5-E170-2E6403098168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0" creationId="{C7E65AAA-AAF9-AC41-07CF-E3D03F18636F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1" creationId="{C8E29EEE-7B6A-FC04-3F46-BA99229E5B13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2" creationId="{BD0049B0-D269-68BC-D913-0BDB65F1BAC1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3" creationId="{543396E8-C180-9EB3-9C6B-63E3304FC021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4" creationId="{029D62B5-D36B-7A02-26F3-1B5E092E3860}"/>
          </ac:inkMkLst>
        </pc:inkChg>
        <pc:inkChg chg="add del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5" creationId="{77503DA6-939C-E0A0-B121-CA796FD7B811}"/>
          </ac:inkMkLst>
        </pc:inkChg>
        <pc:inkChg chg="add reco">
          <ac:chgData name="MINATI RATH ." userId="c069ce78-7b3e-49df-863c-37cd5cba8d18" providerId="ADAL" clId="{88DB0432-0257-4B9C-AC44-4607F71EAFFD}" dt="2026-01-24T12:52:31.304" v="811"/>
          <ac:inkMkLst>
            <pc:docMk/>
            <pc:sldMk cId="927917746" sldId="318"/>
            <ac:inkMk id="86" creationId="{6C5F7B6F-2788-4E41-54BE-E5A2565F7BD1}"/>
          </ac:inkMkLst>
        </pc:inkChg>
        <pc:inkChg chg="add">
          <ac:chgData name="MINATI RATH ." userId="c069ce78-7b3e-49df-863c-37cd5cba8d18" providerId="ADAL" clId="{88DB0432-0257-4B9C-AC44-4607F71EAFFD}" dt="2026-01-24T12:52:34.528" v="812"/>
          <ac:inkMkLst>
            <pc:docMk/>
            <pc:sldMk cId="927917746" sldId="318"/>
            <ac:inkMk id="87" creationId="{203FAEE6-496A-1F83-18D1-A8EB561B2B2D}"/>
          </ac:inkMkLst>
        </pc:inkChg>
        <pc:inkChg chg="add del">
          <ac:chgData name="MINATI RATH ." userId="c069ce78-7b3e-49df-863c-37cd5cba8d18" providerId="ADAL" clId="{88DB0432-0257-4B9C-AC44-4607F71EAFFD}" dt="2026-01-24T12:52:39.688" v="815"/>
          <ac:inkMkLst>
            <pc:docMk/>
            <pc:sldMk cId="927917746" sldId="318"/>
            <ac:inkMk id="88" creationId="{FDBEE79E-D022-7555-2736-A3630C6D0F67}"/>
          </ac:inkMkLst>
        </pc:inkChg>
        <pc:inkChg chg="add del">
          <ac:chgData name="MINATI RATH ." userId="c069ce78-7b3e-49df-863c-37cd5cba8d18" providerId="ADAL" clId="{88DB0432-0257-4B9C-AC44-4607F71EAFFD}" dt="2026-01-24T12:52:39.688" v="815"/>
          <ac:inkMkLst>
            <pc:docMk/>
            <pc:sldMk cId="927917746" sldId="318"/>
            <ac:inkMk id="89" creationId="{1E8CF6CD-69F8-9758-DC75-22E1D2EB6740}"/>
          </ac:inkMkLst>
        </pc:inkChg>
        <pc:inkChg chg="add reco">
          <ac:chgData name="MINATI RATH ." userId="c069ce78-7b3e-49df-863c-37cd5cba8d18" providerId="ADAL" clId="{88DB0432-0257-4B9C-AC44-4607F71EAFFD}" dt="2026-01-24T12:52:39.688" v="815"/>
          <ac:inkMkLst>
            <pc:docMk/>
            <pc:sldMk cId="927917746" sldId="318"/>
            <ac:inkMk id="90" creationId="{7D9306E1-653F-65B3-AB1A-62C8A9A5A367}"/>
          </ac:inkMkLst>
        </pc:inkChg>
        <pc:inkChg chg="add del">
          <ac:chgData name="MINATI RATH ." userId="c069ce78-7b3e-49df-863c-37cd5cba8d18" providerId="ADAL" clId="{88DB0432-0257-4B9C-AC44-4607F71EAFFD}" dt="2026-01-24T12:52:43.095" v="819"/>
          <ac:inkMkLst>
            <pc:docMk/>
            <pc:sldMk cId="927917746" sldId="318"/>
            <ac:inkMk id="91" creationId="{A158D200-1C6A-A308-BF7B-D5FC7690DA03}"/>
          </ac:inkMkLst>
        </pc:inkChg>
        <pc:inkChg chg="add del">
          <ac:chgData name="MINATI RATH ." userId="c069ce78-7b3e-49df-863c-37cd5cba8d18" providerId="ADAL" clId="{88DB0432-0257-4B9C-AC44-4607F71EAFFD}" dt="2026-01-24T12:52:43.095" v="819"/>
          <ac:inkMkLst>
            <pc:docMk/>
            <pc:sldMk cId="927917746" sldId="318"/>
            <ac:inkMk id="92" creationId="{C2C008F0-E4FF-1AA8-6B02-0237FF181CB7}"/>
          </ac:inkMkLst>
        </pc:inkChg>
        <pc:inkChg chg="add del">
          <ac:chgData name="MINATI RATH ." userId="c069ce78-7b3e-49df-863c-37cd5cba8d18" providerId="ADAL" clId="{88DB0432-0257-4B9C-AC44-4607F71EAFFD}" dt="2026-01-24T12:52:43.095" v="819"/>
          <ac:inkMkLst>
            <pc:docMk/>
            <pc:sldMk cId="927917746" sldId="318"/>
            <ac:inkMk id="93" creationId="{50B46569-7442-89B6-7A71-6FE0DE0ADC15}"/>
          </ac:inkMkLst>
        </pc:inkChg>
        <pc:inkChg chg="add reco">
          <ac:chgData name="MINATI RATH ." userId="c069ce78-7b3e-49df-863c-37cd5cba8d18" providerId="ADAL" clId="{88DB0432-0257-4B9C-AC44-4607F71EAFFD}" dt="2026-01-24T12:52:43.095" v="819"/>
          <ac:inkMkLst>
            <pc:docMk/>
            <pc:sldMk cId="927917746" sldId="318"/>
            <ac:inkMk id="94" creationId="{6C6113A2-D054-880F-786F-448E2F1260B6}"/>
          </ac:inkMkLst>
        </pc:inkChg>
        <pc:inkChg chg="add del">
          <ac:chgData name="MINATI RATH ." userId="c069ce78-7b3e-49df-863c-37cd5cba8d18" providerId="ADAL" clId="{88DB0432-0257-4B9C-AC44-4607F71EAFFD}" dt="2026-01-24T12:52:52.525" v="822"/>
          <ac:inkMkLst>
            <pc:docMk/>
            <pc:sldMk cId="927917746" sldId="318"/>
            <ac:inkMk id="95" creationId="{28B4078D-F817-8DF7-4AC8-D155E39423E9}"/>
          </ac:inkMkLst>
        </pc:inkChg>
        <pc:inkChg chg="add del">
          <ac:chgData name="MINATI RATH ." userId="c069ce78-7b3e-49df-863c-37cd5cba8d18" providerId="ADAL" clId="{88DB0432-0257-4B9C-AC44-4607F71EAFFD}" dt="2026-01-24T12:52:52.525" v="822"/>
          <ac:inkMkLst>
            <pc:docMk/>
            <pc:sldMk cId="927917746" sldId="318"/>
            <ac:inkMk id="96" creationId="{EAAB0A19-33D1-5BDC-7CE1-89FD8DFC96BD}"/>
          </ac:inkMkLst>
        </pc:inkChg>
        <pc:inkChg chg="add reco">
          <ac:chgData name="MINATI RATH ." userId="c069ce78-7b3e-49df-863c-37cd5cba8d18" providerId="ADAL" clId="{88DB0432-0257-4B9C-AC44-4607F71EAFFD}" dt="2026-01-24T12:52:52.525" v="822"/>
          <ac:inkMkLst>
            <pc:docMk/>
            <pc:sldMk cId="927917746" sldId="318"/>
            <ac:inkMk id="97" creationId="{C0C1990E-5033-0F70-8827-2D702881AF5D}"/>
          </ac:inkMkLst>
        </pc:inkChg>
        <pc:inkChg chg="add">
          <ac:chgData name="MINATI RATH ." userId="c069ce78-7b3e-49df-863c-37cd5cba8d18" providerId="ADAL" clId="{88DB0432-0257-4B9C-AC44-4607F71EAFFD}" dt="2026-01-24T12:52:55.570" v="823"/>
          <ac:inkMkLst>
            <pc:docMk/>
            <pc:sldMk cId="927917746" sldId="318"/>
            <ac:inkMk id="98" creationId="{14DBA301-575C-A8E8-7C29-184E63A3DBF6}"/>
          </ac:inkMkLst>
        </pc:inkChg>
        <pc:inkChg chg="add del">
          <ac:chgData name="MINATI RATH ." userId="c069ce78-7b3e-49df-863c-37cd5cba8d18" providerId="ADAL" clId="{88DB0432-0257-4B9C-AC44-4607F71EAFFD}" dt="2026-01-24T12:53:00.412" v="827"/>
          <ac:inkMkLst>
            <pc:docMk/>
            <pc:sldMk cId="927917746" sldId="318"/>
            <ac:inkMk id="99" creationId="{8C1A8BD1-95F3-B8BE-594E-D4F19631365B}"/>
          </ac:inkMkLst>
        </pc:inkChg>
        <pc:inkChg chg="add del">
          <ac:chgData name="MINATI RATH ." userId="c069ce78-7b3e-49df-863c-37cd5cba8d18" providerId="ADAL" clId="{88DB0432-0257-4B9C-AC44-4607F71EAFFD}" dt="2026-01-24T12:53:00.412" v="827"/>
          <ac:inkMkLst>
            <pc:docMk/>
            <pc:sldMk cId="927917746" sldId="318"/>
            <ac:inkMk id="100" creationId="{5E8086AC-C541-8CAA-46C0-36895CC7163F}"/>
          </ac:inkMkLst>
        </pc:inkChg>
        <pc:inkChg chg="add del">
          <ac:chgData name="MINATI RATH ." userId="c069ce78-7b3e-49df-863c-37cd5cba8d18" providerId="ADAL" clId="{88DB0432-0257-4B9C-AC44-4607F71EAFFD}" dt="2026-01-24T12:53:00.412" v="827"/>
          <ac:inkMkLst>
            <pc:docMk/>
            <pc:sldMk cId="927917746" sldId="318"/>
            <ac:inkMk id="101" creationId="{B1D90565-20C8-5D72-1153-330B6F6476FB}"/>
          </ac:inkMkLst>
        </pc:inkChg>
        <pc:inkChg chg="add reco">
          <ac:chgData name="MINATI RATH ." userId="c069ce78-7b3e-49df-863c-37cd5cba8d18" providerId="ADAL" clId="{88DB0432-0257-4B9C-AC44-4607F71EAFFD}" dt="2026-01-24T12:53:00.412" v="827"/>
          <ac:inkMkLst>
            <pc:docMk/>
            <pc:sldMk cId="927917746" sldId="318"/>
            <ac:inkMk id="102" creationId="{2F6BDC5A-9B2A-7275-7ED7-62945438AF92}"/>
          </ac:inkMkLst>
        </pc:inkChg>
        <pc:inkChg chg="add">
          <ac:chgData name="MINATI RATH ." userId="c069ce78-7b3e-49df-863c-37cd5cba8d18" providerId="ADAL" clId="{88DB0432-0257-4B9C-AC44-4607F71EAFFD}" dt="2026-01-24T12:53:05.401" v="828"/>
          <ac:inkMkLst>
            <pc:docMk/>
            <pc:sldMk cId="927917746" sldId="318"/>
            <ac:inkMk id="103" creationId="{F831B18F-6E4D-2A49-900C-B53680F5ED7B}"/>
          </ac:inkMkLst>
        </pc:inkChg>
        <pc:inkChg chg="add">
          <ac:chgData name="MINATI RATH ." userId="c069ce78-7b3e-49df-863c-37cd5cba8d18" providerId="ADAL" clId="{88DB0432-0257-4B9C-AC44-4607F71EAFFD}" dt="2026-01-24T12:53:08.751" v="829"/>
          <ac:inkMkLst>
            <pc:docMk/>
            <pc:sldMk cId="927917746" sldId="318"/>
            <ac:inkMk id="104" creationId="{2E351BB1-F637-2CB3-EADA-B35D38D2EBB9}"/>
          </ac:inkMkLst>
        </pc:inkChg>
        <pc:inkChg chg="add del">
          <ac:chgData name="MINATI RATH ." userId="c069ce78-7b3e-49df-863c-37cd5cba8d18" providerId="ADAL" clId="{88DB0432-0257-4B9C-AC44-4607F71EAFFD}" dt="2026-01-24T12:53:13.422" v="832"/>
          <ac:inkMkLst>
            <pc:docMk/>
            <pc:sldMk cId="927917746" sldId="318"/>
            <ac:inkMk id="105" creationId="{33372695-C722-D43F-2D23-B0BDC802192D}"/>
          </ac:inkMkLst>
        </pc:inkChg>
        <pc:inkChg chg="add del">
          <ac:chgData name="MINATI RATH ." userId="c069ce78-7b3e-49df-863c-37cd5cba8d18" providerId="ADAL" clId="{88DB0432-0257-4B9C-AC44-4607F71EAFFD}" dt="2026-01-24T12:53:13.422" v="832"/>
          <ac:inkMkLst>
            <pc:docMk/>
            <pc:sldMk cId="927917746" sldId="318"/>
            <ac:inkMk id="106" creationId="{0E529839-0003-1FB2-6D7F-3412E6A6F620}"/>
          </ac:inkMkLst>
        </pc:inkChg>
        <pc:inkChg chg="add reco">
          <ac:chgData name="MINATI RATH ." userId="c069ce78-7b3e-49df-863c-37cd5cba8d18" providerId="ADAL" clId="{88DB0432-0257-4B9C-AC44-4607F71EAFFD}" dt="2026-01-24T12:53:13.422" v="832"/>
          <ac:inkMkLst>
            <pc:docMk/>
            <pc:sldMk cId="927917746" sldId="318"/>
            <ac:inkMk id="107" creationId="{7BD77517-5DF9-2886-4960-09E4C40D17C3}"/>
          </ac:inkMkLst>
        </pc:inkChg>
        <pc:inkChg chg="add del">
          <ac:chgData name="MINATI RATH ." userId="c069ce78-7b3e-49df-863c-37cd5cba8d18" providerId="ADAL" clId="{88DB0432-0257-4B9C-AC44-4607F71EAFFD}" dt="2026-01-24T12:53:15.205" v="835"/>
          <ac:inkMkLst>
            <pc:docMk/>
            <pc:sldMk cId="927917746" sldId="318"/>
            <ac:inkMk id="108" creationId="{826BBB88-5D4B-AC7A-D26D-C75400833DD3}"/>
          </ac:inkMkLst>
        </pc:inkChg>
        <pc:inkChg chg="add del">
          <ac:chgData name="MINATI RATH ." userId="c069ce78-7b3e-49df-863c-37cd5cba8d18" providerId="ADAL" clId="{88DB0432-0257-4B9C-AC44-4607F71EAFFD}" dt="2026-01-24T12:53:15.205" v="835"/>
          <ac:inkMkLst>
            <pc:docMk/>
            <pc:sldMk cId="927917746" sldId="318"/>
            <ac:inkMk id="109" creationId="{6F726A17-6051-4897-B402-668B9CFA684E}"/>
          </ac:inkMkLst>
        </pc:inkChg>
        <pc:inkChg chg="add reco">
          <ac:chgData name="MINATI RATH ." userId="c069ce78-7b3e-49df-863c-37cd5cba8d18" providerId="ADAL" clId="{88DB0432-0257-4B9C-AC44-4607F71EAFFD}" dt="2026-01-24T12:53:15.205" v="835"/>
          <ac:inkMkLst>
            <pc:docMk/>
            <pc:sldMk cId="927917746" sldId="318"/>
            <ac:inkMk id="110" creationId="{DD2F3C26-E99B-20CA-080A-3EB95A61227F}"/>
          </ac:inkMkLst>
        </pc:inkChg>
        <pc:inkChg chg="add del">
          <ac:chgData name="MINATI RATH ." userId="c069ce78-7b3e-49df-863c-37cd5cba8d18" providerId="ADAL" clId="{88DB0432-0257-4B9C-AC44-4607F71EAFFD}" dt="2026-01-24T12:53:54.905" v="840"/>
          <ac:inkMkLst>
            <pc:docMk/>
            <pc:sldMk cId="927917746" sldId="318"/>
            <ac:inkMk id="111" creationId="{927AE6F9-B1D7-F56A-41DC-66C3A564AF34}"/>
          </ac:inkMkLst>
        </pc:inkChg>
        <pc:inkChg chg="add del">
          <ac:chgData name="MINATI RATH ." userId="c069ce78-7b3e-49df-863c-37cd5cba8d18" providerId="ADAL" clId="{88DB0432-0257-4B9C-AC44-4607F71EAFFD}" dt="2026-01-24T12:53:54.905" v="840"/>
          <ac:inkMkLst>
            <pc:docMk/>
            <pc:sldMk cId="927917746" sldId="318"/>
            <ac:inkMk id="112" creationId="{9621BD8D-48D7-5EEA-F562-7ACC935FB1A5}"/>
          </ac:inkMkLst>
        </pc:inkChg>
        <pc:inkChg chg="add del">
          <ac:chgData name="MINATI RATH ." userId="c069ce78-7b3e-49df-863c-37cd5cba8d18" providerId="ADAL" clId="{88DB0432-0257-4B9C-AC44-4607F71EAFFD}" dt="2026-01-24T12:53:58.743" v="842"/>
          <ac:inkMkLst>
            <pc:docMk/>
            <pc:sldMk cId="927917746" sldId="318"/>
            <ac:inkMk id="113" creationId="{4BB97544-1AE2-9DDE-3956-66B5CBBEF452}"/>
          </ac:inkMkLst>
        </pc:inkChg>
        <pc:inkChg chg="add del">
          <ac:chgData name="MINATI RATH ." userId="c069ce78-7b3e-49df-863c-37cd5cba8d18" providerId="ADAL" clId="{88DB0432-0257-4B9C-AC44-4607F71EAFFD}" dt="2026-01-24T12:53:58.743" v="842"/>
          <ac:inkMkLst>
            <pc:docMk/>
            <pc:sldMk cId="927917746" sldId="318"/>
            <ac:inkMk id="114" creationId="{F73F12D6-42B3-9217-6B3E-A00CB217C780}"/>
          </ac:inkMkLst>
        </pc:inkChg>
        <pc:inkChg chg="add reco">
          <ac:chgData name="MINATI RATH ." userId="c069ce78-7b3e-49df-863c-37cd5cba8d18" providerId="ADAL" clId="{88DB0432-0257-4B9C-AC44-4607F71EAFFD}" dt="2026-01-24T12:53:54.905" v="840"/>
          <ac:inkMkLst>
            <pc:docMk/>
            <pc:sldMk cId="927917746" sldId="318"/>
            <ac:inkMk id="115" creationId="{1EAB07CC-EF6E-82F0-724D-AE3CDFC1F607}"/>
          </ac:inkMkLst>
        </pc:inkChg>
        <pc:inkChg chg="add del">
          <ac:chgData name="MINATI RATH ." userId="c069ce78-7b3e-49df-863c-37cd5cba8d18" providerId="ADAL" clId="{88DB0432-0257-4B9C-AC44-4607F71EAFFD}" dt="2026-01-24T12:53:58.743" v="842"/>
          <ac:inkMkLst>
            <pc:docMk/>
            <pc:sldMk cId="927917746" sldId="318"/>
            <ac:inkMk id="116" creationId="{0A7995ED-B02F-767A-DDDD-769DC6D08839}"/>
          </ac:inkMkLst>
        </pc:inkChg>
        <pc:inkChg chg="add reco">
          <ac:chgData name="MINATI RATH ." userId="c069ce78-7b3e-49df-863c-37cd5cba8d18" providerId="ADAL" clId="{88DB0432-0257-4B9C-AC44-4607F71EAFFD}" dt="2026-01-24T12:53:58.743" v="842"/>
          <ac:inkMkLst>
            <pc:docMk/>
            <pc:sldMk cId="927917746" sldId="318"/>
            <ac:inkMk id="117" creationId="{FDBEF91D-4BB9-12BE-78D5-9A92DD2A695A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18" creationId="{6D9ECE35-8522-BD79-8071-CEBD4660566A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19" creationId="{411D7285-06A1-8B8C-CA55-4BA303BDD978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0" creationId="{F535D479-3059-DC28-55DD-CC4B2BAA1EED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1" creationId="{72A222DD-7B98-8711-DBD3-98F4D8F25C58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2" creationId="{6038D4A2-6342-5DCE-5B7C-ED8F41455E66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3" creationId="{4106D9FC-C2D4-CE78-2C5E-5E62062E1B0C}"/>
          </ac:inkMkLst>
        </pc:inkChg>
        <pc:inkChg chg="add del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4" creationId="{A2CD940D-22F9-26C8-C162-136B190B2D60}"/>
          </ac:inkMkLst>
        </pc:inkChg>
        <pc:inkChg chg="add reco">
          <ac:chgData name="MINATI RATH ." userId="c069ce78-7b3e-49df-863c-37cd5cba8d18" providerId="ADAL" clId="{88DB0432-0257-4B9C-AC44-4607F71EAFFD}" dt="2026-01-24T12:54:04.710" v="850"/>
          <ac:inkMkLst>
            <pc:docMk/>
            <pc:sldMk cId="927917746" sldId="318"/>
            <ac:inkMk id="125" creationId="{D117EC68-E9A5-D7B3-F1F6-DF8361A96662}"/>
          </ac:inkMkLst>
        </pc:inkChg>
        <pc:inkChg chg="add del">
          <ac:chgData name="MINATI RATH ." userId="c069ce78-7b3e-49df-863c-37cd5cba8d18" providerId="ADAL" clId="{88DB0432-0257-4B9C-AC44-4607F71EAFFD}" dt="2026-01-24T12:54:06.062" v="853"/>
          <ac:inkMkLst>
            <pc:docMk/>
            <pc:sldMk cId="927917746" sldId="318"/>
            <ac:inkMk id="126" creationId="{299F6974-B735-D114-FDF4-571F76D5F8E3}"/>
          </ac:inkMkLst>
        </pc:inkChg>
        <pc:inkChg chg="add del">
          <ac:chgData name="MINATI RATH ." userId="c069ce78-7b3e-49df-863c-37cd5cba8d18" providerId="ADAL" clId="{88DB0432-0257-4B9C-AC44-4607F71EAFFD}" dt="2026-01-24T12:54:06.062" v="853"/>
          <ac:inkMkLst>
            <pc:docMk/>
            <pc:sldMk cId="927917746" sldId="318"/>
            <ac:inkMk id="127" creationId="{ABBA58F0-8202-0389-DFC6-685DE942C506}"/>
          </ac:inkMkLst>
        </pc:inkChg>
        <pc:inkChg chg="add reco">
          <ac:chgData name="MINATI RATH ." userId="c069ce78-7b3e-49df-863c-37cd5cba8d18" providerId="ADAL" clId="{88DB0432-0257-4B9C-AC44-4607F71EAFFD}" dt="2026-01-24T12:54:06.062" v="853"/>
          <ac:inkMkLst>
            <pc:docMk/>
            <pc:sldMk cId="927917746" sldId="318"/>
            <ac:inkMk id="128" creationId="{E7A61FD5-15B6-7C21-029E-236AD58CBE9D}"/>
          </ac:inkMkLst>
        </pc:inkChg>
        <pc:inkChg chg="add del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29" creationId="{8E2A6B4E-C488-E40B-02B1-0ACF8B950996}"/>
          </ac:inkMkLst>
        </pc:inkChg>
        <pc:inkChg chg="add del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30" creationId="{7FD4A047-9DE7-3BCE-2B8B-A8155ACCA1C0}"/>
          </ac:inkMkLst>
        </pc:inkChg>
        <pc:inkChg chg="add del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31" creationId="{25685F10-D74D-8CDF-6986-B4E2C38F4E9F}"/>
          </ac:inkMkLst>
        </pc:inkChg>
        <pc:inkChg chg="add del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32" creationId="{A248F1CA-7A09-06B2-E9EC-6B2727F7F6BD}"/>
          </ac:inkMkLst>
        </pc:inkChg>
        <pc:inkChg chg="add del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33" creationId="{C3573716-F1AA-4464-82FF-E5F4B227E23A}"/>
          </ac:inkMkLst>
        </pc:inkChg>
        <pc:inkChg chg="add reco">
          <ac:chgData name="MINATI RATH ." userId="c069ce78-7b3e-49df-863c-37cd5cba8d18" providerId="ADAL" clId="{88DB0432-0257-4B9C-AC44-4607F71EAFFD}" dt="2026-01-24T12:54:09.958" v="859"/>
          <ac:inkMkLst>
            <pc:docMk/>
            <pc:sldMk cId="927917746" sldId="318"/>
            <ac:inkMk id="134" creationId="{A7B970D5-6D39-B98B-4DAF-2A6054596495}"/>
          </ac:inkMkLst>
        </pc:inkChg>
        <pc:inkChg chg="add del">
          <ac:chgData name="MINATI RATH ." userId="c069ce78-7b3e-49df-863c-37cd5cba8d18" providerId="ADAL" clId="{88DB0432-0257-4B9C-AC44-4607F71EAFFD}" dt="2026-01-24T12:54:24.584" v="862"/>
          <ac:inkMkLst>
            <pc:docMk/>
            <pc:sldMk cId="927917746" sldId="318"/>
            <ac:inkMk id="135" creationId="{FAB355D7-3792-59E5-8403-3BE0341E9B26}"/>
          </ac:inkMkLst>
        </pc:inkChg>
        <pc:inkChg chg="add del">
          <ac:chgData name="MINATI RATH ." userId="c069ce78-7b3e-49df-863c-37cd5cba8d18" providerId="ADAL" clId="{88DB0432-0257-4B9C-AC44-4607F71EAFFD}" dt="2026-01-24T12:54:24.584" v="862"/>
          <ac:inkMkLst>
            <pc:docMk/>
            <pc:sldMk cId="927917746" sldId="318"/>
            <ac:inkMk id="136" creationId="{5D2497E6-843C-25DB-DB18-618387B13C20}"/>
          </ac:inkMkLst>
        </pc:inkChg>
        <pc:inkChg chg="add reco">
          <ac:chgData name="MINATI RATH ." userId="c069ce78-7b3e-49df-863c-37cd5cba8d18" providerId="ADAL" clId="{88DB0432-0257-4B9C-AC44-4607F71EAFFD}" dt="2026-01-24T12:54:24.584" v="862"/>
          <ac:inkMkLst>
            <pc:docMk/>
            <pc:sldMk cId="927917746" sldId="318"/>
            <ac:inkMk id="137" creationId="{9652DCE5-C258-1C76-BE9A-D0AA9C4F888C}"/>
          </ac:inkMkLst>
        </pc:inkChg>
        <pc:inkChg chg="add del">
          <ac:chgData name="MINATI RATH ." userId="c069ce78-7b3e-49df-863c-37cd5cba8d18" providerId="ADAL" clId="{88DB0432-0257-4B9C-AC44-4607F71EAFFD}" dt="2026-01-24T12:55:08.864" v="865"/>
          <ac:inkMkLst>
            <pc:docMk/>
            <pc:sldMk cId="927917746" sldId="318"/>
            <ac:inkMk id="138" creationId="{24434381-49D2-C08E-B888-8F85DACBE006}"/>
          </ac:inkMkLst>
        </pc:inkChg>
        <pc:inkChg chg="add del">
          <ac:chgData name="MINATI RATH ." userId="c069ce78-7b3e-49df-863c-37cd5cba8d18" providerId="ADAL" clId="{88DB0432-0257-4B9C-AC44-4607F71EAFFD}" dt="2026-01-24T12:55:08.864" v="865"/>
          <ac:inkMkLst>
            <pc:docMk/>
            <pc:sldMk cId="927917746" sldId="318"/>
            <ac:inkMk id="139" creationId="{FED5BA3A-4485-6EAE-5C11-6B75E730F899}"/>
          </ac:inkMkLst>
        </pc:inkChg>
        <pc:inkChg chg="add reco">
          <ac:chgData name="MINATI RATH ." userId="c069ce78-7b3e-49df-863c-37cd5cba8d18" providerId="ADAL" clId="{88DB0432-0257-4B9C-AC44-4607F71EAFFD}" dt="2026-01-24T12:55:08.864" v="865"/>
          <ac:inkMkLst>
            <pc:docMk/>
            <pc:sldMk cId="927917746" sldId="318"/>
            <ac:inkMk id="140" creationId="{1342BB51-4668-4C1B-E8F1-6683FA7CE027}"/>
          </ac:inkMkLst>
        </pc:inkChg>
        <pc:inkChg chg="add del">
          <ac:chgData name="MINATI RATH ." userId="c069ce78-7b3e-49df-863c-37cd5cba8d18" providerId="ADAL" clId="{88DB0432-0257-4B9C-AC44-4607F71EAFFD}" dt="2026-01-24T12:55:21.730" v="868"/>
          <ac:inkMkLst>
            <pc:docMk/>
            <pc:sldMk cId="927917746" sldId="318"/>
            <ac:inkMk id="141" creationId="{C991F40C-CD58-2C1C-693C-99C4DE1894CF}"/>
          </ac:inkMkLst>
        </pc:inkChg>
        <pc:inkChg chg="add del">
          <ac:chgData name="MINATI RATH ." userId="c069ce78-7b3e-49df-863c-37cd5cba8d18" providerId="ADAL" clId="{88DB0432-0257-4B9C-AC44-4607F71EAFFD}" dt="2026-01-24T12:55:21.730" v="868"/>
          <ac:inkMkLst>
            <pc:docMk/>
            <pc:sldMk cId="927917746" sldId="318"/>
            <ac:inkMk id="142" creationId="{63D442D1-4030-8746-09FF-72BF4D8A3E7E}"/>
          </ac:inkMkLst>
        </pc:inkChg>
        <pc:inkChg chg="add reco">
          <ac:chgData name="MINATI RATH ." userId="c069ce78-7b3e-49df-863c-37cd5cba8d18" providerId="ADAL" clId="{88DB0432-0257-4B9C-AC44-4607F71EAFFD}" dt="2026-01-24T12:55:21.730" v="868"/>
          <ac:inkMkLst>
            <pc:docMk/>
            <pc:sldMk cId="927917746" sldId="318"/>
            <ac:inkMk id="143" creationId="{A94EB0C1-BF4E-CC0A-1AEB-0300FD845FA1}"/>
          </ac:inkMkLst>
        </pc:inkChg>
        <pc:inkChg chg="add">
          <ac:chgData name="MINATI RATH ." userId="c069ce78-7b3e-49df-863c-37cd5cba8d18" providerId="ADAL" clId="{88DB0432-0257-4B9C-AC44-4607F71EAFFD}" dt="2026-01-24T12:55:31.820" v="869"/>
          <ac:inkMkLst>
            <pc:docMk/>
            <pc:sldMk cId="927917746" sldId="318"/>
            <ac:inkMk id="144" creationId="{9C405479-C774-019C-19AF-7C747890B47C}"/>
          </ac:inkMkLst>
        </pc:inkChg>
        <pc:inkChg chg="add del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45" creationId="{76BF7D21-B998-1527-917E-6A9EEA48B0A1}"/>
          </ac:inkMkLst>
        </pc:inkChg>
        <pc:inkChg chg="add del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46" creationId="{447D924D-743E-CE44-4AC2-0571759CBEA2}"/>
          </ac:inkMkLst>
        </pc:inkChg>
        <pc:inkChg chg="add del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47" creationId="{2F73CC00-BFC2-49EA-6D58-4F4E5AE14386}"/>
          </ac:inkMkLst>
        </pc:inkChg>
        <pc:inkChg chg="add del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48" creationId="{A2DB2577-BDE1-43C8-B174-E2419870A55B}"/>
          </ac:inkMkLst>
        </pc:inkChg>
        <pc:inkChg chg="add del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49" creationId="{9FBC0EC5-57ED-370F-8911-DF63BA5074DC}"/>
          </ac:inkMkLst>
        </pc:inkChg>
        <pc:inkChg chg="add reco">
          <ac:chgData name="MINATI RATH ." userId="c069ce78-7b3e-49df-863c-37cd5cba8d18" providerId="ADAL" clId="{88DB0432-0257-4B9C-AC44-4607F71EAFFD}" dt="2026-01-24T12:55:42.778" v="875"/>
          <ac:inkMkLst>
            <pc:docMk/>
            <pc:sldMk cId="927917746" sldId="318"/>
            <ac:inkMk id="150" creationId="{46DD89D3-2439-725B-7FEB-AAA0730429F4}"/>
          </ac:inkMkLst>
        </pc:inkChg>
        <pc:inkChg chg="add del">
          <ac:chgData name="MINATI RATH ." userId="c069ce78-7b3e-49df-863c-37cd5cba8d18" providerId="ADAL" clId="{88DB0432-0257-4B9C-AC44-4607F71EAFFD}" dt="2026-01-24T12:55:44.242" v="878"/>
          <ac:inkMkLst>
            <pc:docMk/>
            <pc:sldMk cId="927917746" sldId="318"/>
            <ac:inkMk id="151" creationId="{AA004917-6C8D-001A-F5C5-0473F38D490F}"/>
          </ac:inkMkLst>
        </pc:inkChg>
        <pc:inkChg chg="add del">
          <ac:chgData name="MINATI RATH ." userId="c069ce78-7b3e-49df-863c-37cd5cba8d18" providerId="ADAL" clId="{88DB0432-0257-4B9C-AC44-4607F71EAFFD}" dt="2026-01-24T12:55:44.242" v="878"/>
          <ac:inkMkLst>
            <pc:docMk/>
            <pc:sldMk cId="927917746" sldId="318"/>
            <ac:inkMk id="152" creationId="{422D126B-4673-170E-CC72-4B3E50F93482}"/>
          </ac:inkMkLst>
        </pc:inkChg>
        <pc:inkChg chg="add reco">
          <ac:chgData name="MINATI RATH ." userId="c069ce78-7b3e-49df-863c-37cd5cba8d18" providerId="ADAL" clId="{88DB0432-0257-4B9C-AC44-4607F71EAFFD}" dt="2026-01-24T12:55:44.242" v="878"/>
          <ac:inkMkLst>
            <pc:docMk/>
            <pc:sldMk cId="927917746" sldId="318"/>
            <ac:inkMk id="153" creationId="{78B6E64B-2A12-AF3A-B556-3C4293F3772E}"/>
          </ac:inkMkLst>
        </pc:inkChg>
      </pc:sldChg>
      <pc:sldChg chg="addSp delSp modSp mod">
        <pc:chgData name="MINATI RATH ." userId="c069ce78-7b3e-49df-863c-37cd5cba8d18" providerId="ADAL" clId="{88DB0432-0257-4B9C-AC44-4607F71EAFFD}" dt="2026-01-24T13:17:18.941" v="1559"/>
        <pc:sldMkLst>
          <pc:docMk/>
          <pc:sldMk cId="176085180" sldId="319"/>
        </pc:sldMkLst>
        <pc:inkChg chg="add del">
          <ac:chgData name="MINATI RATH ." userId="c069ce78-7b3e-49df-863c-37cd5cba8d18" providerId="ADAL" clId="{88DB0432-0257-4B9C-AC44-4607F71EAFFD}" dt="2026-01-24T13:15:04.453" v="1408"/>
          <ac:inkMkLst>
            <pc:docMk/>
            <pc:sldMk cId="176085180" sldId="319"/>
            <ac:inkMk id="2" creationId="{F00974C4-4147-F085-EA6D-068311BF7E35}"/>
          </ac:inkMkLst>
        </pc:inkChg>
        <pc:inkChg chg="add del">
          <ac:chgData name="MINATI RATH ." userId="c069ce78-7b3e-49df-863c-37cd5cba8d18" providerId="ADAL" clId="{88DB0432-0257-4B9C-AC44-4607F71EAFFD}" dt="2026-01-24T13:12:07.371" v="1286"/>
          <ac:inkMkLst>
            <pc:docMk/>
            <pc:sldMk cId="176085180" sldId="319"/>
            <ac:inkMk id="3" creationId="{319E1E0D-3920-9EBE-B3A9-B7FF48CAAF4D}"/>
          </ac:inkMkLst>
        </pc:inkChg>
        <pc:inkChg chg="add del">
          <ac:chgData name="MINATI RATH ." userId="c069ce78-7b3e-49df-863c-37cd5cba8d18" providerId="ADAL" clId="{88DB0432-0257-4B9C-AC44-4607F71EAFFD}" dt="2026-01-24T13:12:07.371" v="1286"/>
          <ac:inkMkLst>
            <pc:docMk/>
            <pc:sldMk cId="176085180" sldId="319"/>
            <ac:inkMk id="4" creationId="{B7965935-BD04-2FA6-E447-C0254535D492}"/>
          </ac:inkMkLst>
        </pc:inkChg>
        <pc:inkChg chg="add del reco">
          <ac:chgData name="MINATI RATH ." userId="c069ce78-7b3e-49df-863c-37cd5cba8d18" providerId="ADAL" clId="{88DB0432-0257-4B9C-AC44-4607F71EAFFD}" dt="2026-01-24T13:15:01.876" v="1399"/>
          <ac:inkMkLst>
            <pc:docMk/>
            <pc:sldMk cId="176085180" sldId="319"/>
            <ac:inkMk id="9" creationId="{5539EAEF-70A9-4BA7-740E-826BB64A72C0}"/>
          </ac:inkMkLst>
        </pc:inkChg>
        <pc:inkChg chg="add del">
          <ac:chgData name="MINATI RATH ." userId="c069ce78-7b3e-49df-863c-37cd5cba8d18" providerId="ADAL" clId="{88DB0432-0257-4B9C-AC44-4607F71EAFFD}" dt="2026-01-24T13:12:10.090" v="1289"/>
          <ac:inkMkLst>
            <pc:docMk/>
            <pc:sldMk cId="176085180" sldId="319"/>
            <ac:inkMk id="10" creationId="{4C7B5B42-1256-E4DE-FABF-83B391703A9E}"/>
          </ac:inkMkLst>
        </pc:inkChg>
        <pc:inkChg chg="add del">
          <ac:chgData name="MINATI RATH ." userId="c069ce78-7b3e-49df-863c-37cd5cba8d18" providerId="ADAL" clId="{88DB0432-0257-4B9C-AC44-4607F71EAFFD}" dt="2026-01-24T13:12:10.090" v="1289"/>
          <ac:inkMkLst>
            <pc:docMk/>
            <pc:sldMk cId="176085180" sldId="319"/>
            <ac:inkMk id="11" creationId="{23C73D1A-7864-56E0-280C-81D8A2AA5207}"/>
          </ac:inkMkLst>
        </pc:inkChg>
        <pc:inkChg chg="add del mod reco modStrokes">
          <ac:chgData name="MINATI RATH ." userId="c069ce78-7b3e-49df-863c-37cd5cba8d18" providerId="ADAL" clId="{88DB0432-0257-4B9C-AC44-4607F71EAFFD}" dt="2026-01-24T13:15:04.903" v="1409"/>
          <ac:inkMkLst>
            <pc:docMk/>
            <pc:sldMk cId="176085180" sldId="319"/>
            <ac:inkMk id="12" creationId="{A9D0C776-9D21-5230-E0B3-C6165EC494E3}"/>
          </ac:inkMkLst>
        </pc:inkChg>
        <pc:inkChg chg="add del">
          <ac:chgData name="MINATI RATH ." userId="c069ce78-7b3e-49df-863c-37cd5cba8d18" providerId="ADAL" clId="{88DB0432-0257-4B9C-AC44-4607F71EAFFD}" dt="2026-01-24T13:12:13.765" v="1293"/>
          <ac:inkMkLst>
            <pc:docMk/>
            <pc:sldMk cId="176085180" sldId="319"/>
            <ac:inkMk id="13" creationId="{646362E7-076A-B1E4-C9A4-92149DCFED8C}"/>
          </ac:inkMkLst>
        </pc:inkChg>
        <pc:inkChg chg="add del">
          <ac:chgData name="MINATI RATH ." userId="c069ce78-7b3e-49df-863c-37cd5cba8d18" providerId="ADAL" clId="{88DB0432-0257-4B9C-AC44-4607F71EAFFD}" dt="2026-01-24T13:12:13.765" v="1293"/>
          <ac:inkMkLst>
            <pc:docMk/>
            <pc:sldMk cId="176085180" sldId="319"/>
            <ac:inkMk id="14" creationId="{57934B13-9026-5910-BD27-8A5119C83314}"/>
          </ac:inkMkLst>
        </pc:inkChg>
        <pc:inkChg chg="add del">
          <ac:chgData name="MINATI RATH ." userId="c069ce78-7b3e-49df-863c-37cd5cba8d18" providerId="ADAL" clId="{88DB0432-0257-4B9C-AC44-4607F71EAFFD}" dt="2026-01-24T13:12:13.765" v="1293"/>
          <ac:inkMkLst>
            <pc:docMk/>
            <pc:sldMk cId="176085180" sldId="319"/>
            <ac:inkMk id="15" creationId="{B975393D-68DF-0173-8F75-314BD3A89280}"/>
          </ac:inkMkLst>
        </pc:inkChg>
        <pc:inkChg chg="add mod reco modStrokes">
          <ac:chgData name="MINATI RATH ." userId="c069ce78-7b3e-49df-863c-37cd5cba8d18" providerId="ADAL" clId="{88DB0432-0257-4B9C-AC44-4607F71EAFFD}" dt="2026-01-24T13:15:05.888" v="1411"/>
          <ac:inkMkLst>
            <pc:docMk/>
            <pc:sldMk cId="176085180" sldId="319"/>
            <ac:inkMk id="16" creationId="{66EED342-0FDD-2BE9-05C2-374C46286899}"/>
          </ac:inkMkLst>
        </pc:inkChg>
        <pc:inkChg chg="add del">
          <ac:chgData name="MINATI RATH ." userId="c069ce78-7b3e-49df-863c-37cd5cba8d18" providerId="ADAL" clId="{88DB0432-0257-4B9C-AC44-4607F71EAFFD}" dt="2026-01-24T13:15:02.087" v="1404"/>
          <ac:inkMkLst>
            <pc:docMk/>
            <pc:sldMk cId="176085180" sldId="319"/>
            <ac:inkMk id="17" creationId="{FA7D0D46-7EA4-17AA-F8FD-689D8D877087}"/>
          </ac:inkMkLst>
        </pc:inkChg>
        <pc:inkChg chg="add del">
          <ac:chgData name="MINATI RATH ." userId="c069ce78-7b3e-49df-863c-37cd5cba8d18" providerId="ADAL" clId="{88DB0432-0257-4B9C-AC44-4607F71EAFFD}" dt="2026-01-24T13:15:01.858" v="1388"/>
          <ac:inkMkLst>
            <pc:docMk/>
            <pc:sldMk cId="176085180" sldId="319"/>
            <ac:inkMk id="18" creationId="{7EEF1110-0D66-8DA0-F81B-2500D16968D7}"/>
          </ac:inkMkLst>
        </pc:inkChg>
        <pc:inkChg chg="add del">
          <ac:chgData name="MINATI RATH ." userId="c069ce78-7b3e-49df-863c-37cd5cba8d18" providerId="ADAL" clId="{88DB0432-0257-4B9C-AC44-4607F71EAFFD}" dt="2026-01-24T13:12:48.031" v="1311"/>
          <ac:inkMkLst>
            <pc:docMk/>
            <pc:sldMk cId="176085180" sldId="319"/>
            <ac:inkMk id="19" creationId="{7EE533F3-4FF1-3D2C-88F8-92CC61366671}"/>
          </ac:inkMkLst>
        </pc:inkChg>
        <pc:inkChg chg="add del">
          <ac:chgData name="MINATI RATH ." userId="c069ce78-7b3e-49df-863c-37cd5cba8d18" providerId="ADAL" clId="{88DB0432-0257-4B9C-AC44-4607F71EAFFD}" dt="2026-01-24T13:12:48.031" v="1311"/>
          <ac:inkMkLst>
            <pc:docMk/>
            <pc:sldMk cId="176085180" sldId="319"/>
            <ac:inkMk id="20" creationId="{BF0244BB-591C-A291-4265-1E1ACCCDCEFD}"/>
          </ac:inkMkLst>
        </pc:inkChg>
        <pc:inkChg chg="add del mod reco modStrokes">
          <ac:chgData name="MINATI RATH ." userId="c069ce78-7b3e-49df-863c-37cd5cba8d18" providerId="ADAL" clId="{88DB0432-0257-4B9C-AC44-4607F71EAFFD}" dt="2026-01-24T13:15:03.735" v="1406"/>
          <ac:inkMkLst>
            <pc:docMk/>
            <pc:sldMk cId="176085180" sldId="319"/>
            <ac:inkMk id="21" creationId="{7C1C41F7-C92B-EA99-FF56-403AC8DAEA08}"/>
          </ac:inkMkLst>
        </pc:inkChg>
        <pc:inkChg chg="add del">
          <ac:chgData name="MINATI RATH ." userId="c069ce78-7b3e-49df-863c-37cd5cba8d18" providerId="ADAL" clId="{88DB0432-0257-4B9C-AC44-4607F71EAFFD}" dt="2026-01-24T13:12:49.851" v="1314"/>
          <ac:inkMkLst>
            <pc:docMk/>
            <pc:sldMk cId="176085180" sldId="319"/>
            <ac:inkMk id="22" creationId="{829F5D88-772F-C907-8353-C4C4E82E9234}"/>
          </ac:inkMkLst>
        </pc:inkChg>
        <pc:inkChg chg="add del">
          <ac:chgData name="MINATI RATH ." userId="c069ce78-7b3e-49df-863c-37cd5cba8d18" providerId="ADAL" clId="{88DB0432-0257-4B9C-AC44-4607F71EAFFD}" dt="2026-01-24T13:12:49.851" v="1314"/>
          <ac:inkMkLst>
            <pc:docMk/>
            <pc:sldMk cId="176085180" sldId="319"/>
            <ac:inkMk id="23" creationId="{8AAC179F-314C-ECB9-3EF1-2CE3A0F07206}"/>
          </ac:inkMkLst>
        </pc:inkChg>
        <pc:inkChg chg="add reco">
          <ac:chgData name="MINATI RATH ." userId="c069ce78-7b3e-49df-863c-37cd5cba8d18" providerId="ADAL" clId="{88DB0432-0257-4B9C-AC44-4607F71EAFFD}" dt="2026-01-24T13:12:49.851" v="1314"/>
          <ac:inkMkLst>
            <pc:docMk/>
            <pc:sldMk cId="176085180" sldId="319"/>
            <ac:inkMk id="24" creationId="{03F6F5FB-E595-20A8-26EE-32E4DB56CF6C}"/>
          </ac:inkMkLst>
        </pc:inkChg>
        <pc:inkChg chg="add del">
          <ac:chgData name="MINATI RATH ." userId="c069ce78-7b3e-49df-863c-37cd5cba8d18" providerId="ADAL" clId="{88DB0432-0257-4B9C-AC44-4607F71EAFFD}" dt="2026-01-24T13:15:05.524" v="1410"/>
          <ac:inkMkLst>
            <pc:docMk/>
            <pc:sldMk cId="176085180" sldId="319"/>
            <ac:inkMk id="25" creationId="{2ACB2817-CC47-7667-DE06-157B364AE881}"/>
          </ac:inkMkLst>
        </pc:inkChg>
        <pc:inkChg chg="add">
          <ac:chgData name="MINATI RATH ." userId="c069ce78-7b3e-49df-863c-37cd5cba8d18" providerId="ADAL" clId="{88DB0432-0257-4B9C-AC44-4607F71EAFFD}" dt="2026-01-24T13:12:56.862" v="1316"/>
          <ac:inkMkLst>
            <pc:docMk/>
            <pc:sldMk cId="176085180" sldId="319"/>
            <ac:inkMk id="26" creationId="{3640AA23-CF68-AA45-9296-C747B9AB95BF}"/>
          </ac:inkMkLst>
        </pc:inkChg>
        <pc:inkChg chg="add del">
          <ac:chgData name="MINATI RATH ." userId="c069ce78-7b3e-49df-863c-37cd5cba8d18" providerId="ADAL" clId="{88DB0432-0257-4B9C-AC44-4607F71EAFFD}" dt="2026-01-24T13:13:00.135" v="1319"/>
          <ac:inkMkLst>
            <pc:docMk/>
            <pc:sldMk cId="176085180" sldId="319"/>
            <ac:inkMk id="27" creationId="{CA45016C-DE96-AE7C-89DC-22883EEBC144}"/>
          </ac:inkMkLst>
        </pc:inkChg>
        <pc:inkChg chg="add del">
          <ac:chgData name="MINATI RATH ." userId="c069ce78-7b3e-49df-863c-37cd5cba8d18" providerId="ADAL" clId="{88DB0432-0257-4B9C-AC44-4607F71EAFFD}" dt="2026-01-24T13:13:00.135" v="1319"/>
          <ac:inkMkLst>
            <pc:docMk/>
            <pc:sldMk cId="176085180" sldId="319"/>
            <ac:inkMk id="28" creationId="{F8B7133E-A80F-3B9D-07AA-DD6A357FB1AA}"/>
          </ac:inkMkLst>
        </pc:inkChg>
        <pc:inkChg chg="add reco">
          <ac:chgData name="MINATI RATH ." userId="c069ce78-7b3e-49df-863c-37cd5cba8d18" providerId="ADAL" clId="{88DB0432-0257-4B9C-AC44-4607F71EAFFD}" dt="2026-01-24T13:13:00.135" v="1319"/>
          <ac:inkMkLst>
            <pc:docMk/>
            <pc:sldMk cId="176085180" sldId="319"/>
            <ac:inkMk id="29" creationId="{7B6C06F6-018D-9E2E-3C3F-E298A7724322}"/>
          </ac:inkMkLst>
        </pc:inkChg>
        <pc:inkChg chg="add">
          <ac:chgData name="MINATI RATH ." userId="c069ce78-7b3e-49df-863c-37cd5cba8d18" providerId="ADAL" clId="{88DB0432-0257-4B9C-AC44-4607F71EAFFD}" dt="2026-01-24T13:13:00.898" v="1320"/>
          <ac:inkMkLst>
            <pc:docMk/>
            <pc:sldMk cId="176085180" sldId="319"/>
            <ac:inkMk id="30" creationId="{DE74CFF6-4BF0-2BB4-35B4-277B95BE7E19}"/>
          </ac:inkMkLst>
        </pc:inkChg>
        <pc:inkChg chg="add del">
          <ac:chgData name="MINATI RATH ." userId="c069ce78-7b3e-49df-863c-37cd5cba8d18" providerId="ADAL" clId="{88DB0432-0257-4B9C-AC44-4607F71EAFFD}" dt="2026-01-24T13:15:01.856" v="1387"/>
          <ac:inkMkLst>
            <pc:docMk/>
            <pc:sldMk cId="176085180" sldId="319"/>
            <ac:inkMk id="31" creationId="{7DCE7383-EDE4-4A9D-2DC0-55F922A77E76}"/>
          </ac:inkMkLst>
        </pc:inkChg>
        <pc:inkChg chg="add del">
          <ac:chgData name="MINATI RATH ." userId="c069ce78-7b3e-49df-863c-37cd5cba8d18" providerId="ADAL" clId="{88DB0432-0257-4B9C-AC44-4607F71EAFFD}" dt="2026-01-24T13:13:24.718" v="1324"/>
          <ac:inkMkLst>
            <pc:docMk/>
            <pc:sldMk cId="176085180" sldId="319"/>
            <ac:inkMk id="32" creationId="{0B931478-41CC-980B-D6A8-2EE676D92738}"/>
          </ac:inkMkLst>
        </pc:inkChg>
        <pc:inkChg chg="add del">
          <ac:chgData name="MINATI RATH ." userId="c069ce78-7b3e-49df-863c-37cd5cba8d18" providerId="ADAL" clId="{88DB0432-0257-4B9C-AC44-4607F71EAFFD}" dt="2026-01-24T13:13:24.718" v="1324"/>
          <ac:inkMkLst>
            <pc:docMk/>
            <pc:sldMk cId="176085180" sldId="319"/>
            <ac:inkMk id="33" creationId="{2FC59AAE-25F7-FECB-EE7A-7541E5AF8236}"/>
          </ac:inkMkLst>
        </pc:inkChg>
        <pc:inkChg chg="add del reco">
          <ac:chgData name="MINATI RATH ." userId="c069ce78-7b3e-49df-863c-37cd5cba8d18" providerId="ADAL" clId="{88DB0432-0257-4B9C-AC44-4607F71EAFFD}" dt="2026-01-24T13:15:01.874" v="1398"/>
          <ac:inkMkLst>
            <pc:docMk/>
            <pc:sldMk cId="176085180" sldId="319"/>
            <ac:inkMk id="34" creationId="{A66A5C2C-5888-6B15-16AC-F477EA00417C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35" creationId="{F05CD9B8-D7C5-5ED5-6256-E62CD997CBEE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36" creationId="{622243AB-BA35-B1ED-ACCC-5DC01BAADAA4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37" creationId="{41C0571D-1D76-B342-65D9-D34AD0E95AB8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38" creationId="{B7DAFA2C-148A-34EC-B15E-A16D7E3E224B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39" creationId="{86390678-7985-77E8-8B05-C8BEBA9015FB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40" creationId="{C37084B1-6CF7-7B94-B56F-09D74E6DBC80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41" creationId="{FDDE48C6-27CF-C2F7-62FD-5135E5E7FF87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42" creationId="{E4456658-B00C-89F9-D365-79A1CD99AE38}"/>
          </ac:inkMkLst>
        </pc:inkChg>
        <pc:inkChg chg="add del">
          <ac:chgData name="MINATI RATH ." userId="c069ce78-7b3e-49df-863c-37cd5cba8d18" providerId="ADAL" clId="{88DB0432-0257-4B9C-AC44-4607F71EAFFD}" dt="2026-01-24T13:14:01.552" v="1334"/>
          <ac:inkMkLst>
            <pc:docMk/>
            <pc:sldMk cId="176085180" sldId="319"/>
            <ac:inkMk id="43" creationId="{C9FB75AA-7888-7104-D26D-27452C0B9482}"/>
          </ac:inkMkLst>
        </pc:inkChg>
        <pc:inkChg chg="add del reco">
          <ac:chgData name="MINATI RATH ." userId="c069ce78-7b3e-49df-863c-37cd5cba8d18" providerId="ADAL" clId="{88DB0432-0257-4B9C-AC44-4607F71EAFFD}" dt="2026-01-24T13:15:01.881" v="1403"/>
          <ac:inkMkLst>
            <pc:docMk/>
            <pc:sldMk cId="176085180" sldId="319"/>
            <ac:inkMk id="44" creationId="{A278603B-D21B-AEFC-79C5-074585B25260}"/>
          </ac:inkMkLst>
        </pc:inkChg>
        <pc:inkChg chg="add del">
          <ac:chgData name="MINATI RATH ." userId="c069ce78-7b3e-49df-863c-37cd5cba8d18" providerId="ADAL" clId="{88DB0432-0257-4B9C-AC44-4607F71EAFFD}" dt="2026-01-24T13:14:04.575" v="1337"/>
          <ac:inkMkLst>
            <pc:docMk/>
            <pc:sldMk cId="176085180" sldId="319"/>
            <ac:inkMk id="45" creationId="{70F9DE84-3515-9353-EDAB-E02FB9C01B2B}"/>
          </ac:inkMkLst>
        </pc:inkChg>
        <pc:inkChg chg="add del">
          <ac:chgData name="MINATI RATH ." userId="c069ce78-7b3e-49df-863c-37cd5cba8d18" providerId="ADAL" clId="{88DB0432-0257-4B9C-AC44-4607F71EAFFD}" dt="2026-01-24T13:14:04.575" v="1337"/>
          <ac:inkMkLst>
            <pc:docMk/>
            <pc:sldMk cId="176085180" sldId="319"/>
            <ac:inkMk id="46" creationId="{8D0C7121-C1CF-FB3B-FD39-B8714C9E6EC2}"/>
          </ac:inkMkLst>
        </pc:inkChg>
        <pc:inkChg chg="add del reco">
          <ac:chgData name="MINATI RATH ." userId="c069ce78-7b3e-49df-863c-37cd5cba8d18" providerId="ADAL" clId="{88DB0432-0257-4B9C-AC44-4607F71EAFFD}" dt="2026-01-24T13:15:01.868" v="1393"/>
          <ac:inkMkLst>
            <pc:docMk/>
            <pc:sldMk cId="176085180" sldId="319"/>
            <ac:inkMk id="47" creationId="{A7F1E5CB-6FF5-502A-CAEB-C4B63FF1E84A}"/>
          </ac:inkMkLst>
        </pc:inkChg>
        <pc:inkChg chg="add del">
          <ac:chgData name="MINATI RATH ." userId="c069ce78-7b3e-49df-863c-37cd5cba8d18" providerId="ADAL" clId="{88DB0432-0257-4B9C-AC44-4607F71EAFFD}" dt="2026-01-24T13:14:06.153" v="1340"/>
          <ac:inkMkLst>
            <pc:docMk/>
            <pc:sldMk cId="176085180" sldId="319"/>
            <ac:inkMk id="48" creationId="{04E32549-2B44-5CD5-CA56-ECA6D8071C4C}"/>
          </ac:inkMkLst>
        </pc:inkChg>
        <pc:inkChg chg="add del">
          <ac:chgData name="MINATI RATH ." userId="c069ce78-7b3e-49df-863c-37cd5cba8d18" providerId="ADAL" clId="{88DB0432-0257-4B9C-AC44-4607F71EAFFD}" dt="2026-01-24T13:14:06.153" v="1340"/>
          <ac:inkMkLst>
            <pc:docMk/>
            <pc:sldMk cId="176085180" sldId="319"/>
            <ac:inkMk id="49" creationId="{F4797E16-3FF7-388D-E7D8-AD6F78C6797F}"/>
          </ac:inkMkLst>
        </pc:inkChg>
        <pc:inkChg chg="add del reco">
          <ac:chgData name="MINATI RATH ." userId="c069ce78-7b3e-49df-863c-37cd5cba8d18" providerId="ADAL" clId="{88DB0432-0257-4B9C-AC44-4607F71EAFFD}" dt="2026-01-24T13:15:01.860" v="1389"/>
          <ac:inkMkLst>
            <pc:docMk/>
            <pc:sldMk cId="176085180" sldId="319"/>
            <ac:inkMk id="50" creationId="{C3107703-C5BE-6B56-D1C0-749D1615CCBA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1" creationId="{15680BB3-5F3B-D5B6-1A7A-F76C47008999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2" creationId="{C894EC08-144B-A262-B5BF-EFC644B62F7D}"/>
          </ac:inkMkLst>
        </pc:inkChg>
        <pc:inkChg chg="add">
          <ac:chgData name="MINATI RATH ." userId="c069ce78-7b3e-49df-863c-37cd5cba8d18" providerId="ADAL" clId="{88DB0432-0257-4B9C-AC44-4607F71EAFFD}" dt="2026-01-24T13:14:07.517" v="1343"/>
          <ac:inkMkLst>
            <pc:docMk/>
            <pc:sldMk cId="176085180" sldId="319"/>
            <ac:inkMk id="53" creationId="{9C53A0B5-6005-DF6F-3DEC-D2A790FE068E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4" creationId="{56FF77CF-AA3F-6DAD-9434-83D0F7A24032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5" creationId="{86AC8F03-5072-2451-2438-B7796E9BA094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6" creationId="{1AC7AC54-98DA-8706-2532-14C29C13D86A}"/>
          </ac:inkMkLst>
        </pc:inkChg>
        <pc:inkChg chg="add">
          <ac:chgData name="MINATI RATH ." userId="c069ce78-7b3e-49df-863c-37cd5cba8d18" providerId="ADAL" clId="{88DB0432-0257-4B9C-AC44-4607F71EAFFD}" dt="2026-01-24T13:14:10.451" v="1347"/>
          <ac:inkMkLst>
            <pc:docMk/>
            <pc:sldMk cId="176085180" sldId="319"/>
            <ac:inkMk id="57" creationId="{14E6F490-9901-FA52-3F73-4A2E85AFA0A0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8" creationId="{46D10F52-6CAB-2186-F420-4AB6973F588F}"/>
          </ac:inkMkLst>
        </pc:inkChg>
        <pc:inkChg chg="add del">
          <ac:chgData name="MINATI RATH ." userId="c069ce78-7b3e-49df-863c-37cd5cba8d18" providerId="ADAL" clId="{88DB0432-0257-4B9C-AC44-4607F71EAFFD}" dt="2026-01-24T13:14:12.976" v="1350"/>
          <ac:inkMkLst>
            <pc:docMk/>
            <pc:sldMk cId="176085180" sldId="319"/>
            <ac:inkMk id="59" creationId="{8E488E02-4739-2D0C-BBE8-1D819F5C15EE}"/>
          </ac:inkMkLst>
        </pc:inkChg>
        <pc:inkChg chg="add del reco">
          <ac:chgData name="MINATI RATH ." userId="c069ce78-7b3e-49df-863c-37cd5cba8d18" providerId="ADAL" clId="{88DB0432-0257-4B9C-AC44-4607F71EAFFD}" dt="2026-01-24T13:15:01.869" v="1394"/>
          <ac:inkMkLst>
            <pc:docMk/>
            <pc:sldMk cId="176085180" sldId="319"/>
            <ac:inkMk id="60" creationId="{BBCF5012-3C37-086D-DF9E-2AA932FB0CA3}"/>
          </ac:inkMkLst>
        </pc:inkChg>
        <pc:inkChg chg="add del reco">
          <ac:chgData name="MINATI RATH ." userId="c069ce78-7b3e-49df-863c-37cd5cba8d18" providerId="ADAL" clId="{88DB0432-0257-4B9C-AC44-4607F71EAFFD}" dt="2026-01-24T13:15:01.873" v="1397"/>
          <ac:inkMkLst>
            <pc:docMk/>
            <pc:sldMk cId="176085180" sldId="319"/>
            <ac:inkMk id="61" creationId="{934F07C5-85FD-97BC-62BD-7A42E39D94FE}"/>
          </ac:inkMkLst>
        </pc:inkChg>
        <pc:inkChg chg="add del reco">
          <ac:chgData name="MINATI RATH ." userId="c069ce78-7b3e-49df-863c-37cd5cba8d18" providerId="ADAL" clId="{88DB0432-0257-4B9C-AC44-4607F71EAFFD}" dt="2026-01-24T13:15:01.864" v="1391"/>
          <ac:inkMkLst>
            <pc:docMk/>
            <pc:sldMk cId="176085180" sldId="319"/>
            <ac:inkMk id="62" creationId="{EB66BD13-8656-C4D3-1CE0-03998A73B143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3" creationId="{1C64610D-C9A7-D50C-CE73-AAC9DAB773BD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4" creationId="{8F5A1E2C-F324-19DE-4723-0984744C9774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5" creationId="{EF5E2D37-D21A-60FF-65D6-0A75355CE081}"/>
          </ac:inkMkLst>
        </pc:inkChg>
        <pc:inkChg chg="add">
          <ac:chgData name="MINATI RATH ." userId="c069ce78-7b3e-49df-863c-37cd5cba8d18" providerId="ADAL" clId="{88DB0432-0257-4B9C-AC44-4607F71EAFFD}" dt="2026-01-24T13:14:15.124" v="1354"/>
          <ac:inkMkLst>
            <pc:docMk/>
            <pc:sldMk cId="176085180" sldId="319"/>
            <ac:inkMk id="66" creationId="{DD554FD6-F6DA-06F7-8D1C-A8B14A74828C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7" creationId="{A604C8BA-FC00-CC75-8B7D-2F506FE72AFA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8" creationId="{1569C6DE-B5D1-13F1-6749-9908426DF830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69" creationId="{CC646D6B-31C0-DB9D-EE02-F694C43D7950}"/>
          </ac:inkMkLst>
        </pc:inkChg>
        <pc:inkChg chg="add">
          <ac:chgData name="MINATI RATH ." userId="c069ce78-7b3e-49df-863c-37cd5cba8d18" providerId="ADAL" clId="{88DB0432-0257-4B9C-AC44-4607F71EAFFD}" dt="2026-01-24T13:14:17.478" v="1358"/>
          <ac:inkMkLst>
            <pc:docMk/>
            <pc:sldMk cId="176085180" sldId="319"/>
            <ac:inkMk id="70" creationId="{FFE33C44-7315-7A09-2962-C6CD613A66C5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71" creationId="{F4CB7411-5B3C-7E8D-5F89-5188BCB1052D}"/>
          </ac:inkMkLst>
        </pc:inkChg>
        <pc:inkChg chg="add">
          <ac:chgData name="MINATI RATH ." userId="c069ce78-7b3e-49df-863c-37cd5cba8d18" providerId="ADAL" clId="{88DB0432-0257-4B9C-AC44-4607F71EAFFD}" dt="2026-01-24T13:14:18.949" v="1360"/>
          <ac:inkMkLst>
            <pc:docMk/>
            <pc:sldMk cId="176085180" sldId="319"/>
            <ac:inkMk id="72" creationId="{D2D80E3A-2FD5-7E32-6377-4C522A958940}"/>
          </ac:inkMkLst>
        </pc:inkChg>
        <pc:inkChg chg="add">
          <ac:chgData name="MINATI RATH ." userId="c069ce78-7b3e-49df-863c-37cd5cba8d18" providerId="ADAL" clId="{88DB0432-0257-4B9C-AC44-4607F71EAFFD}" dt="2026-01-24T13:14:19.321" v="1361"/>
          <ac:inkMkLst>
            <pc:docMk/>
            <pc:sldMk cId="176085180" sldId="319"/>
            <ac:inkMk id="73" creationId="{A6AB24DE-1DB0-2779-D503-F008DE6808F5}"/>
          </ac:inkMkLst>
        </pc:inkChg>
        <pc:inkChg chg="add">
          <ac:chgData name="MINATI RATH ." userId="c069ce78-7b3e-49df-863c-37cd5cba8d18" providerId="ADAL" clId="{88DB0432-0257-4B9C-AC44-4607F71EAFFD}" dt="2026-01-24T13:14:19.753" v="1362"/>
          <ac:inkMkLst>
            <pc:docMk/>
            <pc:sldMk cId="176085180" sldId="319"/>
            <ac:inkMk id="74" creationId="{27D1821F-7216-63B7-B07A-AC4696D880C9}"/>
          </ac:inkMkLst>
        </pc:inkChg>
        <pc:inkChg chg="add">
          <ac:chgData name="MINATI RATH ." userId="c069ce78-7b3e-49df-863c-37cd5cba8d18" providerId="ADAL" clId="{88DB0432-0257-4B9C-AC44-4607F71EAFFD}" dt="2026-01-24T13:14:20.274" v="1363"/>
          <ac:inkMkLst>
            <pc:docMk/>
            <pc:sldMk cId="176085180" sldId="319"/>
            <ac:inkMk id="75" creationId="{C4801131-9730-2B19-7829-87C542FE7925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76" creationId="{EC8DC325-9E25-3701-2D60-58659CA07164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77" creationId="{35F5EF54-33B8-DBC2-5C0C-E8FFA5B76484}"/>
          </ac:inkMkLst>
        </pc:inkChg>
        <pc:inkChg chg="add">
          <ac:chgData name="MINATI RATH ." userId="c069ce78-7b3e-49df-863c-37cd5cba8d18" providerId="ADAL" clId="{88DB0432-0257-4B9C-AC44-4607F71EAFFD}" dt="2026-01-24T13:14:21.870" v="1366"/>
          <ac:inkMkLst>
            <pc:docMk/>
            <pc:sldMk cId="176085180" sldId="319"/>
            <ac:inkMk id="78" creationId="{59BDC659-E6F9-4C2F-9956-D15ABCA4F22E}"/>
          </ac:inkMkLst>
        </pc:inkChg>
        <pc:inkChg chg="add">
          <ac:chgData name="MINATI RATH ." userId="c069ce78-7b3e-49df-863c-37cd5cba8d18" providerId="ADAL" clId="{88DB0432-0257-4B9C-AC44-4607F71EAFFD}" dt="2026-01-24T13:14:22.124" v="1367"/>
          <ac:inkMkLst>
            <pc:docMk/>
            <pc:sldMk cId="176085180" sldId="319"/>
            <ac:inkMk id="79" creationId="{D07EDEE5-0D24-5BEE-52FA-869CDFBE0DFD}"/>
          </ac:inkMkLst>
        </pc:inkChg>
        <pc:inkChg chg="add del">
          <ac:chgData name="MINATI RATH ." userId="c069ce78-7b3e-49df-863c-37cd5cba8d18" providerId="ADAL" clId="{88DB0432-0257-4B9C-AC44-4607F71EAFFD}" dt="2026-01-24T13:14:23.161" v="1369"/>
          <ac:inkMkLst>
            <pc:docMk/>
            <pc:sldMk cId="176085180" sldId="319"/>
            <ac:inkMk id="80" creationId="{656ADAB3-0EE0-550C-ABCC-796DF2A479DA}"/>
          </ac:inkMkLst>
        </pc:inkChg>
        <pc:inkChg chg="del">
          <ac:chgData name="MINATI RATH ." userId="c069ce78-7b3e-49df-863c-37cd5cba8d18" providerId="ADAL" clId="{88DB0432-0257-4B9C-AC44-4607F71EAFFD}" dt="2026-01-24T13:15:01.872" v="1396"/>
          <ac:inkMkLst>
            <pc:docMk/>
            <pc:sldMk cId="176085180" sldId="319"/>
            <ac:inkMk id="81" creationId="{68D34B21-E0B7-8B2C-EBC2-5AA3648C1928}"/>
          </ac:inkMkLst>
        </pc:inkChg>
        <pc:inkChg chg="del">
          <ac:chgData name="MINATI RATH ." userId="c069ce78-7b3e-49df-863c-37cd5cba8d18" providerId="ADAL" clId="{88DB0432-0257-4B9C-AC44-4607F71EAFFD}" dt="2026-01-24T13:15:01.866" v="1392"/>
          <ac:inkMkLst>
            <pc:docMk/>
            <pc:sldMk cId="176085180" sldId="319"/>
            <ac:inkMk id="82" creationId="{C9184BA9-24B8-C87F-E4A6-5606B3FC31D0}"/>
          </ac:inkMkLst>
        </pc:inkChg>
        <pc:inkChg chg="add del">
          <ac:chgData name="MINATI RATH ." userId="c069ce78-7b3e-49df-863c-37cd5cba8d18" providerId="ADAL" clId="{88DB0432-0257-4B9C-AC44-4607F71EAFFD}" dt="2026-01-24T13:14:26.362" v="1375"/>
          <ac:inkMkLst>
            <pc:docMk/>
            <pc:sldMk cId="176085180" sldId="319"/>
            <ac:inkMk id="83" creationId="{83F666F9-929F-166D-7CB0-CC0B883657E3}"/>
          </ac:inkMkLst>
        </pc:inkChg>
        <pc:inkChg chg="add del">
          <ac:chgData name="MINATI RATH ." userId="c069ce78-7b3e-49df-863c-37cd5cba8d18" providerId="ADAL" clId="{88DB0432-0257-4B9C-AC44-4607F71EAFFD}" dt="2026-01-24T13:14:26.362" v="1375"/>
          <ac:inkMkLst>
            <pc:docMk/>
            <pc:sldMk cId="176085180" sldId="319"/>
            <ac:inkMk id="84" creationId="{F2C14248-3D11-B595-A2D3-D288C9C3B164}"/>
          </ac:inkMkLst>
        </pc:inkChg>
        <pc:inkChg chg="add del">
          <ac:chgData name="MINATI RATH ." userId="c069ce78-7b3e-49df-863c-37cd5cba8d18" providerId="ADAL" clId="{88DB0432-0257-4B9C-AC44-4607F71EAFFD}" dt="2026-01-24T13:14:26.362" v="1375"/>
          <ac:inkMkLst>
            <pc:docMk/>
            <pc:sldMk cId="176085180" sldId="319"/>
            <ac:inkMk id="85" creationId="{5CDD8BDF-839F-7BFC-E9AB-8D854105E347}"/>
          </ac:inkMkLst>
        </pc:inkChg>
        <pc:inkChg chg="add del">
          <ac:chgData name="MINATI RATH ." userId="c069ce78-7b3e-49df-863c-37cd5cba8d18" providerId="ADAL" clId="{88DB0432-0257-4B9C-AC44-4607F71EAFFD}" dt="2026-01-24T13:14:26.362" v="1375"/>
          <ac:inkMkLst>
            <pc:docMk/>
            <pc:sldMk cId="176085180" sldId="319"/>
            <ac:inkMk id="86" creationId="{1C88FC1F-B7FB-52FA-EA19-4C319F69BB94}"/>
          </ac:inkMkLst>
        </pc:inkChg>
        <pc:inkChg chg="add del">
          <ac:chgData name="MINATI RATH ." userId="c069ce78-7b3e-49df-863c-37cd5cba8d18" providerId="ADAL" clId="{88DB0432-0257-4B9C-AC44-4607F71EAFFD}" dt="2026-01-24T13:14:26.362" v="1375"/>
          <ac:inkMkLst>
            <pc:docMk/>
            <pc:sldMk cId="176085180" sldId="319"/>
            <ac:inkMk id="87" creationId="{A46FD2DA-EB05-02B7-E0D8-40F1507122A2}"/>
          </ac:inkMkLst>
        </pc:inkChg>
        <pc:inkChg chg="add del reco">
          <ac:chgData name="MINATI RATH ." userId="c069ce78-7b3e-49df-863c-37cd5cba8d18" providerId="ADAL" clId="{88DB0432-0257-4B9C-AC44-4607F71EAFFD}" dt="2026-01-24T13:15:01.870" v="1395"/>
          <ac:inkMkLst>
            <pc:docMk/>
            <pc:sldMk cId="176085180" sldId="319"/>
            <ac:inkMk id="88" creationId="{A371ABBE-1353-7789-2DD6-6948FF7B5106}"/>
          </ac:inkMkLst>
        </pc:inkChg>
        <pc:inkChg chg="add del">
          <ac:chgData name="MINATI RATH ." userId="c069ce78-7b3e-49df-863c-37cd5cba8d18" providerId="ADAL" clId="{88DB0432-0257-4B9C-AC44-4607F71EAFFD}" dt="2026-01-24T13:14:29.346" v="1378"/>
          <ac:inkMkLst>
            <pc:docMk/>
            <pc:sldMk cId="176085180" sldId="319"/>
            <ac:inkMk id="89" creationId="{B07A8A74-29CD-896E-41C2-888615BAB5E0}"/>
          </ac:inkMkLst>
        </pc:inkChg>
        <pc:inkChg chg="add del">
          <ac:chgData name="MINATI RATH ." userId="c069ce78-7b3e-49df-863c-37cd5cba8d18" providerId="ADAL" clId="{88DB0432-0257-4B9C-AC44-4607F71EAFFD}" dt="2026-01-24T13:14:29.346" v="1378"/>
          <ac:inkMkLst>
            <pc:docMk/>
            <pc:sldMk cId="176085180" sldId="319"/>
            <ac:inkMk id="90" creationId="{35B6B5D0-D328-3E36-AD80-02BE1F2C1AFD}"/>
          </ac:inkMkLst>
        </pc:inkChg>
        <pc:inkChg chg="add del reco">
          <ac:chgData name="MINATI RATH ." userId="c069ce78-7b3e-49df-863c-37cd5cba8d18" providerId="ADAL" clId="{88DB0432-0257-4B9C-AC44-4607F71EAFFD}" dt="2026-01-24T13:15:01.880" v="1402"/>
          <ac:inkMkLst>
            <pc:docMk/>
            <pc:sldMk cId="176085180" sldId="319"/>
            <ac:inkMk id="91" creationId="{34CA6A5F-39CF-6277-7C34-0EF98BBCF3CA}"/>
          </ac:inkMkLst>
        </pc:inkChg>
        <pc:inkChg chg="add del">
          <ac:chgData name="MINATI RATH ." userId="c069ce78-7b3e-49df-863c-37cd5cba8d18" providerId="ADAL" clId="{88DB0432-0257-4B9C-AC44-4607F71EAFFD}" dt="2026-01-24T13:14:39.918" v="1381"/>
          <ac:inkMkLst>
            <pc:docMk/>
            <pc:sldMk cId="176085180" sldId="319"/>
            <ac:inkMk id="92" creationId="{300704BD-9491-F194-8853-76C79502CB1E}"/>
          </ac:inkMkLst>
        </pc:inkChg>
        <pc:inkChg chg="add del">
          <ac:chgData name="MINATI RATH ." userId="c069ce78-7b3e-49df-863c-37cd5cba8d18" providerId="ADAL" clId="{88DB0432-0257-4B9C-AC44-4607F71EAFFD}" dt="2026-01-24T13:14:39.918" v="1381"/>
          <ac:inkMkLst>
            <pc:docMk/>
            <pc:sldMk cId="176085180" sldId="319"/>
            <ac:inkMk id="93" creationId="{CE48C946-F974-D7BF-7ED3-3FAE2C6C36AD}"/>
          </ac:inkMkLst>
        </pc:inkChg>
        <pc:inkChg chg="add del reco">
          <ac:chgData name="MINATI RATH ." userId="c069ce78-7b3e-49df-863c-37cd5cba8d18" providerId="ADAL" clId="{88DB0432-0257-4B9C-AC44-4607F71EAFFD}" dt="2026-01-24T13:15:01.878" v="1401"/>
          <ac:inkMkLst>
            <pc:docMk/>
            <pc:sldMk cId="176085180" sldId="319"/>
            <ac:inkMk id="94" creationId="{F4644D03-503A-D56E-3536-1480DB93BF62}"/>
          </ac:inkMkLst>
        </pc:inkChg>
        <pc:inkChg chg="add del">
          <ac:chgData name="MINATI RATH ." userId="c069ce78-7b3e-49df-863c-37cd5cba8d18" providerId="ADAL" clId="{88DB0432-0257-4B9C-AC44-4607F71EAFFD}" dt="2026-01-24T13:14:41.876" v="1384"/>
          <ac:inkMkLst>
            <pc:docMk/>
            <pc:sldMk cId="176085180" sldId="319"/>
            <ac:inkMk id="95" creationId="{5E2EB280-2776-31D4-6C4F-E2BDB675D5E5}"/>
          </ac:inkMkLst>
        </pc:inkChg>
        <pc:inkChg chg="add del">
          <ac:chgData name="MINATI RATH ." userId="c069ce78-7b3e-49df-863c-37cd5cba8d18" providerId="ADAL" clId="{88DB0432-0257-4B9C-AC44-4607F71EAFFD}" dt="2026-01-24T13:14:41.876" v="1384"/>
          <ac:inkMkLst>
            <pc:docMk/>
            <pc:sldMk cId="176085180" sldId="319"/>
            <ac:inkMk id="96" creationId="{C4643A1A-1E3B-5BCE-FF22-7D354354B451}"/>
          </ac:inkMkLst>
        </pc:inkChg>
        <pc:inkChg chg="add del reco">
          <ac:chgData name="MINATI RATH ." userId="c069ce78-7b3e-49df-863c-37cd5cba8d18" providerId="ADAL" clId="{88DB0432-0257-4B9C-AC44-4607F71EAFFD}" dt="2026-01-24T13:15:01.862" v="1390"/>
          <ac:inkMkLst>
            <pc:docMk/>
            <pc:sldMk cId="176085180" sldId="319"/>
            <ac:inkMk id="97" creationId="{BD6B103D-7865-7442-959C-EA78A7C749BB}"/>
          </ac:inkMkLst>
        </pc:inkChg>
        <pc:inkChg chg="add del">
          <ac:chgData name="MINATI RATH ." userId="c069ce78-7b3e-49df-863c-37cd5cba8d18" providerId="ADAL" clId="{88DB0432-0257-4B9C-AC44-4607F71EAFFD}" dt="2026-01-24T13:15:01.877" v="1400"/>
          <ac:inkMkLst>
            <pc:docMk/>
            <pc:sldMk cId="176085180" sldId="319"/>
            <ac:inkMk id="98" creationId="{0E7A9776-93F9-27AE-2B6D-940E07688474}"/>
          </ac:inkMkLst>
        </pc:inkChg>
        <pc:inkChg chg="add">
          <ac:chgData name="MINATI RATH ." userId="c069ce78-7b3e-49df-863c-37cd5cba8d18" providerId="ADAL" clId="{88DB0432-0257-4B9C-AC44-4607F71EAFFD}" dt="2026-01-24T13:14:42.797" v="1386"/>
          <ac:inkMkLst>
            <pc:docMk/>
            <pc:sldMk cId="176085180" sldId="319"/>
            <ac:inkMk id="99" creationId="{F0C5B790-A0D4-6FCC-4C01-427A9100808F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0" creationId="{E43740FE-CAC4-7F9C-5CA7-EDBADD6A2FF0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1" creationId="{4306BAA2-E9A1-B1E8-89C6-C0BAE4CACFD0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2" creationId="{1233ACD9-08F1-E4D7-6F16-A066FD1845CB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3" creationId="{7FAF2CEF-F76E-BD5A-6177-E6CF5A6F49A1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6" creationId="{607DA58F-E34F-8B0C-86CE-DDB0FAEE5BD3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7" creationId="{684C619D-DAF5-FBD7-424D-BE916930B5C7}"/>
          </ac:inkMkLst>
        </pc:inkChg>
        <pc:inkChg chg="add del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8" creationId="{6FBE1C9E-FBAB-5B21-F4F4-854726031A7B}"/>
          </ac:inkMkLst>
        </pc:inkChg>
        <pc:inkChg chg="add reco">
          <ac:chgData name="MINATI RATH ." userId="c069ce78-7b3e-49df-863c-37cd5cba8d18" providerId="ADAL" clId="{88DB0432-0257-4B9C-AC44-4607F71EAFFD}" dt="2026-01-24T13:15:25.333" v="1419"/>
          <ac:inkMkLst>
            <pc:docMk/>
            <pc:sldMk cId="176085180" sldId="319"/>
            <ac:inkMk id="109" creationId="{39D8B162-6E8D-1667-B4FC-92886A4D8949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0" creationId="{59A1D6CC-6BAE-E378-74D4-1B5B58390728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1" creationId="{E0821250-1F92-E433-DDC9-FFC390DDC6F7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2" creationId="{120DEB86-8EB3-0D89-4685-B3769F6B7A1D}"/>
          </ac:inkMkLst>
        </pc:inkChg>
        <pc:inkChg chg="add">
          <ac:chgData name="MINATI RATH ." userId="c069ce78-7b3e-49df-863c-37cd5cba8d18" providerId="ADAL" clId="{88DB0432-0257-4B9C-AC44-4607F71EAFFD}" dt="2026-01-24T13:15:29.033" v="1423"/>
          <ac:inkMkLst>
            <pc:docMk/>
            <pc:sldMk cId="176085180" sldId="319"/>
            <ac:inkMk id="113" creationId="{24BEE4BB-F35A-2B5C-524A-77E142E75FB0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4" creationId="{170DB07E-7773-9EDA-E87B-11AD2C0AC302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5" creationId="{BFE89CB2-A624-7551-09C0-626496AA9E38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6" creationId="{4C5570C5-33FE-81CA-4213-C37277A35ADE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7" creationId="{42603B2B-0A6C-5902-E7F2-B3A9FFEBC7AC}"/>
          </ac:inkMkLst>
        </pc:inkChg>
        <pc:inkChg chg="add del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18" creationId="{1B701A13-C09D-E895-8A20-103050523D7A}"/>
          </ac:inkMkLst>
        </pc:inkChg>
        <pc:inkChg chg="add">
          <ac:chgData name="MINATI RATH ." userId="c069ce78-7b3e-49df-863c-37cd5cba8d18" providerId="ADAL" clId="{88DB0432-0257-4B9C-AC44-4607F71EAFFD}" dt="2026-01-24T13:15:33.012" v="1429"/>
          <ac:inkMkLst>
            <pc:docMk/>
            <pc:sldMk cId="176085180" sldId="319"/>
            <ac:inkMk id="119" creationId="{197D24D3-1681-0277-84AC-A50290241C7D}"/>
          </ac:inkMkLst>
        </pc:inkChg>
        <pc:inkChg chg="add reco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20" creationId="{F7B995A4-05F7-45ED-5B44-1C723CAA5BFB}"/>
          </ac:inkMkLst>
        </pc:inkChg>
        <pc:inkChg chg="add reco">
          <ac:chgData name="MINATI RATH ." userId="c069ce78-7b3e-49df-863c-37cd5cba8d18" providerId="ADAL" clId="{88DB0432-0257-4B9C-AC44-4607F71EAFFD}" dt="2026-01-24T13:15:33.864" v="1430"/>
          <ac:inkMkLst>
            <pc:docMk/>
            <pc:sldMk cId="176085180" sldId="319"/>
            <ac:inkMk id="121" creationId="{56BFF56B-1CBC-09A9-908C-A8CBCE0FBFEB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2" creationId="{77FC1A81-75BF-5F9A-A778-081D5FB6DC4F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3" creationId="{5EDD833B-CC0D-B328-345C-BFF3C46DD783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4" creationId="{1AA92A9F-1493-07D9-799A-97452AA3F98D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5" creationId="{CA4DD890-4354-28C8-0B9F-76DB729DD060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6" creationId="{7655279B-3E34-BE84-1251-BBADDFFFB383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7" creationId="{CE154B75-254F-F2A3-0797-5099DCAE2317}"/>
          </ac:inkMkLst>
        </pc:inkChg>
        <pc:inkChg chg="add del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8" creationId="{4F5C03A1-AD0B-4247-3873-4E5777973F4E}"/>
          </ac:inkMkLst>
        </pc:inkChg>
        <pc:inkChg chg="add reco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29" creationId="{4C41F186-51D2-0EA7-4362-02BD839F5414}"/>
          </ac:inkMkLst>
        </pc:inkChg>
        <pc:inkChg chg="add reco">
          <ac:chgData name="MINATI RATH ." userId="c069ce78-7b3e-49df-863c-37cd5cba8d18" providerId="ADAL" clId="{88DB0432-0257-4B9C-AC44-4607F71EAFFD}" dt="2026-01-24T13:15:38.614" v="1438"/>
          <ac:inkMkLst>
            <pc:docMk/>
            <pc:sldMk cId="176085180" sldId="319"/>
            <ac:inkMk id="130" creationId="{27609BF0-2938-3C5E-8BAB-F6057C9BBCFF}"/>
          </ac:inkMkLst>
        </pc:inkChg>
        <pc:inkChg chg="add del">
          <ac:chgData name="MINATI RATH ." userId="c069ce78-7b3e-49df-863c-37cd5cba8d18" providerId="ADAL" clId="{88DB0432-0257-4B9C-AC44-4607F71EAFFD}" dt="2026-01-24T13:15:41.920" v="1442"/>
          <ac:inkMkLst>
            <pc:docMk/>
            <pc:sldMk cId="176085180" sldId="319"/>
            <ac:inkMk id="131" creationId="{22A602B1-BDDC-410C-FC28-234F2F2A09A6}"/>
          </ac:inkMkLst>
        </pc:inkChg>
        <pc:inkChg chg="add del">
          <ac:chgData name="MINATI RATH ." userId="c069ce78-7b3e-49df-863c-37cd5cba8d18" providerId="ADAL" clId="{88DB0432-0257-4B9C-AC44-4607F71EAFFD}" dt="2026-01-24T13:15:41.920" v="1442"/>
          <ac:inkMkLst>
            <pc:docMk/>
            <pc:sldMk cId="176085180" sldId="319"/>
            <ac:inkMk id="132" creationId="{0DFE576B-A5BC-B581-D04C-8E49AF52C855}"/>
          </ac:inkMkLst>
        </pc:inkChg>
        <pc:inkChg chg="add del">
          <ac:chgData name="MINATI RATH ." userId="c069ce78-7b3e-49df-863c-37cd5cba8d18" providerId="ADAL" clId="{88DB0432-0257-4B9C-AC44-4607F71EAFFD}" dt="2026-01-24T13:15:41.920" v="1442"/>
          <ac:inkMkLst>
            <pc:docMk/>
            <pc:sldMk cId="176085180" sldId="319"/>
            <ac:inkMk id="133" creationId="{00187729-8C1F-11F0-0F95-F40A58E65568}"/>
          </ac:inkMkLst>
        </pc:inkChg>
        <pc:inkChg chg="add reco">
          <ac:chgData name="MINATI RATH ." userId="c069ce78-7b3e-49df-863c-37cd5cba8d18" providerId="ADAL" clId="{88DB0432-0257-4B9C-AC44-4607F71EAFFD}" dt="2026-01-24T13:15:41.920" v="1442"/>
          <ac:inkMkLst>
            <pc:docMk/>
            <pc:sldMk cId="176085180" sldId="319"/>
            <ac:inkMk id="134" creationId="{4505EA97-632C-B0F9-4004-499743A4BF37}"/>
          </ac:inkMkLst>
        </pc:inkChg>
        <pc:inkChg chg="add del">
          <ac:chgData name="MINATI RATH ." userId="c069ce78-7b3e-49df-863c-37cd5cba8d18" providerId="ADAL" clId="{88DB0432-0257-4B9C-AC44-4607F71EAFFD}" dt="2026-01-24T13:15:45.398" v="1447"/>
          <ac:inkMkLst>
            <pc:docMk/>
            <pc:sldMk cId="176085180" sldId="319"/>
            <ac:inkMk id="135" creationId="{3B91ADB0-280E-7D48-CDB3-84918E9B78F8}"/>
          </ac:inkMkLst>
        </pc:inkChg>
        <pc:inkChg chg="add del">
          <ac:chgData name="MINATI RATH ." userId="c069ce78-7b3e-49df-863c-37cd5cba8d18" providerId="ADAL" clId="{88DB0432-0257-4B9C-AC44-4607F71EAFFD}" dt="2026-01-24T13:15:45.398" v="1447"/>
          <ac:inkMkLst>
            <pc:docMk/>
            <pc:sldMk cId="176085180" sldId="319"/>
            <ac:inkMk id="136" creationId="{72A1ADF5-547A-D8E9-3FEB-27C61E2101CD}"/>
          </ac:inkMkLst>
        </pc:inkChg>
        <pc:inkChg chg="add del">
          <ac:chgData name="MINATI RATH ." userId="c069ce78-7b3e-49df-863c-37cd5cba8d18" providerId="ADAL" clId="{88DB0432-0257-4B9C-AC44-4607F71EAFFD}" dt="2026-01-24T13:15:45.398" v="1447"/>
          <ac:inkMkLst>
            <pc:docMk/>
            <pc:sldMk cId="176085180" sldId="319"/>
            <ac:inkMk id="137" creationId="{27DC1A3C-34A5-0C5F-A5B4-F77C5E738BAA}"/>
          </ac:inkMkLst>
        </pc:inkChg>
        <pc:inkChg chg="add del">
          <ac:chgData name="MINATI RATH ." userId="c069ce78-7b3e-49df-863c-37cd5cba8d18" providerId="ADAL" clId="{88DB0432-0257-4B9C-AC44-4607F71EAFFD}" dt="2026-01-24T13:15:45.398" v="1447"/>
          <ac:inkMkLst>
            <pc:docMk/>
            <pc:sldMk cId="176085180" sldId="319"/>
            <ac:inkMk id="138" creationId="{F1B30163-0269-ABA3-C0B0-A87BE15CA5E0}"/>
          </ac:inkMkLst>
        </pc:inkChg>
        <pc:inkChg chg="add reco">
          <ac:chgData name="MINATI RATH ." userId="c069ce78-7b3e-49df-863c-37cd5cba8d18" providerId="ADAL" clId="{88DB0432-0257-4B9C-AC44-4607F71EAFFD}" dt="2026-01-24T13:15:45.398" v="1447"/>
          <ac:inkMkLst>
            <pc:docMk/>
            <pc:sldMk cId="176085180" sldId="319"/>
            <ac:inkMk id="139" creationId="{8FF5C61E-A234-329F-8AEC-91B499D01CFE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0" creationId="{738034E4-A043-C972-C1D7-A3C87AEBA09A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1" creationId="{C703EF72-05DE-97C9-B4D1-1B39BFEC954B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2" creationId="{373BABBF-97B8-1CD1-8FE7-EEF0327F7CCB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3" creationId="{C8CF7C92-5E1B-EAFA-057F-DA29E819A40C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4" creationId="{2B104AAB-037B-1423-5903-E8421280ED2D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5" creationId="{24E3AEB8-255C-B61A-669F-8F5D268C0B90}"/>
          </ac:inkMkLst>
        </pc:inkChg>
        <pc:inkChg chg="add del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6" creationId="{12E00BE9-DEE1-5DD7-C068-44CECB9812B3}"/>
          </ac:inkMkLst>
        </pc:inkChg>
        <pc:inkChg chg="add reco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7" creationId="{0FD2B237-5D93-39EA-77F4-9019C6815AB8}"/>
          </ac:inkMkLst>
        </pc:inkChg>
        <pc:inkChg chg="add reco">
          <ac:chgData name="MINATI RATH ." userId="c069ce78-7b3e-49df-863c-37cd5cba8d18" providerId="ADAL" clId="{88DB0432-0257-4B9C-AC44-4607F71EAFFD}" dt="2026-01-24T13:15:50.263" v="1455"/>
          <ac:inkMkLst>
            <pc:docMk/>
            <pc:sldMk cId="176085180" sldId="319"/>
            <ac:inkMk id="148" creationId="{36FD9E79-D2AF-2638-4C2A-B228A0E936E9}"/>
          </ac:inkMkLst>
        </pc:inkChg>
        <pc:inkChg chg="add">
          <ac:chgData name="MINATI RATH ." userId="c069ce78-7b3e-49df-863c-37cd5cba8d18" providerId="ADAL" clId="{88DB0432-0257-4B9C-AC44-4607F71EAFFD}" dt="2026-01-24T13:15:53.416" v="1456"/>
          <ac:inkMkLst>
            <pc:docMk/>
            <pc:sldMk cId="176085180" sldId="319"/>
            <ac:inkMk id="149" creationId="{98FAEAC0-5B2F-73A4-9D51-68E1D5F349D7}"/>
          </ac:inkMkLst>
        </pc:inkChg>
        <pc:inkChg chg="add">
          <ac:chgData name="MINATI RATH ." userId="c069ce78-7b3e-49df-863c-37cd5cba8d18" providerId="ADAL" clId="{88DB0432-0257-4B9C-AC44-4607F71EAFFD}" dt="2026-01-24T13:15:54.213" v="1457"/>
          <ac:inkMkLst>
            <pc:docMk/>
            <pc:sldMk cId="176085180" sldId="319"/>
            <ac:inkMk id="150" creationId="{730227DE-A223-A20D-5AE8-F1C895E094B0}"/>
          </ac:inkMkLst>
        </pc:inkChg>
        <pc:inkChg chg="add del">
          <ac:chgData name="MINATI RATH ." userId="c069ce78-7b3e-49df-863c-37cd5cba8d18" providerId="ADAL" clId="{88DB0432-0257-4B9C-AC44-4607F71EAFFD}" dt="2026-01-24T13:15:55.999" v="1460"/>
          <ac:inkMkLst>
            <pc:docMk/>
            <pc:sldMk cId="176085180" sldId="319"/>
            <ac:inkMk id="151" creationId="{DE931265-8902-81B3-EB9D-D201B77B5EE2}"/>
          </ac:inkMkLst>
        </pc:inkChg>
        <pc:inkChg chg="add del">
          <ac:chgData name="MINATI RATH ." userId="c069ce78-7b3e-49df-863c-37cd5cba8d18" providerId="ADAL" clId="{88DB0432-0257-4B9C-AC44-4607F71EAFFD}" dt="2026-01-24T13:15:55.999" v="1460"/>
          <ac:inkMkLst>
            <pc:docMk/>
            <pc:sldMk cId="176085180" sldId="319"/>
            <ac:inkMk id="152" creationId="{C690531A-E5E9-A91A-4153-A1B885698C11}"/>
          </ac:inkMkLst>
        </pc:inkChg>
        <pc:inkChg chg="add reco">
          <ac:chgData name="MINATI RATH ." userId="c069ce78-7b3e-49df-863c-37cd5cba8d18" providerId="ADAL" clId="{88DB0432-0257-4B9C-AC44-4607F71EAFFD}" dt="2026-01-24T13:15:55.999" v="1460"/>
          <ac:inkMkLst>
            <pc:docMk/>
            <pc:sldMk cId="176085180" sldId="319"/>
            <ac:inkMk id="153" creationId="{A73414E9-88CF-499E-0C54-EDD2DA9BFFA6}"/>
          </ac:inkMkLst>
        </pc:inkChg>
        <pc:inkChg chg="add">
          <ac:chgData name="MINATI RATH ." userId="c069ce78-7b3e-49df-863c-37cd5cba8d18" providerId="ADAL" clId="{88DB0432-0257-4B9C-AC44-4607F71EAFFD}" dt="2026-01-24T13:16:01.295" v="1461"/>
          <ac:inkMkLst>
            <pc:docMk/>
            <pc:sldMk cId="176085180" sldId="319"/>
            <ac:inkMk id="154" creationId="{385534AB-9E5A-BD06-C676-68C9FA70822D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55" creationId="{CB955999-78C4-73A5-5BD7-C1C20A4771E1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56" creationId="{EE0EE4A6-97BC-77CF-BE7F-4F4F71171222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57" creationId="{D2D4E23F-6A83-9ED7-ADAF-0D7AD8CDDF30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58" creationId="{DD807CCE-5F4A-A610-A88F-5430DFD3D0B0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59" creationId="{1976B30A-0E8C-0FD4-2485-FA0322B210E1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60" creationId="{340C8FC4-0E0F-E194-A644-728F4C633188}"/>
          </ac:inkMkLst>
        </pc:inkChg>
        <pc:inkChg chg="add">
          <ac:chgData name="MINATI RATH ." userId="c069ce78-7b3e-49df-863c-37cd5cba8d18" providerId="ADAL" clId="{88DB0432-0257-4B9C-AC44-4607F71EAFFD}" dt="2026-01-24T13:16:07.931" v="1468"/>
          <ac:inkMkLst>
            <pc:docMk/>
            <pc:sldMk cId="176085180" sldId="319"/>
            <ac:inkMk id="161" creationId="{988A2C61-49C6-8667-E6AF-E61F69D5A7B3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62" creationId="{5FEC5831-8A85-02D8-23F6-A98E0ED98111}"/>
          </ac:inkMkLst>
        </pc:inkChg>
        <pc:inkChg chg="add">
          <ac:chgData name="MINATI RATH ." userId="c069ce78-7b3e-49df-863c-37cd5cba8d18" providerId="ADAL" clId="{88DB0432-0257-4B9C-AC44-4607F71EAFFD}" dt="2026-01-24T13:16:09.280" v="1470"/>
          <ac:inkMkLst>
            <pc:docMk/>
            <pc:sldMk cId="176085180" sldId="319"/>
            <ac:inkMk id="163" creationId="{25E6390A-6E39-3389-70F2-C78611E77FC5}"/>
          </ac:inkMkLst>
        </pc:inkChg>
        <pc:inkChg chg="add">
          <ac:chgData name="MINATI RATH ." userId="c069ce78-7b3e-49df-863c-37cd5cba8d18" providerId="ADAL" clId="{88DB0432-0257-4B9C-AC44-4607F71EAFFD}" dt="2026-01-24T13:16:09.777" v="1471"/>
          <ac:inkMkLst>
            <pc:docMk/>
            <pc:sldMk cId="176085180" sldId="319"/>
            <ac:inkMk id="164" creationId="{43B209FA-3D1B-C0AF-9247-0BC43EA979E6}"/>
          </ac:inkMkLst>
        </pc:inkChg>
        <pc:inkChg chg="add">
          <ac:chgData name="MINATI RATH ." userId="c069ce78-7b3e-49df-863c-37cd5cba8d18" providerId="ADAL" clId="{88DB0432-0257-4B9C-AC44-4607F71EAFFD}" dt="2026-01-24T13:16:10.527" v="1472"/>
          <ac:inkMkLst>
            <pc:docMk/>
            <pc:sldMk cId="176085180" sldId="319"/>
            <ac:inkMk id="165" creationId="{1AA60B5E-1BCD-876E-7A36-22B2BFFA1616}"/>
          </ac:inkMkLst>
        </pc:inkChg>
        <pc:inkChg chg="add">
          <ac:chgData name="MINATI RATH ." userId="c069ce78-7b3e-49df-863c-37cd5cba8d18" providerId="ADAL" clId="{88DB0432-0257-4B9C-AC44-4607F71EAFFD}" dt="2026-01-24T13:16:11.473" v="1473"/>
          <ac:inkMkLst>
            <pc:docMk/>
            <pc:sldMk cId="176085180" sldId="319"/>
            <ac:inkMk id="166" creationId="{CC632A4D-09BF-2223-4305-0F6267505739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67" creationId="{F696A4DC-A430-F642-35B1-15C80EAEF2FF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68" creationId="{51934A99-9678-E958-7676-9F0301A3FF48}"/>
          </ac:inkMkLst>
        </pc:inkChg>
        <pc:inkChg chg="add del">
          <ac:chgData name="MINATI RATH ." userId="c069ce78-7b3e-49df-863c-37cd5cba8d18" providerId="ADAL" clId="{88DB0432-0257-4B9C-AC44-4607F71EAFFD}" dt="2026-01-24T13:16:15.650" v="1479"/>
          <ac:inkMkLst>
            <pc:docMk/>
            <pc:sldMk cId="176085180" sldId="319"/>
            <ac:inkMk id="169" creationId="{189F7858-8AB0-BDEA-4CDD-A1B1D9B2CE69}"/>
          </ac:inkMkLst>
        </pc:inkChg>
        <pc:inkChg chg="add">
          <ac:chgData name="MINATI RATH ." userId="c069ce78-7b3e-49df-863c-37cd5cba8d18" providerId="ADAL" clId="{88DB0432-0257-4B9C-AC44-4607F71EAFFD}" dt="2026-01-24T13:16:14.422" v="1477"/>
          <ac:inkMkLst>
            <pc:docMk/>
            <pc:sldMk cId="176085180" sldId="319"/>
            <ac:inkMk id="170" creationId="{D7E2FAD2-0C0C-F42C-11B7-C903CF3BFB1A}"/>
          </ac:inkMkLst>
        </pc:inkChg>
        <pc:inkChg chg="add">
          <ac:chgData name="MINATI RATH ." userId="c069ce78-7b3e-49df-863c-37cd5cba8d18" providerId="ADAL" clId="{88DB0432-0257-4B9C-AC44-4607F71EAFFD}" dt="2026-01-24T13:16:14.793" v="1478"/>
          <ac:inkMkLst>
            <pc:docMk/>
            <pc:sldMk cId="176085180" sldId="319"/>
            <ac:inkMk id="171" creationId="{5E2127D7-13E1-8CFA-E5C8-1847C43B79A0}"/>
          </ac:inkMkLst>
        </pc:inkChg>
        <pc:inkChg chg="add del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3" creationId="{AD963412-74E5-D0D7-689F-B2B03F4B43FD}"/>
          </ac:inkMkLst>
        </pc:inkChg>
        <pc:inkChg chg="add del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4" creationId="{4FF13BB6-F09B-A72B-3C6F-F509B1ED8B0E}"/>
          </ac:inkMkLst>
        </pc:inkChg>
        <pc:inkChg chg="add del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5" creationId="{464EE30C-0B6D-3199-DA5E-700C7CACCA2E}"/>
          </ac:inkMkLst>
        </pc:inkChg>
        <pc:inkChg chg="add del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6" creationId="{6412C9F7-C52E-C6DF-43DC-C62AA7151D95}"/>
          </ac:inkMkLst>
        </pc:inkChg>
        <pc:inkChg chg="add del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7" creationId="{3CB03EF2-C08A-1842-BBEE-8BA15165C24D}"/>
          </ac:inkMkLst>
        </pc:inkChg>
        <pc:inkChg chg="add reco">
          <ac:chgData name="MINATI RATH ." userId="c069ce78-7b3e-49df-863c-37cd5cba8d18" providerId="ADAL" clId="{88DB0432-0257-4B9C-AC44-4607F71EAFFD}" dt="2026-01-24T13:16:17.871" v="1485"/>
          <ac:inkMkLst>
            <pc:docMk/>
            <pc:sldMk cId="176085180" sldId="319"/>
            <ac:inkMk id="178" creationId="{352888DE-4817-17AE-3814-11736038277F}"/>
          </ac:inkMkLst>
        </pc:inkChg>
        <pc:inkChg chg="add del">
          <ac:chgData name="MINATI RATH ." userId="c069ce78-7b3e-49df-863c-37cd5cba8d18" providerId="ADAL" clId="{88DB0432-0257-4B9C-AC44-4607F71EAFFD}" dt="2026-01-24T13:16:19.087" v="1488"/>
          <ac:inkMkLst>
            <pc:docMk/>
            <pc:sldMk cId="176085180" sldId="319"/>
            <ac:inkMk id="179" creationId="{2377D6C0-D05B-813E-8C41-34C313669967}"/>
          </ac:inkMkLst>
        </pc:inkChg>
        <pc:inkChg chg="add del">
          <ac:chgData name="MINATI RATH ." userId="c069ce78-7b3e-49df-863c-37cd5cba8d18" providerId="ADAL" clId="{88DB0432-0257-4B9C-AC44-4607F71EAFFD}" dt="2026-01-24T13:16:19.087" v="1488"/>
          <ac:inkMkLst>
            <pc:docMk/>
            <pc:sldMk cId="176085180" sldId="319"/>
            <ac:inkMk id="180" creationId="{20F408F8-E286-D303-67C1-085BDE0E98DE}"/>
          </ac:inkMkLst>
        </pc:inkChg>
        <pc:inkChg chg="add reco">
          <ac:chgData name="MINATI RATH ." userId="c069ce78-7b3e-49df-863c-37cd5cba8d18" providerId="ADAL" clId="{88DB0432-0257-4B9C-AC44-4607F71EAFFD}" dt="2026-01-24T13:16:19.087" v="1488"/>
          <ac:inkMkLst>
            <pc:docMk/>
            <pc:sldMk cId="176085180" sldId="319"/>
            <ac:inkMk id="181" creationId="{5B3E9415-01A1-CC68-C96E-C0DC9ECAB81C}"/>
          </ac:inkMkLst>
        </pc:inkChg>
        <pc:inkChg chg="add del">
          <ac:chgData name="MINATI RATH ." userId="c069ce78-7b3e-49df-863c-37cd5cba8d18" providerId="ADAL" clId="{88DB0432-0257-4B9C-AC44-4607F71EAFFD}" dt="2026-01-24T13:16:22.185" v="1493"/>
          <ac:inkMkLst>
            <pc:docMk/>
            <pc:sldMk cId="176085180" sldId="319"/>
            <ac:inkMk id="182" creationId="{AA83B131-0581-0672-2D30-663EE8F0139F}"/>
          </ac:inkMkLst>
        </pc:inkChg>
        <pc:inkChg chg="add del">
          <ac:chgData name="MINATI RATH ." userId="c069ce78-7b3e-49df-863c-37cd5cba8d18" providerId="ADAL" clId="{88DB0432-0257-4B9C-AC44-4607F71EAFFD}" dt="2026-01-24T13:16:22.185" v="1493"/>
          <ac:inkMkLst>
            <pc:docMk/>
            <pc:sldMk cId="176085180" sldId="319"/>
            <ac:inkMk id="183" creationId="{5880A5EA-4DA0-7074-4CE1-BDAF7641228E}"/>
          </ac:inkMkLst>
        </pc:inkChg>
        <pc:inkChg chg="add del">
          <ac:chgData name="MINATI RATH ." userId="c069ce78-7b3e-49df-863c-37cd5cba8d18" providerId="ADAL" clId="{88DB0432-0257-4B9C-AC44-4607F71EAFFD}" dt="2026-01-24T13:16:22.185" v="1493"/>
          <ac:inkMkLst>
            <pc:docMk/>
            <pc:sldMk cId="176085180" sldId="319"/>
            <ac:inkMk id="184" creationId="{5F5EC2D7-C159-1DD8-F6C0-630D60944485}"/>
          </ac:inkMkLst>
        </pc:inkChg>
        <pc:inkChg chg="add del">
          <ac:chgData name="MINATI RATH ." userId="c069ce78-7b3e-49df-863c-37cd5cba8d18" providerId="ADAL" clId="{88DB0432-0257-4B9C-AC44-4607F71EAFFD}" dt="2026-01-24T13:16:22.185" v="1493"/>
          <ac:inkMkLst>
            <pc:docMk/>
            <pc:sldMk cId="176085180" sldId="319"/>
            <ac:inkMk id="185" creationId="{27EF491D-CD62-25B3-2E16-CCA65A6C8120}"/>
          </ac:inkMkLst>
        </pc:inkChg>
        <pc:inkChg chg="add reco">
          <ac:chgData name="MINATI RATH ." userId="c069ce78-7b3e-49df-863c-37cd5cba8d18" providerId="ADAL" clId="{88DB0432-0257-4B9C-AC44-4607F71EAFFD}" dt="2026-01-24T13:16:22.185" v="1493"/>
          <ac:inkMkLst>
            <pc:docMk/>
            <pc:sldMk cId="176085180" sldId="319"/>
            <ac:inkMk id="186" creationId="{55B9CF84-C008-F40A-3955-747E39503F11}"/>
          </ac:inkMkLst>
        </pc:inkChg>
        <pc:inkChg chg="add">
          <ac:chgData name="MINATI RATH ." userId="c069ce78-7b3e-49df-863c-37cd5cba8d18" providerId="ADAL" clId="{88DB0432-0257-4B9C-AC44-4607F71EAFFD}" dt="2026-01-24T13:16:22.779" v="1494"/>
          <ac:inkMkLst>
            <pc:docMk/>
            <pc:sldMk cId="176085180" sldId="319"/>
            <ac:inkMk id="187" creationId="{11BC7020-E193-EA35-B423-5B16C1230C94}"/>
          </ac:inkMkLst>
        </pc:inkChg>
        <pc:inkChg chg="add">
          <ac:chgData name="MINATI RATH ." userId="c069ce78-7b3e-49df-863c-37cd5cba8d18" providerId="ADAL" clId="{88DB0432-0257-4B9C-AC44-4607F71EAFFD}" dt="2026-01-24T13:16:24.495" v="1495"/>
          <ac:inkMkLst>
            <pc:docMk/>
            <pc:sldMk cId="176085180" sldId="319"/>
            <ac:inkMk id="188" creationId="{BD6FE180-AE2E-415A-65E7-8C4E6764CDBD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89" creationId="{1ECE3104-04CA-AD9F-680F-AD739E5E25BC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0" creationId="{542B53B6-99FF-593C-A030-85E45B1C934A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1" creationId="{05A39E38-AFA5-7BB9-F5CB-51A582735269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2" creationId="{10BE69DF-BCB6-D55C-2FC0-79835398E6B0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3" creationId="{784F40E8-45BC-DECF-3899-DCD68C833F54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4" creationId="{964CB0FE-A2DB-1C64-B8AC-0D525FCB47CC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5" creationId="{86354129-3DA7-788F-051A-AD8C7C1CCA00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6" creationId="{2048674C-6BCD-29CA-DF57-2632CE879160}"/>
          </ac:inkMkLst>
        </pc:inkChg>
        <pc:inkChg chg="add del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7" creationId="{CAF48117-CA37-95F4-061A-C745E1E95E06}"/>
          </ac:inkMkLst>
        </pc:inkChg>
        <pc:inkChg chg="add reco">
          <ac:chgData name="MINATI RATH ." userId="c069ce78-7b3e-49df-863c-37cd5cba8d18" providerId="ADAL" clId="{88DB0432-0257-4B9C-AC44-4607F71EAFFD}" dt="2026-01-24T13:16:30.269" v="1505"/>
          <ac:inkMkLst>
            <pc:docMk/>
            <pc:sldMk cId="176085180" sldId="319"/>
            <ac:inkMk id="198" creationId="{46BE9497-77AE-56AA-47E1-755B298944D4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199" creationId="{C34530EB-EAE2-91AE-7E9B-06E8163A76D6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0" creationId="{7C3CB264-938E-5C14-DFB7-B8C228967BE9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1" creationId="{029D5CEC-74CF-4315-D4E2-DC720BFEBDBA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2" creationId="{F548A3E8-7F91-7329-53BB-A21C0C38AEBE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3" creationId="{2E5E300A-6001-163D-7449-868E39A5FFA0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4" creationId="{2F723E99-6D64-4D7E-3097-A0698CA40219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5" creationId="{01909696-2A7B-4012-84E7-5859342B116F}"/>
          </ac:inkMkLst>
        </pc:inkChg>
        <pc:inkChg chg="add del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6" creationId="{FA4CBC87-37F6-1D67-7CDD-C7CF35712398}"/>
          </ac:inkMkLst>
        </pc:inkChg>
        <pc:inkChg chg="add reco">
          <ac:chgData name="MINATI RATH ." userId="c069ce78-7b3e-49df-863c-37cd5cba8d18" providerId="ADAL" clId="{88DB0432-0257-4B9C-AC44-4607F71EAFFD}" dt="2026-01-24T13:16:35.436" v="1514"/>
          <ac:inkMkLst>
            <pc:docMk/>
            <pc:sldMk cId="176085180" sldId="319"/>
            <ac:inkMk id="207" creationId="{7A1FE8DB-5CA3-5E50-0FF0-674643341580}"/>
          </ac:inkMkLst>
        </pc:inkChg>
        <pc:inkChg chg="add del">
          <ac:chgData name="MINATI RATH ." userId="c069ce78-7b3e-49df-863c-37cd5cba8d18" providerId="ADAL" clId="{88DB0432-0257-4B9C-AC44-4607F71EAFFD}" dt="2026-01-24T13:16:40.033" v="1518"/>
          <ac:inkMkLst>
            <pc:docMk/>
            <pc:sldMk cId="176085180" sldId="319"/>
            <ac:inkMk id="208" creationId="{01F71E01-B0E0-4299-027B-CAF107CCD694}"/>
          </ac:inkMkLst>
        </pc:inkChg>
        <pc:inkChg chg="add del">
          <ac:chgData name="MINATI RATH ." userId="c069ce78-7b3e-49df-863c-37cd5cba8d18" providerId="ADAL" clId="{88DB0432-0257-4B9C-AC44-4607F71EAFFD}" dt="2026-01-24T13:16:40.033" v="1518"/>
          <ac:inkMkLst>
            <pc:docMk/>
            <pc:sldMk cId="176085180" sldId="319"/>
            <ac:inkMk id="209" creationId="{2882DA93-7BA5-1268-E777-E134212C5B26}"/>
          </ac:inkMkLst>
        </pc:inkChg>
        <pc:inkChg chg="add del">
          <ac:chgData name="MINATI RATH ." userId="c069ce78-7b3e-49df-863c-37cd5cba8d18" providerId="ADAL" clId="{88DB0432-0257-4B9C-AC44-4607F71EAFFD}" dt="2026-01-24T13:16:40.033" v="1518"/>
          <ac:inkMkLst>
            <pc:docMk/>
            <pc:sldMk cId="176085180" sldId="319"/>
            <ac:inkMk id="210" creationId="{8849B091-D118-FFF1-43D0-75ECAE26DCB2}"/>
          </ac:inkMkLst>
        </pc:inkChg>
        <pc:inkChg chg="add reco">
          <ac:chgData name="MINATI RATH ." userId="c069ce78-7b3e-49df-863c-37cd5cba8d18" providerId="ADAL" clId="{88DB0432-0257-4B9C-AC44-4607F71EAFFD}" dt="2026-01-24T13:16:40.033" v="1518"/>
          <ac:inkMkLst>
            <pc:docMk/>
            <pc:sldMk cId="176085180" sldId="319"/>
            <ac:inkMk id="211" creationId="{9C61863E-EDDB-97D4-6C27-944D79F1CCC7}"/>
          </ac:inkMkLst>
        </pc:inkChg>
        <pc:inkChg chg="add del">
          <ac:chgData name="MINATI RATH ." userId="c069ce78-7b3e-49df-863c-37cd5cba8d18" providerId="ADAL" clId="{88DB0432-0257-4B9C-AC44-4607F71EAFFD}" dt="2026-01-24T13:16:43.282" v="1523"/>
          <ac:inkMkLst>
            <pc:docMk/>
            <pc:sldMk cId="176085180" sldId="319"/>
            <ac:inkMk id="212" creationId="{8432F80B-4833-A18C-0404-9F9A5CDAE02B}"/>
          </ac:inkMkLst>
        </pc:inkChg>
        <pc:inkChg chg="add del">
          <ac:chgData name="MINATI RATH ." userId="c069ce78-7b3e-49df-863c-37cd5cba8d18" providerId="ADAL" clId="{88DB0432-0257-4B9C-AC44-4607F71EAFFD}" dt="2026-01-24T13:16:43.282" v="1523"/>
          <ac:inkMkLst>
            <pc:docMk/>
            <pc:sldMk cId="176085180" sldId="319"/>
            <ac:inkMk id="213" creationId="{BC4E02CA-8117-3051-19FA-F423CEFEB4A0}"/>
          </ac:inkMkLst>
        </pc:inkChg>
        <pc:inkChg chg="add del">
          <ac:chgData name="MINATI RATH ." userId="c069ce78-7b3e-49df-863c-37cd5cba8d18" providerId="ADAL" clId="{88DB0432-0257-4B9C-AC44-4607F71EAFFD}" dt="2026-01-24T13:16:43.282" v="1523"/>
          <ac:inkMkLst>
            <pc:docMk/>
            <pc:sldMk cId="176085180" sldId="319"/>
            <ac:inkMk id="214" creationId="{6BDCDD59-CB72-984A-54AB-FE0D8E12C4C9}"/>
          </ac:inkMkLst>
        </pc:inkChg>
        <pc:inkChg chg="add del">
          <ac:chgData name="MINATI RATH ." userId="c069ce78-7b3e-49df-863c-37cd5cba8d18" providerId="ADAL" clId="{88DB0432-0257-4B9C-AC44-4607F71EAFFD}" dt="2026-01-24T13:16:43.282" v="1523"/>
          <ac:inkMkLst>
            <pc:docMk/>
            <pc:sldMk cId="176085180" sldId="319"/>
            <ac:inkMk id="215" creationId="{9BED3D3F-27B6-56B7-0CCE-CB35B645933C}"/>
          </ac:inkMkLst>
        </pc:inkChg>
        <pc:inkChg chg="add reco">
          <ac:chgData name="MINATI RATH ." userId="c069ce78-7b3e-49df-863c-37cd5cba8d18" providerId="ADAL" clId="{88DB0432-0257-4B9C-AC44-4607F71EAFFD}" dt="2026-01-24T13:16:43.282" v="1523"/>
          <ac:inkMkLst>
            <pc:docMk/>
            <pc:sldMk cId="176085180" sldId="319"/>
            <ac:inkMk id="216" creationId="{836ACBA2-F7BD-65ED-41FF-ADB316E99529}"/>
          </ac:inkMkLst>
        </pc:inkChg>
        <pc:inkChg chg="add">
          <ac:chgData name="MINATI RATH ." userId="c069ce78-7b3e-49df-863c-37cd5cba8d18" providerId="ADAL" clId="{88DB0432-0257-4B9C-AC44-4607F71EAFFD}" dt="2026-01-24T13:16:48.602" v="1524"/>
          <ac:inkMkLst>
            <pc:docMk/>
            <pc:sldMk cId="176085180" sldId="319"/>
            <ac:inkMk id="217" creationId="{4CBAACF3-E028-A6F6-8D39-8FF1AE12B64D}"/>
          </ac:inkMkLst>
        </pc:inkChg>
        <pc:inkChg chg="add del">
          <ac:chgData name="MINATI RATH ." userId="c069ce78-7b3e-49df-863c-37cd5cba8d18" providerId="ADAL" clId="{88DB0432-0257-4B9C-AC44-4607F71EAFFD}" dt="2026-01-24T13:16:50.861" v="1527"/>
          <ac:inkMkLst>
            <pc:docMk/>
            <pc:sldMk cId="176085180" sldId="319"/>
            <ac:inkMk id="218" creationId="{CFFB7DA9-B26C-57E1-D595-438CEF5342A0}"/>
          </ac:inkMkLst>
        </pc:inkChg>
        <pc:inkChg chg="add del">
          <ac:chgData name="MINATI RATH ." userId="c069ce78-7b3e-49df-863c-37cd5cba8d18" providerId="ADAL" clId="{88DB0432-0257-4B9C-AC44-4607F71EAFFD}" dt="2026-01-24T13:16:50.861" v="1527"/>
          <ac:inkMkLst>
            <pc:docMk/>
            <pc:sldMk cId="176085180" sldId="319"/>
            <ac:inkMk id="219" creationId="{C2667B70-B65D-DC5B-F34F-DCA04147A467}"/>
          </ac:inkMkLst>
        </pc:inkChg>
        <pc:inkChg chg="add reco">
          <ac:chgData name="MINATI RATH ." userId="c069ce78-7b3e-49df-863c-37cd5cba8d18" providerId="ADAL" clId="{88DB0432-0257-4B9C-AC44-4607F71EAFFD}" dt="2026-01-24T13:16:50.861" v="1527"/>
          <ac:inkMkLst>
            <pc:docMk/>
            <pc:sldMk cId="176085180" sldId="319"/>
            <ac:inkMk id="220" creationId="{C9B4039A-4FEE-21DC-05A1-E5BE1036F9D2}"/>
          </ac:inkMkLst>
        </pc:inkChg>
        <pc:inkChg chg="add del">
          <ac:chgData name="MINATI RATH ." userId="c069ce78-7b3e-49df-863c-37cd5cba8d18" providerId="ADAL" clId="{88DB0432-0257-4B9C-AC44-4607F71EAFFD}" dt="2026-01-24T13:16:52.244" v="1530"/>
          <ac:inkMkLst>
            <pc:docMk/>
            <pc:sldMk cId="176085180" sldId="319"/>
            <ac:inkMk id="221" creationId="{63E45A54-B46E-5D03-E9DE-EEDDB0805BDD}"/>
          </ac:inkMkLst>
        </pc:inkChg>
        <pc:inkChg chg="add del">
          <ac:chgData name="MINATI RATH ." userId="c069ce78-7b3e-49df-863c-37cd5cba8d18" providerId="ADAL" clId="{88DB0432-0257-4B9C-AC44-4607F71EAFFD}" dt="2026-01-24T13:16:52.244" v="1530"/>
          <ac:inkMkLst>
            <pc:docMk/>
            <pc:sldMk cId="176085180" sldId="319"/>
            <ac:inkMk id="222" creationId="{7E5D695F-295F-982B-5B14-6082B1E29A1A}"/>
          </ac:inkMkLst>
        </pc:inkChg>
        <pc:inkChg chg="add reco">
          <ac:chgData name="MINATI RATH ." userId="c069ce78-7b3e-49df-863c-37cd5cba8d18" providerId="ADAL" clId="{88DB0432-0257-4B9C-AC44-4607F71EAFFD}" dt="2026-01-24T13:16:52.244" v="1530"/>
          <ac:inkMkLst>
            <pc:docMk/>
            <pc:sldMk cId="176085180" sldId="319"/>
            <ac:inkMk id="223" creationId="{8F16CB34-49B6-F650-6347-1E757B73D3F3}"/>
          </ac:inkMkLst>
        </pc:inkChg>
        <pc:inkChg chg="add del">
          <ac:chgData name="MINATI RATH ." userId="c069ce78-7b3e-49df-863c-37cd5cba8d18" providerId="ADAL" clId="{88DB0432-0257-4B9C-AC44-4607F71EAFFD}" dt="2026-01-24T13:16:53.484" v="1533"/>
          <ac:inkMkLst>
            <pc:docMk/>
            <pc:sldMk cId="176085180" sldId="319"/>
            <ac:inkMk id="224" creationId="{411BFDCF-5A0E-D3E0-E7DF-99AF34506CF4}"/>
          </ac:inkMkLst>
        </pc:inkChg>
        <pc:inkChg chg="add del">
          <ac:chgData name="MINATI RATH ." userId="c069ce78-7b3e-49df-863c-37cd5cba8d18" providerId="ADAL" clId="{88DB0432-0257-4B9C-AC44-4607F71EAFFD}" dt="2026-01-24T13:16:53.484" v="1533"/>
          <ac:inkMkLst>
            <pc:docMk/>
            <pc:sldMk cId="176085180" sldId="319"/>
            <ac:inkMk id="225" creationId="{907EF897-511B-375C-406D-F7E83E373B05}"/>
          </ac:inkMkLst>
        </pc:inkChg>
        <pc:inkChg chg="add reco">
          <ac:chgData name="MINATI RATH ." userId="c069ce78-7b3e-49df-863c-37cd5cba8d18" providerId="ADAL" clId="{88DB0432-0257-4B9C-AC44-4607F71EAFFD}" dt="2026-01-24T13:16:53.484" v="1533"/>
          <ac:inkMkLst>
            <pc:docMk/>
            <pc:sldMk cId="176085180" sldId="319"/>
            <ac:inkMk id="226" creationId="{8DA54D50-CEDB-9A48-B86B-BDD85E25A714}"/>
          </ac:inkMkLst>
        </pc:inkChg>
        <pc:inkChg chg="add del">
          <ac:chgData name="MINATI RATH ." userId="c069ce78-7b3e-49df-863c-37cd5cba8d18" providerId="ADAL" clId="{88DB0432-0257-4B9C-AC44-4607F71EAFFD}" dt="2026-01-24T13:16:55.539" v="1536"/>
          <ac:inkMkLst>
            <pc:docMk/>
            <pc:sldMk cId="176085180" sldId="319"/>
            <ac:inkMk id="227" creationId="{91B8A3D9-8E1E-4561-E8E3-FF14E91905E6}"/>
          </ac:inkMkLst>
        </pc:inkChg>
        <pc:inkChg chg="add del">
          <ac:chgData name="MINATI RATH ." userId="c069ce78-7b3e-49df-863c-37cd5cba8d18" providerId="ADAL" clId="{88DB0432-0257-4B9C-AC44-4607F71EAFFD}" dt="2026-01-24T13:16:55.539" v="1536"/>
          <ac:inkMkLst>
            <pc:docMk/>
            <pc:sldMk cId="176085180" sldId="319"/>
            <ac:inkMk id="228" creationId="{126C4FE3-2769-7A14-9CD4-14803ADCCED0}"/>
          </ac:inkMkLst>
        </pc:inkChg>
        <pc:inkChg chg="add reco">
          <ac:chgData name="MINATI RATH ." userId="c069ce78-7b3e-49df-863c-37cd5cba8d18" providerId="ADAL" clId="{88DB0432-0257-4B9C-AC44-4607F71EAFFD}" dt="2026-01-24T13:16:55.539" v="1536"/>
          <ac:inkMkLst>
            <pc:docMk/>
            <pc:sldMk cId="176085180" sldId="319"/>
            <ac:inkMk id="229" creationId="{D9ED2BA0-111F-E35C-2D9A-2425E2C2137B}"/>
          </ac:inkMkLst>
        </pc:inkChg>
        <pc:inkChg chg="add del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0" creationId="{421E0728-F57A-28B2-DE29-E54628FB93DB}"/>
          </ac:inkMkLst>
        </pc:inkChg>
        <pc:inkChg chg="add del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1" creationId="{3E6A4F84-B96C-BDFB-8B64-A4F4219F1628}"/>
          </ac:inkMkLst>
        </pc:inkChg>
        <pc:inkChg chg="add del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2" creationId="{60F66271-5691-DD6E-FEEB-AF566D8B2A72}"/>
          </ac:inkMkLst>
        </pc:inkChg>
        <pc:inkChg chg="add del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3" creationId="{15131A3C-C361-E0CB-BAE6-32AF0D713830}"/>
          </ac:inkMkLst>
        </pc:inkChg>
        <pc:inkChg chg="add del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4" creationId="{73CB0791-2CCC-573E-2946-45CAA12F8F86}"/>
          </ac:inkMkLst>
        </pc:inkChg>
        <pc:inkChg chg="add reco">
          <ac:chgData name="MINATI RATH ." userId="c069ce78-7b3e-49df-863c-37cd5cba8d18" providerId="ADAL" clId="{88DB0432-0257-4B9C-AC44-4607F71EAFFD}" dt="2026-01-24T13:16:59.700" v="1542"/>
          <ac:inkMkLst>
            <pc:docMk/>
            <pc:sldMk cId="176085180" sldId="319"/>
            <ac:inkMk id="235" creationId="{370A57CE-089D-158D-1DA3-7599638FD079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36" creationId="{471715DE-BC87-D099-DDDA-0CBFCF1F47FD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37" creationId="{66764ECC-ED33-4479-05FA-ECDF535EFBA5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38" creationId="{0C1B8A92-1DB7-329B-B53A-35426324C078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39" creationId="{ACA075A2-8571-5039-224C-4A2E5534D298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0" creationId="{49EBA32C-3709-923A-1B5D-9D9084FECB79}"/>
          </ac:inkMkLst>
        </pc:inkChg>
        <pc:inkChg chg="add">
          <ac:chgData name="MINATI RATH ." userId="c069ce78-7b3e-49df-863c-37cd5cba8d18" providerId="ADAL" clId="{88DB0432-0257-4B9C-AC44-4607F71EAFFD}" dt="2026-01-24T13:17:12.634" v="1548"/>
          <ac:inkMkLst>
            <pc:docMk/>
            <pc:sldMk cId="176085180" sldId="319"/>
            <ac:inkMk id="241" creationId="{ACEA471A-56E2-B356-CA8D-41F666449846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2" creationId="{6FBCF48D-2308-B7F6-B385-26D4CCD33FA3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3" creationId="{A501C918-6CE8-9B69-4D49-A1A1523730ED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4" creationId="{8C638438-6CCA-D142-7267-A7CB6A848BB3}"/>
          </ac:inkMkLst>
        </pc:inkChg>
        <pc:inkChg chg="add del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5" creationId="{B813070C-EA84-6C29-0302-EB894F1957A0}"/>
          </ac:inkMkLst>
        </pc:inkChg>
        <pc:inkChg chg="add reco">
          <ac:chgData name="MINATI RATH ." userId="c069ce78-7b3e-49df-863c-37cd5cba8d18" providerId="ADAL" clId="{88DB0432-0257-4B9C-AC44-4607F71EAFFD}" dt="2026-01-24T13:17:14.182" v="1553"/>
          <ac:inkMkLst>
            <pc:docMk/>
            <pc:sldMk cId="176085180" sldId="319"/>
            <ac:inkMk id="246" creationId="{1146E1DA-0865-4FB9-6B4F-C7D0B0CFECD3}"/>
          </ac:inkMkLst>
        </pc:inkChg>
        <pc:inkChg chg="add del">
          <ac:chgData name="MINATI RATH ." userId="c069ce78-7b3e-49df-863c-37cd5cba8d18" providerId="ADAL" clId="{88DB0432-0257-4B9C-AC44-4607F71EAFFD}" dt="2026-01-24T13:17:16.145" v="1556"/>
          <ac:inkMkLst>
            <pc:docMk/>
            <pc:sldMk cId="176085180" sldId="319"/>
            <ac:inkMk id="247" creationId="{96565917-B37B-37E7-35A3-CED1C33F6C2B}"/>
          </ac:inkMkLst>
        </pc:inkChg>
        <pc:inkChg chg="add del">
          <ac:chgData name="MINATI RATH ." userId="c069ce78-7b3e-49df-863c-37cd5cba8d18" providerId="ADAL" clId="{88DB0432-0257-4B9C-AC44-4607F71EAFFD}" dt="2026-01-24T13:17:16.145" v="1556"/>
          <ac:inkMkLst>
            <pc:docMk/>
            <pc:sldMk cId="176085180" sldId="319"/>
            <ac:inkMk id="248" creationId="{1909ACF3-5987-BCFB-697A-468074054BCE}"/>
          </ac:inkMkLst>
        </pc:inkChg>
        <pc:inkChg chg="add reco">
          <ac:chgData name="MINATI RATH ." userId="c069ce78-7b3e-49df-863c-37cd5cba8d18" providerId="ADAL" clId="{88DB0432-0257-4B9C-AC44-4607F71EAFFD}" dt="2026-01-24T13:17:16.145" v="1556"/>
          <ac:inkMkLst>
            <pc:docMk/>
            <pc:sldMk cId="176085180" sldId="319"/>
            <ac:inkMk id="249" creationId="{22FA4175-63E8-CBA2-0B82-A758F8B819EC}"/>
          </ac:inkMkLst>
        </pc:inkChg>
        <pc:inkChg chg="add del">
          <ac:chgData name="MINATI RATH ." userId="c069ce78-7b3e-49df-863c-37cd5cba8d18" providerId="ADAL" clId="{88DB0432-0257-4B9C-AC44-4607F71EAFFD}" dt="2026-01-24T13:17:18.941" v="1559"/>
          <ac:inkMkLst>
            <pc:docMk/>
            <pc:sldMk cId="176085180" sldId="319"/>
            <ac:inkMk id="250" creationId="{F3DAFE16-6C62-C33F-E5E1-FCF9D9A1A812}"/>
          </ac:inkMkLst>
        </pc:inkChg>
        <pc:inkChg chg="add del">
          <ac:chgData name="MINATI RATH ." userId="c069ce78-7b3e-49df-863c-37cd5cba8d18" providerId="ADAL" clId="{88DB0432-0257-4B9C-AC44-4607F71EAFFD}" dt="2026-01-24T13:17:18.941" v="1559"/>
          <ac:inkMkLst>
            <pc:docMk/>
            <pc:sldMk cId="176085180" sldId="319"/>
            <ac:inkMk id="251" creationId="{F1925F53-C2B0-056D-79BF-F70AD696430B}"/>
          </ac:inkMkLst>
        </pc:inkChg>
        <pc:inkChg chg="add reco">
          <ac:chgData name="MINATI RATH ." userId="c069ce78-7b3e-49df-863c-37cd5cba8d18" providerId="ADAL" clId="{88DB0432-0257-4B9C-AC44-4607F71EAFFD}" dt="2026-01-24T13:17:18.941" v="1559"/>
          <ac:inkMkLst>
            <pc:docMk/>
            <pc:sldMk cId="176085180" sldId="319"/>
            <ac:inkMk id="252" creationId="{9E0624EB-A887-99D9-236C-C9D3BCD8C102}"/>
          </ac:inkMkLst>
        </pc:inkChg>
      </pc:sldChg>
      <pc:sldChg chg="addSp delSp mod">
        <pc:chgData name="MINATI RATH ." userId="c069ce78-7b3e-49df-863c-37cd5cba8d18" providerId="ADAL" clId="{88DB0432-0257-4B9C-AC44-4607F71EAFFD}" dt="2026-01-24T13:47:57.574" v="2352"/>
        <pc:sldMkLst>
          <pc:docMk/>
          <pc:sldMk cId="1222201373" sldId="320"/>
        </pc:sldMkLst>
        <pc:inkChg chg="add del">
          <ac:chgData name="MINATI RATH ." userId="c069ce78-7b3e-49df-863c-37cd5cba8d18" providerId="ADAL" clId="{88DB0432-0257-4B9C-AC44-4607F71EAFFD}" dt="2026-01-24T13:18:40.071" v="1566"/>
          <ac:inkMkLst>
            <pc:docMk/>
            <pc:sldMk cId="1222201373" sldId="320"/>
            <ac:inkMk id="2" creationId="{1DCE241A-5983-3BD1-ADD8-0952A2CCB8CB}"/>
          </ac:inkMkLst>
        </pc:inkChg>
        <pc:inkChg chg="add del">
          <ac:chgData name="MINATI RATH ." userId="c069ce78-7b3e-49df-863c-37cd5cba8d18" providerId="ADAL" clId="{88DB0432-0257-4B9C-AC44-4607F71EAFFD}" dt="2026-01-24T13:18:40.071" v="1566"/>
          <ac:inkMkLst>
            <pc:docMk/>
            <pc:sldMk cId="1222201373" sldId="320"/>
            <ac:inkMk id="3" creationId="{45C8A87F-24E2-9F73-7256-3DCCB2B920D4}"/>
          </ac:inkMkLst>
        </pc:inkChg>
        <pc:inkChg chg="add reco">
          <ac:chgData name="MINATI RATH ." userId="c069ce78-7b3e-49df-863c-37cd5cba8d18" providerId="ADAL" clId="{88DB0432-0257-4B9C-AC44-4607F71EAFFD}" dt="2026-01-24T13:18:40.071" v="1566"/>
          <ac:inkMkLst>
            <pc:docMk/>
            <pc:sldMk cId="1222201373" sldId="320"/>
            <ac:inkMk id="4" creationId="{39CF1985-8B95-F85D-5C98-E4C014E3E6C5}"/>
          </ac:inkMkLst>
        </pc:inkChg>
        <pc:inkChg chg="add del">
          <ac:chgData name="MINATI RATH ." userId="c069ce78-7b3e-49df-863c-37cd5cba8d18" providerId="ADAL" clId="{88DB0432-0257-4B9C-AC44-4607F71EAFFD}" dt="2026-01-24T13:18:44.662" v="1569"/>
          <ac:inkMkLst>
            <pc:docMk/>
            <pc:sldMk cId="1222201373" sldId="320"/>
            <ac:inkMk id="9" creationId="{376497D7-55B7-5160-67F8-EB081CEEF455}"/>
          </ac:inkMkLst>
        </pc:inkChg>
        <pc:inkChg chg="add del">
          <ac:chgData name="MINATI RATH ." userId="c069ce78-7b3e-49df-863c-37cd5cba8d18" providerId="ADAL" clId="{88DB0432-0257-4B9C-AC44-4607F71EAFFD}" dt="2026-01-24T13:18:44.662" v="1569"/>
          <ac:inkMkLst>
            <pc:docMk/>
            <pc:sldMk cId="1222201373" sldId="320"/>
            <ac:inkMk id="10" creationId="{E4B3F71E-08B0-0D2A-9CBA-D82F0B5D1143}"/>
          </ac:inkMkLst>
        </pc:inkChg>
        <pc:inkChg chg="add reco">
          <ac:chgData name="MINATI RATH ." userId="c069ce78-7b3e-49df-863c-37cd5cba8d18" providerId="ADAL" clId="{88DB0432-0257-4B9C-AC44-4607F71EAFFD}" dt="2026-01-24T13:18:44.662" v="1569"/>
          <ac:inkMkLst>
            <pc:docMk/>
            <pc:sldMk cId="1222201373" sldId="320"/>
            <ac:inkMk id="11" creationId="{5B5BDCA0-6EE0-DE9C-C7C9-21BAD5A32E6A}"/>
          </ac:inkMkLst>
        </pc:inkChg>
        <pc:inkChg chg="add del">
          <ac:chgData name="MINATI RATH ." userId="c069ce78-7b3e-49df-863c-37cd5cba8d18" providerId="ADAL" clId="{88DB0432-0257-4B9C-AC44-4607F71EAFFD}" dt="2026-01-24T13:18:48.544" v="1572"/>
          <ac:inkMkLst>
            <pc:docMk/>
            <pc:sldMk cId="1222201373" sldId="320"/>
            <ac:inkMk id="12" creationId="{85E50600-EE87-7BFD-450F-4A2F492D5159}"/>
          </ac:inkMkLst>
        </pc:inkChg>
        <pc:inkChg chg="add del">
          <ac:chgData name="MINATI RATH ." userId="c069ce78-7b3e-49df-863c-37cd5cba8d18" providerId="ADAL" clId="{88DB0432-0257-4B9C-AC44-4607F71EAFFD}" dt="2026-01-24T13:18:48.544" v="1572"/>
          <ac:inkMkLst>
            <pc:docMk/>
            <pc:sldMk cId="1222201373" sldId="320"/>
            <ac:inkMk id="13" creationId="{F3FE05A7-7712-DC09-4DE2-68E829CA9BC8}"/>
          </ac:inkMkLst>
        </pc:inkChg>
        <pc:inkChg chg="add reco">
          <ac:chgData name="MINATI RATH ." userId="c069ce78-7b3e-49df-863c-37cd5cba8d18" providerId="ADAL" clId="{88DB0432-0257-4B9C-AC44-4607F71EAFFD}" dt="2026-01-24T13:18:48.544" v="1572"/>
          <ac:inkMkLst>
            <pc:docMk/>
            <pc:sldMk cId="1222201373" sldId="320"/>
            <ac:inkMk id="14" creationId="{1AD506BF-6840-B168-A8DD-DEB0974C9545}"/>
          </ac:inkMkLst>
        </pc:inkChg>
        <pc:inkChg chg="add del">
          <ac:chgData name="MINATI RATH ." userId="c069ce78-7b3e-49df-863c-37cd5cba8d18" providerId="ADAL" clId="{88DB0432-0257-4B9C-AC44-4607F71EAFFD}" dt="2026-01-24T13:18:51.557" v="1575"/>
          <ac:inkMkLst>
            <pc:docMk/>
            <pc:sldMk cId="1222201373" sldId="320"/>
            <ac:inkMk id="15" creationId="{B494349E-7761-3EAC-3958-E4BD3B4E15AB}"/>
          </ac:inkMkLst>
        </pc:inkChg>
        <pc:inkChg chg="add del">
          <ac:chgData name="MINATI RATH ." userId="c069ce78-7b3e-49df-863c-37cd5cba8d18" providerId="ADAL" clId="{88DB0432-0257-4B9C-AC44-4607F71EAFFD}" dt="2026-01-24T13:18:51.557" v="1575"/>
          <ac:inkMkLst>
            <pc:docMk/>
            <pc:sldMk cId="1222201373" sldId="320"/>
            <ac:inkMk id="16" creationId="{444ADB22-768E-063E-9CE9-E937CF6680E5}"/>
          </ac:inkMkLst>
        </pc:inkChg>
        <pc:inkChg chg="add reco">
          <ac:chgData name="MINATI RATH ." userId="c069ce78-7b3e-49df-863c-37cd5cba8d18" providerId="ADAL" clId="{88DB0432-0257-4B9C-AC44-4607F71EAFFD}" dt="2026-01-24T13:18:51.557" v="1575"/>
          <ac:inkMkLst>
            <pc:docMk/>
            <pc:sldMk cId="1222201373" sldId="320"/>
            <ac:inkMk id="17" creationId="{19B78867-6885-495A-3A2F-4597068504E3}"/>
          </ac:inkMkLst>
        </pc:inkChg>
        <pc:inkChg chg="add del">
          <ac:chgData name="MINATI RATH ." userId="c069ce78-7b3e-49df-863c-37cd5cba8d18" providerId="ADAL" clId="{88DB0432-0257-4B9C-AC44-4607F71EAFFD}" dt="2026-01-24T13:18:58.203" v="1578"/>
          <ac:inkMkLst>
            <pc:docMk/>
            <pc:sldMk cId="1222201373" sldId="320"/>
            <ac:inkMk id="18" creationId="{9DBEBF0B-F432-4C0E-C9DE-D3F21B51420A}"/>
          </ac:inkMkLst>
        </pc:inkChg>
        <pc:inkChg chg="add del">
          <ac:chgData name="MINATI RATH ." userId="c069ce78-7b3e-49df-863c-37cd5cba8d18" providerId="ADAL" clId="{88DB0432-0257-4B9C-AC44-4607F71EAFFD}" dt="2026-01-24T13:18:58.203" v="1578"/>
          <ac:inkMkLst>
            <pc:docMk/>
            <pc:sldMk cId="1222201373" sldId="320"/>
            <ac:inkMk id="19" creationId="{4D77C1C1-D312-210F-7675-A1EF64669332}"/>
          </ac:inkMkLst>
        </pc:inkChg>
        <pc:inkChg chg="add reco">
          <ac:chgData name="MINATI RATH ." userId="c069ce78-7b3e-49df-863c-37cd5cba8d18" providerId="ADAL" clId="{88DB0432-0257-4B9C-AC44-4607F71EAFFD}" dt="2026-01-24T13:18:58.203" v="1578"/>
          <ac:inkMkLst>
            <pc:docMk/>
            <pc:sldMk cId="1222201373" sldId="320"/>
            <ac:inkMk id="20" creationId="{27C99143-012A-EA9D-FA94-89EB5ADEEA6A}"/>
          </ac:inkMkLst>
        </pc:inkChg>
        <pc:inkChg chg="add">
          <ac:chgData name="MINATI RATH ." userId="c069ce78-7b3e-49df-863c-37cd5cba8d18" providerId="ADAL" clId="{88DB0432-0257-4B9C-AC44-4607F71EAFFD}" dt="2026-01-24T13:19:31.796" v="1579"/>
          <ac:inkMkLst>
            <pc:docMk/>
            <pc:sldMk cId="1222201373" sldId="320"/>
            <ac:inkMk id="21" creationId="{7E327C6B-35B0-4E16-AA5E-3BFE092721FB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2" creationId="{FF4F4010-979E-8659-7CF4-8DCBD013A3F8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3" creationId="{60F0764A-9091-34CC-B2D1-8140B1BF295A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4" creationId="{18F89127-94AD-C0C6-9ED4-A5DD911BA5BE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5" creationId="{DDFFB516-9290-23C1-2313-00E35712D3F4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6" creationId="{CD65A5F3-8251-5952-C5F7-1369BF49BBE8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7" creationId="{DCD85F82-8241-7A0A-2F1B-693211B538E3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8" creationId="{EFC1BA09-EBEC-3EF5-7788-B64E782C7BBC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29" creationId="{73D8BE5A-F96C-9CC0-D567-B26473765803}"/>
          </ac:inkMkLst>
        </pc:inkChg>
        <pc:inkChg chg="add del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30" creationId="{7326D9CD-6B2F-3119-095E-9D30342327DD}"/>
          </ac:inkMkLst>
        </pc:inkChg>
        <pc:inkChg chg="add reco">
          <ac:chgData name="MINATI RATH ." userId="c069ce78-7b3e-49df-863c-37cd5cba8d18" providerId="ADAL" clId="{88DB0432-0257-4B9C-AC44-4607F71EAFFD}" dt="2026-01-24T13:19:45.558" v="1589"/>
          <ac:inkMkLst>
            <pc:docMk/>
            <pc:sldMk cId="1222201373" sldId="320"/>
            <ac:inkMk id="31" creationId="{A51BD4EE-1654-384F-BB4E-531BA6688561}"/>
          </ac:inkMkLst>
        </pc:inkChg>
        <pc:inkChg chg="add">
          <ac:chgData name="MINATI RATH ." userId="c069ce78-7b3e-49df-863c-37cd5cba8d18" providerId="ADAL" clId="{88DB0432-0257-4B9C-AC44-4607F71EAFFD}" dt="2026-01-24T13:19:50.233" v="1590"/>
          <ac:inkMkLst>
            <pc:docMk/>
            <pc:sldMk cId="1222201373" sldId="320"/>
            <ac:inkMk id="32" creationId="{91CAE0B5-58B7-62BE-7809-1BBF1476B03E}"/>
          </ac:inkMkLst>
        </pc:inkChg>
        <pc:inkChg chg="add del">
          <ac:chgData name="MINATI RATH ." userId="c069ce78-7b3e-49df-863c-37cd5cba8d18" providerId="ADAL" clId="{88DB0432-0257-4B9C-AC44-4607F71EAFFD}" dt="2026-01-24T13:20:11.665" v="1594"/>
          <ac:inkMkLst>
            <pc:docMk/>
            <pc:sldMk cId="1222201373" sldId="320"/>
            <ac:inkMk id="33" creationId="{1EAF16FA-8B7F-0D73-B311-20190DBFB6AC}"/>
          </ac:inkMkLst>
        </pc:inkChg>
        <pc:inkChg chg="add del">
          <ac:chgData name="MINATI RATH ." userId="c069ce78-7b3e-49df-863c-37cd5cba8d18" providerId="ADAL" clId="{88DB0432-0257-4B9C-AC44-4607F71EAFFD}" dt="2026-01-24T13:20:11.665" v="1594"/>
          <ac:inkMkLst>
            <pc:docMk/>
            <pc:sldMk cId="1222201373" sldId="320"/>
            <ac:inkMk id="34" creationId="{377F14EE-F7ED-D1C3-4A17-290EF3D668B6}"/>
          </ac:inkMkLst>
        </pc:inkChg>
        <pc:inkChg chg="add del">
          <ac:chgData name="MINATI RATH ." userId="c069ce78-7b3e-49df-863c-37cd5cba8d18" providerId="ADAL" clId="{88DB0432-0257-4B9C-AC44-4607F71EAFFD}" dt="2026-01-24T13:20:11.665" v="1594"/>
          <ac:inkMkLst>
            <pc:docMk/>
            <pc:sldMk cId="1222201373" sldId="320"/>
            <ac:inkMk id="35" creationId="{C183314C-DCF0-56B8-9C3D-51662398356D}"/>
          </ac:inkMkLst>
        </pc:inkChg>
        <pc:inkChg chg="add reco">
          <ac:chgData name="MINATI RATH ." userId="c069ce78-7b3e-49df-863c-37cd5cba8d18" providerId="ADAL" clId="{88DB0432-0257-4B9C-AC44-4607F71EAFFD}" dt="2026-01-24T13:20:11.665" v="1594"/>
          <ac:inkMkLst>
            <pc:docMk/>
            <pc:sldMk cId="1222201373" sldId="320"/>
            <ac:inkMk id="36" creationId="{E0AA3596-11BF-E064-2C20-9E3101D5DB55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37" creationId="{890ECF9E-E826-EB32-248D-888DACDB8829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38" creationId="{90DB3756-3FD8-D0C4-9F22-E8178DEF11B2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39" creationId="{E63059AA-83D3-6EEC-7A3D-5CF0B4103FC4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0" creationId="{787559AC-D0BA-4130-62A4-95A6C666C9F9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1" creationId="{58607200-AF0F-DBDC-8931-EEBB852E8E1F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2" creationId="{145F96B0-01DF-788D-26BD-4C7A96DC5A90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3" creationId="{5CF3228E-79CF-22E2-832A-A4981E5ABB72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4" creationId="{B47261ED-1B41-AA4E-5FBD-00CC5F932B0A}"/>
          </ac:inkMkLst>
        </pc:inkChg>
        <pc:inkChg chg="add del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5" creationId="{7BBE3275-B784-128B-03F2-2E24A6EE1759}"/>
          </ac:inkMkLst>
        </pc:inkChg>
        <pc:inkChg chg="add reco">
          <ac:chgData name="MINATI RATH ." userId="c069ce78-7b3e-49df-863c-37cd5cba8d18" providerId="ADAL" clId="{88DB0432-0257-4B9C-AC44-4607F71EAFFD}" dt="2026-01-24T13:20:17.727" v="1604"/>
          <ac:inkMkLst>
            <pc:docMk/>
            <pc:sldMk cId="1222201373" sldId="320"/>
            <ac:inkMk id="46" creationId="{5EF062C6-C04F-D630-1554-B29C5693E1EB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47" creationId="{FF0C6852-8C93-7D1B-1E3A-AB8F147CA736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48" creationId="{90719727-819F-775F-ED8A-154ED399C4C9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49" creationId="{15762BA9-0D36-81C9-EEC4-A5912FD55C88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0" creationId="{62A8DD75-AA35-AAC5-9062-95F51D4C4EF8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1" creationId="{B3D30C33-27D5-FE4C-E680-B7ABF2F581CF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2" creationId="{8F3441B8-BACC-34B0-1BEC-426970D6A89A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3" creationId="{3E01A24A-8F3C-AD37-7BA1-4A842AFEBC6E}"/>
          </ac:inkMkLst>
        </pc:inkChg>
        <pc:inkChg chg="add del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4" creationId="{F2C9DDA4-5EF3-2F93-BA33-2A8238F766B1}"/>
          </ac:inkMkLst>
        </pc:inkChg>
        <pc:inkChg chg="add reco">
          <ac:chgData name="MINATI RATH ." userId="c069ce78-7b3e-49df-863c-37cd5cba8d18" providerId="ADAL" clId="{88DB0432-0257-4B9C-AC44-4607F71EAFFD}" dt="2026-01-24T13:20:27.485" v="1613"/>
          <ac:inkMkLst>
            <pc:docMk/>
            <pc:sldMk cId="1222201373" sldId="320"/>
            <ac:inkMk id="55" creationId="{5B122DEA-1D32-B941-9CCD-457F78555165}"/>
          </ac:inkMkLst>
        </pc:inkChg>
        <pc:inkChg chg="add del">
          <ac:chgData name="MINATI RATH ." userId="c069ce78-7b3e-49df-863c-37cd5cba8d18" providerId="ADAL" clId="{88DB0432-0257-4B9C-AC44-4607F71EAFFD}" dt="2026-01-24T13:20:31.636" v="1618"/>
          <ac:inkMkLst>
            <pc:docMk/>
            <pc:sldMk cId="1222201373" sldId="320"/>
            <ac:inkMk id="56" creationId="{5C3167DA-0EA5-4B32-4360-2915FF6195AE}"/>
          </ac:inkMkLst>
        </pc:inkChg>
        <pc:inkChg chg="add del">
          <ac:chgData name="MINATI RATH ." userId="c069ce78-7b3e-49df-863c-37cd5cba8d18" providerId="ADAL" clId="{88DB0432-0257-4B9C-AC44-4607F71EAFFD}" dt="2026-01-24T13:20:31.636" v="1618"/>
          <ac:inkMkLst>
            <pc:docMk/>
            <pc:sldMk cId="1222201373" sldId="320"/>
            <ac:inkMk id="57" creationId="{54923356-B974-20C4-7160-FDE34B691F7C}"/>
          </ac:inkMkLst>
        </pc:inkChg>
        <pc:inkChg chg="add del">
          <ac:chgData name="MINATI RATH ." userId="c069ce78-7b3e-49df-863c-37cd5cba8d18" providerId="ADAL" clId="{88DB0432-0257-4B9C-AC44-4607F71EAFFD}" dt="2026-01-24T13:20:31.636" v="1618"/>
          <ac:inkMkLst>
            <pc:docMk/>
            <pc:sldMk cId="1222201373" sldId="320"/>
            <ac:inkMk id="58" creationId="{5D00C755-B2DA-D7C2-8EAF-4A209DF463EF}"/>
          </ac:inkMkLst>
        </pc:inkChg>
        <pc:inkChg chg="add del">
          <ac:chgData name="MINATI RATH ." userId="c069ce78-7b3e-49df-863c-37cd5cba8d18" providerId="ADAL" clId="{88DB0432-0257-4B9C-AC44-4607F71EAFFD}" dt="2026-01-24T13:20:31.636" v="1618"/>
          <ac:inkMkLst>
            <pc:docMk/>
            <pc:sldMk cId="1222201373" sldId="320"/>
            <ac:inkMk id="59" creationId="{C9D88FBA-7E04-537B-3280-B72C6CCB822B}"/>
          </ac:inkMkLst>
        </pc:inkChg>
        <pc:inkChg chg="add reco">
          <ac:chgData name="MINATI RATH ." userId="c069ce78-7b3e-49df-863c-37cd5cba8d18" providerId="ADAL" clId="{88DB0432-0257-4B9C-AC44-4607F71EAFFD}" dt="2026-01-24T13:20:31.636" v="1618"/>
          <ac:inkMkLst>
            <pc:docMk/>
            <pc:sldMk cId="1222201373" sldId="320"/>
            <ac:inkMk id="60" creationId="{5C54B20D-D48B-5E83-D444-8CA2D74C4AD6}"/>
          </ac:inkMkLst>
        </pc:inkChg>
        <pc:inkChg chg="add del">
          <ac:chgData name="MINATI RATH ." userId="c069ce78-7b3e-49df-863c-37cd5cba8d18" providerId="ADAL" clId="{88DB0432-0257-4B9C-AC44-4607F71EAFFD}" dt="2026-01-24T13:20:34.696" v="1623"/>
          <ac:inkMkLst>
            <pc:docMk/>
            <pc:sldMk cId="1222201373" sldId="320"/>
            <ac:inkMk id="61" creationId="{B9AC381A-D428-E05C-FFC4-A9BD23F3430D}"/>
          </ac:inkMkLst>
        </pc:inkChg>
        <pc:inkChg chg="add del">
          <ac:chgData name="MINATI RATH ." userId="c069ce78-7b3e-49df-863c-37cd5cba8d18" providerId="ADAL" clId="{88DB0432-0257-4B9C-AC44-4607F71EAFFD}" dt="2026-01-24T13:20:34.696" v="1623"/>
          <ac:inkMkLst>
            <pc:docMk/>
            <pc:sldMk cId="1222201373" sldId="320"/>
            <ac:inkMk id="62" creationId="{D17B84E9-47A9-F569-8497-FDAA47355B7A}"/>
          </ac:inkMkLst>
        </pc:inkChg>
        <pc:inkChg chg="add del">
          <ac:chgData name="MINATI RATH ." userId="c069ce78-7b3e-49df-863c-37cd5cba8d18" providerId="ADAL" clId="{88DB0432-0257-4B9C-AC44-4607F71EAFFD}" dt="2026-01-24T13:20:34.696" v="1623"/>
          <ac:inkMkLst>
            <pc:docMk/>
            <pc:sldMk cId="1222201373" sldId="320"/>
            <ac:inkMk id="63" creationId="{6466182E-F2FE-4290-A918-76652B9827D9}"/>
          </ac:inkMkLst>
        </pc:inkChg>
        <pc:inkChg chg="add del">
          <ac:chgData name="MINATI RATH ." userId="c069ce78-7b3e-49df-863c-37cd5cba8d18" providerId="ADAL" clId="{88DB0432-0257-4B9C-AC44-4607F71EAFFD}" dt="2026-01-24T13:20:34.696" v="1623"/>
          <ac:inkMkLst>
            <pc:docMk/>
            <pc:sldMk cId="1222201373" sldId="320"/>
            <ac:inkMk id="64" creationId="{B48DCB3B-6087-C94B-E210-6EADC656ACBE}"/>
          </ac:inkMkLst>
        </pc:inkChg>
        <pc:inkChg chg="add reco">
          <ac:chgData name="MINATI RATH ." userId="c069ce78-7b3e-49df-863c-37cd5cba8d18" providerId="ADAL" clId="{88DB0432-0257-4B9C-AC44-4607F71EAFFD}" dt="2026-01-24T13:20:34.696" v="1623"/>
          <ac:inkMkLst>
            <pc:docMk/>
            <pc:sldMk cId="1222201373" sldId="320"/>
            <ac:inkMk id="65" creationId="{63A7C3B7-36E3-6325-9EA5-7BAE2CC171CA}"/>
          </ac:inkMkLst>
        </pc:inkChg>
        <pc:inkChg chg="add">
          <ac:chgData name="MINATI RATH ." userId="c069ce78-7b3e-49df-863c-37cd5cba8d18" providerId="ADAL" clId="{88DB0432-0257-4B9C-AC44-4607F71EAFFD}" dt="2026-01-24T13:20:44.284" v="1624"/>
          <ac:inkMkLst>
            <pc:docMk/>
            <pc:sldMk cId="1222201373" sldId="320"/>
            <ac:inkMk id="66" creationId="{F629B512-CE57-2700-C51C-D0500B558816}"/>
          </ac:inkMkLst>
        </pc:inkChg>
        <pc:inkChg chg="add del">
          <ac:chgData name="MINATI RATH ." userId="c069ce78-7b3e-49df-863c-37cd5cba8d18" providerId="ADAL" clId="{88DB0432-0257-4B9C-AC44-4607F71EAFFD}" dt="2026-01-24T13:20:48.245" v="1627"/>
          <ac:inkMkLst>
            <pc:docMk/>
            <pc:sldMk cId="1222201373" sldId="320"/>
            <ac:inkMk id="67" creationId="{AD6F89B8-EA05-53A6-EE76-AC98569B139A}"/>
          </ac:inkMkLst>
        </pc:inkChg>
        <pc:inkChg chg="add del">
          <ac:chgData name="MINATI RATH ." userId="c069ce78-7b3e-49df-863c-37cd5cba8d18" providerId="ADAL" clId="{88DB0432-0257-4B9C-AC44-4607F71EAFFD}" dt="2026-01-24T13:20:48.245" v="1627"/>
          <ac:inkMkLst>
            <pc:docMk/>
            <pc:sldMk cId="1222201373" sldId="320"/>
            <ac:inkMk id="68" creationId="{3AB1BFE1-4C9F-8515-C96E-2351215C75ED}"/>
          </ac:inkMkLst>
        </pc:inkChg>
        <pc:inkChg chg="add reco">
          <ac:chgData name="MINATI RATH ." userId="c069ce78-7b3e-49df-863c-37cd5cba8d18" providerId="ADAL" clId="{88DB0432-0257-4B9C-AC44-4607F71EAFFD}" dt="2026-01-24T13:20:48.245" v="1627"/>
          <ac:inkMkLst>
            <pc:docMk/>
            <pc:sldMk cId="1222201373" sldId="320"/>
            <ac:inkMk id="69" creationId="{A7AE4283-2F26-3174-09DF-481308B30CE5}"/>
          </ac:inkMkLst>
        </pc:inkChg>
        <pc:inkChg chg="add del">
          <ac:chgData name="MINATI RATH ." userId="c069ce78-7b3e-49df-863c-37cd5cba8d18" providerId="ADAL" clId="{88DB0432-0257-4B9C-AC44-4607F71EAFFD}" dt="2026-01-24T13:22:22.681" v="1683"/>
          <ac:inkMkLst>
            <pc:docMk/>
            <pc:sldMk cId="1222201373" sldId="320"/>
            <ac:inkMk id="70" creationId="{1D835AA1-C635-8CA0-8F44-0DBD2EA016E2}"/>
          </ac:inkMkLst>
        </pc:inkChg>
        <pc:inkChg chg="add del">
          <ac:chgData name="MINATI RATH ." userId="c069ce78-7b3e-49df-863c-37cd5cba8d18" providerId="ADAL" clId="{88DB0432-0257-4B9C-AC44-4607F71EAFFD}" dt="2026-01-24T13:22:22.681" v="1683"/>
          <ac:inkMkLst>
            <pc:docMk/>
            <pc:sldMk cId="1222201373" sldId="320"/>
            <ac:inkMk id="71" creationId="{DC03292B-29AE-3F32-2EE8-36E737AEA70F}"/>
          </ac:inkMkLst>
        </pc:inkChg>
        <pc:inkChg chg="add">
          <ac:chgData name="MINATI RATH ." userId="c069ce78-7b3e-49df-863c-37cd5cba8d18" providerId="ADAL" clId="{88DB0432-0257-4B9C-AC44-4607F71EAFFD}" dt="2026-01-24T13:20:52.354" v="1630"/>
          <ac:inkMkLst>
            <pc:docMk/>
            <pc:sldMk cId="1222201373" sldId="320"/>
            <ac:inkMk id="72" creationId="{D590F450-FEC9-A9F3-11BD-EF6716B59AB0}"/>
          </ac:inkMkLst>
        </pc:inkChg>
        <pc:inkChg chg="add del">
          <ac:chgData name="MINATI RATH ." userId="c069ce78-7b3e-49df-863c-37cd5cba8d18" providerId="ADAL" clId="{88DB0432-0257-4B9C-AC44-4607F71EAFFD}" dt="2026-01-24T13:20:59.745" v="1635"/>
          <ac:inkMkLst>
            <pc:docMk/>
            <pc:sldMk cId="1222201373" sldId="320"/>
            <ac:inkMk id="73" creationId="{4D69E489-6DA1-E6F5-2A0C-7E4EFF9BC5C9}"/>
          </ac:inkMkLst>
        </pc:inkChg>
        <pc:inkChg chg="add del">
          <ac:chgData name="MINATI RATH ." userId="c069ce78-7b3e-49df-863c-37cd5cba8d18" providerId="ADAL" clId="{88DB0432-0257-4B9C-AC44-4607F71EAFFD}" dt="2026-01-24T13:20:59.745" v="1635"/>
          <ac:inkMkLst>
            <pc:docMk/>
            <pc:sldMk cId="1222201373" sldId="320"/>
            <ac:inkMk id="74" creationId="{1CE1120D-78EB-6155-D61D-14767BDF5A76}"/>
          </ac:inkMkLst>
        </pc:inkChg>
        <pc:inkChg chg="add del">
          <ac:chgData name="MINATI RATH ." userId="c069ce78-7b3e-49df-863c-37cd5cba8d18" providerId="ADAL" clId="{88DB0432-0257-4B9C-AC44-4607F71EAFFD}" dt="2026-01-24T13:20:59.745" v="1635"/>
          <ac:inkMkLst>
            <pc:docMk/>
            <pc:sldMk cId="1222201373" sldId="320"/>
            <ac:inkMk id="75" creationId="{1C06106B-5043-A796-203F-10ECEC3CFCB5}"/>
          </ac:inkMkLst>
        </pc:inkChg>
        <pc:inkChg chg="add del">
          <ac:chgData name="MINATI RATH ." userId="c069ce78-7b3e-49df-863c-37cd5cba8d18" providerId="ADAL" clId="{88DB0432-0257-4B9C-AC44-4607F71EAFFD}" dt="2026-01-24T13:20:59.745" v="1635"/>
          <ac:inkMkLst>
            <pc:docMk/>
            <pc:sldMk cId="1222201373" sldId="320"/>
            <ac:inkMk id="76" creationId="{1FF79E87-E0A3-A172-E6D3-9E8AC9484154}"/>
          </ac:inkMkLst>
        </pc:inkChg>
        <pc:inkChg chg="add reco">
          <ac:chgData name="MINATI RATH ." userId="c069ce78-7b3e-49df-863c-37cd5cba8d18" providerId="ADAL" clId="{88DB0432-0257-4B9C-AC44-4607F71EAFFD}" dt="2026-01-24T13:20:59.745" v="1635"/>
          <ac:inkMkLst>
            <pc:docMk/>
            <pc:sldMk cId="1222201373" sldId="320"/>
            <ac:inkMk id="77" creationId="{B17472B2-3120-40F2-4CC0-1604055EBE1D}"/>
          </ac:inkMkLst>
        </pc:inkChg>
        <pc:inkChg chg="add del">
          <ac:chgData name="MINATI RATH ." userId="c069ce78-7b3e-49df-863c-37cd5cba8d18" providerId="ADAL" clId="{88DB0432-0257-4B9C-AC44-4607F71EAFFD}" dt="2026-01-24T13:21:02.195" v="1638"/>
          <ac:inkMkLst>
            <pc:docMk/>
            <pc:sldMk cId="1222201373" sldId="320"/>
            <ac:inkMk id="78" creationId="{8FCB5CA3-4FF7-EF0F-21D1-5F1BB0D82256}"/>
          </ac:inkMkLst>
        </pc:inkChg>
        <pc:inkChg chg="add del">
          <ac:chgData name="MINATI RATH ." userId="c069ce78-7b3e-49df-863c-37cd5cba8d18" providerId="ADAL" clId="{88DB0432-0257-4B9C-AC44-4607F71EAFFD}" dt="2026-01-24T13:21:02.195" v="1638"/>
          <ac:inkMkLst>
            <pc:docMk/>
            <pc:sldMk cId="1222201373" sldId="320"/>
            <ac:inkMk id="79" creationId="{EB7832ED-1568-663D-910C-39B254ECA2D3}"/>
          </ac:inkMkLst>
        </pc:inkChg>
        <pc:inkChg chg="add reco">
          <ac:chgData name="MINATI RATH ." userId="c069ce78-7b3e-49df-863c-37cd5cba8d18" providerId="ADAL" clId="{88DB0432-0257-4B9C-AC44-4607F71EAFFD}" dt="2026-01-24T13:21:02.195" v="1638"/>
          <ac:inkMkLst>
            <pc:docMk/>
            <pc:sldMk cId="1222201373" sldId="320"/>
            <ac:inkMk id="80" creationId="{8912ACDA-BABB-0F9E-5739-E91796790AC3}"/>
          </ac:inkMkLst>
        </pc:inkChg>
        <pc:inkChg chg="add del">
          <ac:chgData name="MINATI RATH ." userId="c069ce78-7b3e-49df-863c-37cd5cba8d18" providerId="ADAL" clId="{88DB0432-0257-4B9C-AC44-4607F71EAFFD}" dt="2026-01-24T13:21:08.875" v="1641"/>
          <ac:inkMkLst>
            <pc:docMk/>
            <pc:sldMk cId="1222201373" sldId="320"/>
            <ac:inkMk id="81" creationId="{D6B848FA-1881-0457-30C3-DFEB5B33B8D1}"/>
          </ac:inkMkLst>
        </pc:inkChg>
        <pc:inkChg chg="add del">
          <ac:chgData name="MINATI RATH ." userId="c069ce78-7b3e-49df-863c-37cd5cba8d18" providerId="ADAL" clId="{88DB0432-0257-4B9C-AC44-4607F71EAFFD}" dt="2026-01-24T13:21:08.875" v="1641"/>
          <ac:inkMkLst>
            <pc:docMk/>
            <pc:sldMk cId="1222201373" sldId="320"/>
            <ac:inkMk id="82" creationId="{97302EC9-6360-49E0-E8CA-6FD10E9BF248}"/>
          </ac:inkMkLst>
        </pc:inkChg>
        <pc:inkChg chg="add reco">
          <ac:chgData name="MINATI RATH ." userId="c069ce78-7b3e-49df-863c-37cd5cba8d18" providerId="ADAL" clId="{88DB0432-0257-4B9C-AC44-4607F71EAFFD}" dt="2026-01-24T13:21:08.875" v="1641"/>
          <ac:inkMkLst>
            <pc:docMk/>
            <pc:sldMk cId="1222201373" sldId="320"/>
            <ac:inkMk id="83" creationId="{5AE446EA-8B2F-1E0D-B3E5-CDBD9CF4C578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4" creationId="{C74C3F11-A47C-EFDC-CD19-21CFBB8892EA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5" creationId="{5CBC4D9C-C017-AB83-8B5C-EAA0CEFEDA66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6" creationId="{25D1BA5D-5358-307A-C814-F25315BAD112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7" creationId="{4AEF8ADA-AF8D-60CE-D7B2-ACA1021B89B0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8" creationId="{48A3D9BD-9B5C-382F-E9E7-8286763B0BEE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89" creationId="{0F47CA38-B792-C50A-9F51-8B6A686812C5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90" creationId="{99A82A5B-6017-1633-6108-749FF0FBA753}"/>
          </ac:inkMkLst>
        </pc:inkChg>
        <pc:inkChg chg="add del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91" creationId="{E8DF62ED-31DB-C99A-86A9-919EA85CE3E8}"/>
          </ac:inkMkLst>
        </pc:inkChg>
        <pc:inkChg chg="add reco">
          <ac:chgData name="MINATI RATH ." userId="c069ce78-7b3e-49df-863c-37cd5cba8d18" providerId="ADAL" clId="{88DB0432-0257-4B9C-AC44-4607F71EAFFD}" dt="2026-01-24T13:21:21.370" v="1650"/>
          <ac:inkMkLst>
            <pc:docMk/>
            <pc:sldMk cId="1222201373" sldId="320"/>
            <ac:inkMk id="92" creationId="{20658350-5E96-D947-7198-96539776680F}"/>
          </ac:inkMkLst>
        </pc:inkChg>
        <pc:inkChg chg="add del">
          <ac:chgData name="MINATI RATH ." userId="c069ce78-7b3e-49df-863c-37cd5cba8d18" providerId="ADAL" clId="{88DB0432-0257-4B9C-AC44-4607F71EAFFD}" dt="2026-01-24T13:21:24.945" v="1654"/>
          <ac:inkMkLst>
            <pc:docMk/>
            <pc:sldMk cId="1222201373" sldId="320"/>
            <ac:inkMk id="93" creationId="{C9857DCC-D836-5888-78DA-7204D7DDFB78}"/>
          </ac:inkMkLst>
        </pc:inkChg>
        <pc:inkChg chg="add del">
          <ac:chgData name="MINATI RATH ." userId="c069ce78-7b3e-49df-863c-37cd5cba8d18" providerId="ADAL" clId="{88DB0432-0257-4B9C-AC44-4607F71EAFFD}" dt="2026-01-24T13:21:24.945" v="1654"/>
          <ac:inkMkLst>
            <pc:docMk/>
            <pc:sldMk cId="1222201373" sldId="320"/>
            <ac:inkMk id="94" creationId="{9EEEAD9A-E779-1BFA-EF28-C4375EF05491}"/>
          </ac:inkMkLst>
        </pc:inkChg>
        <pc:inkChg chg="add del">
          <ac:chgData name="MINATI RATH ." userId="c069ce78-7b3e-49df-863c-37cd5cba8d18" providerId="ADAL" clId="{88DB0432-0257-4B9C-AC44-4607F71EAFFD}" dt="2026-01-24T13:21:24.945" v="1654"/>
          <ac:inkMkLst>
            <pc:docMk/>
            <pc:sldMk cId="1222201373" sldId="320"/>
            <ac:inkMk id="95" creationId="{826CB3AD-5143-DB5A-677A-0A50017CBE19}"/>
          </ac:inkMkLst>
        </pc:inkChg>
        <pc:inkChg chg="add reco">
          <ac:chgData name="MINATI RATH ." userId="c069ce78-7b3e-49df-863c-37cd5cba8d18" providerId="ADAL" clId="{88DB0432-0257-4B9C-AC44-4607F71EAFFD}" dt="2026-01-24T13:21:24.945" v="1654"/>
          <ac:inkMkLst>
            <pc:docMk/>
            <pc:sldMk cId="1222201373" sldId="320"/>
            <ac:inkMk id="96" creationId="{8D8B1491-B54F-BF0A-55A0-EFC8569762CA}"/>
          </ac:inkMkLst>
        </pc:inkChg>
        <pc:inkChg chg="add">
          <ac:chgData name="MINATI RATH ." userId="c069ce78-7b3e-49df-863c-37cd5cba8d18" providerId="ADAL" clId="{88DB0432-0257-4B9C-AC44-4607F71EAFFD}" dt="2026-01-24T13:21:36.887" v="1655"/>
          <ac:inkMkLst>
            <pc:docMk/>
            <pc:sldMk cId="1222201373" sldId="320"/>
            <ac:inkMk id="97" creationId="{7F23D2CE-46BD-8D37-B4A1-5F39C85B269E}"/>
          </ac:inkMkLst>
        </pc:inkChg>
        <pc:inkChg chg="add del">
          <ac:chgData name="MINATI RATH ." userId="c069ce78-7b3e-49df-863c-37cd5cba8d18" providerId="ADAL" clId="{88DB0432-0257-4B9C-AC44-4607F71EAFFD}" dt="2026-01-24T13:21:50.004" v="1660"/>
          <ac:inkMkLst>
            <pc:docMk/>
            <pc:sldMk cId="1222201373" sldId="320"/>
            <ac:inkMk id="98" creationId="{9E004CEA-9904-18D7-94F0-B289F74D5DAD}"/>
          </ac:inkMkLst>
        </pc:inkChg>
        <pc:inkChg chg="add del">
          <ac:chgData name="MINATI RATH ." userId="c069ce78-7b3e-49df-863c-37cd5cba8d18" providerId="ADAL" clId="{88DB0432-0257-4B9C-AC44-4607F71EAFFD}" dt="2026-01-24T13:21:50.004" v="1660"/>
          <ac:inkMkLst>
            <pc:docMk/>
            <pc:sldMk cId="1222201373" sldId="320"/>
            <ac:inkMk id="99" creationId="{8D083712-AF74-92E5-9FA4-F874CDD39422}"/>
          </ac:inkMkLst>
        </pc:inkChg>
        <pc:inkChg chg="add del">
          <ac:chgData name="MINATI RATH ." userId="c069ce78-7b3e-49df-863c-37cd5cba8d18" providerId="ADAL" clId="{88DB0432-0257-4B9C-AC44-4607F71EAFFD}" dt="2026-01-24T13:21:50.004" v="1660"/>
          <ac:inkMkLst>
            <pc:docMk/>
            <pc:sldMk cId="1222201373" sldId="320"/>
            <ac:inkMk id="100" creationId="{B364D599-F63B-9A2F-AA7C-4DE8BD5CE05E}"/>
          </ac:inkMkLst>
        </pc:inkChg>
        <pc:inkChg chg="add del">
          <ac:chgData name="MINATI RATH ." userId="c069ce78-7b3e-49df-863c-37cd5cba8d18" providerId="ADAL" clId="{88DB0432-0257-4B9C-AC44-4607F71EAFFD}" dt="2026-01-24T13:21:50.004" v="1660"/>
          <ac:inkMkLst>
            <pc:docMk/>
            <pc:sldMk cId="1222201373" sldId="320"/>
            <ac:inkMk id="101" creationId="{E987B830-683E-D2B9-F756-7D57790975A1}"/>
          </ac:inkMkLst>
        </pc:inkChg>
        <pc:inkChg chg="add reco">
          <ac:chgData name="MINATI RATH ." userId="c069ce78-7b3e-49df-863c-37cd5cba8d18" providerId="ADAL" clId="{88DB0432-0257-4B9C-AC44-4607F71EAFFD}" dt="2026-01-24T13:21:50.004" v="1660"/>
          <ac:inkMkLst>
            <pc:docMk/>
            <pc:sldMk cId="1222201373" sldId="320"/>
            <ac:inkMk id="102" creationId="{8BF5129E-6A1A-ACCD-C921-35ECABDF218B}"/>
          </ac:inkMkLst>
        </pc:inkChg>
        <pc:inkChg chg="add del">
          <ac:chgData name="MINATI RATH ." userId="c069ce78-7b3e-49df-863c-37cd5cba8d18" providerId="ADAL" clId="{88DB0432-0257-4B9C-AC44-4607F71EAFFD}" dt="2026-01-24T13:21:56.858" v="1664"/>
          <ac:inkMkLst>
            <pc:docMk/>
            <pc:sldMk cId="1222201373" sldId="320"/>
            <ac:inkMk id="103" creationId="{FAD3D785-5AAF-277B-1743-DCEA4AB59F72}"/>
          </ac:inkMkLst>
        </pc:inkChg>
        <pc:inkChg chg="add del">
          <ac:chgData name="MINATI RATH ." userId="c069ce78-7b3e-49df-863c-37cd5cba8d18" providerId="ADAL" clId="{88DB0432-0257-4B9C-AC44-4607F71EAFFD}" dt="2026-01-24T13:21:56.858" v="1664"/>
          <ac:inkMkLst>
            <pc:docMk/>
            <pc:sldMk cId="1222201373" sldId="320"/>
            <ac:inkMk id="104" creationId="{2AB6FD2E-848A-145A-9684-39D66BE9793C}"/>
          </ac:inkMkLst>
        </pc:inkChg>
        <pc:inkChg chg="add del">
          <ac:chgData name="MINATI RATH ." userId="c069ce78-7b3e-49df-863c-37cd5cba8d18" providerId="ADAL" clId="{88DB0432-0257-4B9C-AC44-4607F71EAFFD}" dt="2026-01-24T13:21:56.858" v="1664"/>
          <ac:inkMkLst>
            <pc:docMk/>
            <pc:sldMk cId="1222201373" sldId="320"/>
            <ac:inkMk id="105" creationId="{334B6528-5A64-BE65-9532-848E4B3BE755}"/>
          </ac:inkMkLst>
        </pc:inkChg>
        <pc:inkChg chg="add reco">
          <ac:chgData name="MINATI RATH ." userId="c069ce78-7b3e-49df-863c-37cd5cba8d18" providerId="ADAL" clId="{88DB0432-0257-4B9C-AC44-4607F71EAFFD}" dt="2026-01-24T13:21:56.858" v="1664"/>
          <ac:inkMkLst>
            <pc:docMk/>
            <pc:sldMk cId="1222201373" sldId="320"/>
            <ac:inkMk id="106" creationId="{BD00377C-36C9-4BD1-0840-674F31076CC0}"/>
          </ac:inkMkLst>
        </pc:inkChg>
        <pc:inkChg chg="add del">
          <ac:chgData name="MINATI RATH ." userId="c069ce78-7b3e-49df-863c-37cd5cba8d18" providerId="ADAL" clId="{88DB0432-0257-4B9C-AC44-4607F71EAFFD}" dt="2026-01-24T13:22:07.389" v="1668"/>
          <ac:inkMkLst>
            <pc:docMk/>
            <pc:sldMk cId="1222201373" sldId="320"/>
            <ac:inkMk id="107" creationId="{795CCB14-80CF-3A27-DC32-4F9E2E481962}"/>
          </ac:inkMkLst>
        </pc:inkChg>
        <pc:inkChg chg="add del">
          <ac:chgData name="MINATI RATH ." userId="c069ce78-7b3e-49df-863c-37cd5cba8d18" providerId="ADAL" clId="{88DB0432-0257-4B9C-AC44-4607F71EAFFD}" dt="2026-01-24T13:22:07.389" v="1668"/>
          <ac:inkMkLst>
            <pc:docMk/>
            <pc:sldMk cId="1222201373" sldId="320"/>
            <ac:inkMk id="108" creationId="{231C05BC-9F9F-92B1-27FF-E98D54426F58}"/>
          </ac:inkMkLst>
        </pc:inkChg>
        <pc:inkChg chg="add del">
          <ac:chgData name="MINATI RATH ." userId="c069ce78-7b3e-49df-863c-37cd5cba8d18" providerId="ADAL" clId="{88DB0432-0257-4B9C-AC44-4607F71EAFFD}" dt="2026-01-24T13:22:07.389" v="1668"/>
          <ac:inkMkLst>
            <pc:docMk/>
            <pc:sldMk cId="1222201373" sldId="320"/>
            <ac:inkMk id="109" creationId="{4E56EC9F-FB4A-DFC4-8339-B4A8BEB0C607}"/>
          </ac:inkMkLst>
        </pc:inkChg>
        <pc:inkChg chg="add reco">
          <ac:chgData name="MINATI RATH ." userId="c069ce78-7b3e-49df-863c-37cd5cba8d18" providerId="ADAL" clId="{88DB0432-0257-4B9C-AC44-4607F71EAFFD}" dt="2026-01-24T13:22:07.389" v="1668"/>
          <ac:inkMkLst>
            <pc:docMk/>
            <pc:sldMk cId="1222201373" sldId="320"/>
            <ac:inkMk id="110" creationId="{6053FC93-5B3A-5567-8C89-8D50ACCA7478}"/>
          </ac:inkMkLst>
        </pc:inkChg>
        <pc:inkChg chg="add del">
          <ac:chgData name="MINATI RATH ." userId="c069ce78-7b3e-49df-863c-37cd5cba8d18" providerId="ADAL" clId="{88DB0432-0257-4B9C-AC44-4607F71EAFFD}" dt="2026-01-24T13:22:12.821" v="1671"/>
          <ac:inkMkLst>
            <pc:docMk/>
            <pc:sldMk cId="1222201373" sldId="320"/>
            <ac:inkMk id="111" creationId="{7A14BBD6-5956-7CB8-0FA3-7EA3681EB784}"/>
          </ac:inkMkLst>
        </pc:inkChg>
        <pc:inkChg chg="add del">
          <ac:chgData name="MINATI RATH ." userId="c069ce78-7b3e-49df-863c-37cd5cba8d18" providerId="ADAL" clId="{88DB0432-0257-4B9C-AC44-4607F71EAFFD}" dt="2026-01-24T13:22:12.821" v="1671"/>
          <ac:inkMkLst>
            <pc:docMk/>
            <pc:sldMk cId="1222201373" sldId="320"/>
            <ac:inkMk id="112" creationId="{EFE17028-7D72-C131-CF8A-C8887F370258}"/>
          </ac:inkMkLst>
        </pc:inkChg>
        <pc:inkChg chg="add reco">
          <ac:chgData name="MINATI RATH ." userId="c069ce78-7b3e-49df-863c-37cd5cba8d18" providerId="ADAL" clId="{88DB0432-0257-4B9C-AC44-4607F71EAFFD}" dt="2026-01-24T13:22:12.821" v="1671"/>
          <ac:inkMkLst>
            <pc:docMk/>
            <pc:sldMk cId="1222201373" sldId="320"/>
            <ac:inkMk id="113" creationId="{FE319D0B-BA17-F16A-E7F4-6D57EC6545EC}"/>
          </ac:inkMkLst>
        </pc:inkChg>
        <pc:inkChg chg="add del">
          <ac:chgData name="MINATI RATH ." userId="c069ce78-7b3e-49df-863c-37cd5cba8d18" providerId="ADAL" clId="{88DB0432-0257-4B9C-AC44-4607F71EAFFD}" dt="2026-01-24T13:22:14.889" v="1674"/>
          <ac:inkMkLst>
            <pc:docMk/>
            <pc:sldMk cId="1222201373" sldId="320"/>
            <ac:inkMk id="114" creationId="{C3C9FA1D-DB55-A661-498C-8F66BF4A4D1F}"/>
          </ac:inkMkLst>
        </pc:inkChg>
        <pc:inkChg chg="add del">
          <ac:chgData name="MINATI RATH ." userId="c069ce78-7b3e-49df-863c-37cd5cba8d18" providerId="ADAL" clId="{88DB0432-0257-4B9C-AC44-4607F71EAFFD}" dt="2026-01-24T13:22:14.889" v="1674"/>
          <ac:inkMkLst>
            <pc:docMk/>
            <pc:sldMk cId="1222201373" sldId="320"/>
            <ac:inkMk id="115" creationId="{6C906223-609F-C8BE-D743-5B99A2CB1A39}"/>
          </ac:inkMkLst>
        </pc:inkChg>
        <pc:inkChg chg="add reco">
          <ac:chgData name="MINATI RATH ." userId="c069ce78-7b3e-49df-863c-37cd5cba8d18" providerId="ADAL" clId="{88DB0432-0257-4B9C-AC44-4607F71EAFFD}" dt="2026-01-24T13:22:14.889" v="1674"/>
          <ac:inkMkLst>
            <pc:docMk/>
            <pc:sldMk cId="1222201373" sldId="320"/>
            <ac:inkMk id="116" creationId="{23015E3D-EA61-ABF1-6FA6-ADF848DEABC9}"/>
          </ac:inkMkLst>
        </pc:inkChg>
        <pc:inkChg chg="add del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17" creationId="{64CBFE3E-3A8F-B962-A1F3-68107ADCE994}"/>
          </ac:inkMkLst>
        </pc:inkChg>
        <pc:inkChg chg="add del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18" creationId="{976E15DA-584A-B63A-358D-D3CC90F6641D}"/>
          </ac:inkMkLst>
        </pc:inkChg>
        <pc:inkChg chg="add del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19" creationId="{1F85380D-F5E2-B170-79DA-4E362C217542}"/>
          </ac:inkMkLst>
        </pc:inkChg>
        <pc:inkChg chg="add del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20" creationId="{9A557E91-EFB5-F731-82EB-9AF4B8DC6120}"/>
          </ac:inkMkLst>
        </pc:inkChg>
        <pc:inkChg chg="add del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21" creationId="{E815A75D-727E-9AF7-3064-173916866EBB}"/>
          </ac:inkMkLst>
        </pc:inkChg>
        <pc:inkChg chg="add del">
          <ac:chgData name="MINATI RATH ." userId="c069ce78-7b3e-49df-863c-37cd5cba8d18" providerId="ADAL" clId="{88DB0432-0257-4B9C-AC44-4607F71EAFFD}" dt="2026-01-24T13:22:22.681" v="1683"/>
          <ac:inkMkLst>
            <pc:docMk/>
            <pc:sldMk cId="1222201373" sldId="320"/>
            <ac:inkMk id="122" creationId="{7B78CAA7-34EA-2B98-F17F-E0F3B3D17203}"/>
          </ac:inkMkLst>
        </pc:inkChg>
        <pc:inkChg chg="add reco">
          <ac:chgData name="MINATI RATH ." userId="c069ce78-7b3e-49df-863c-37cd5cba8d18" providerId="ADAL" clId="{88DB0432-0257-4B9C-AC44-4607F71EAFFD}" dt="2026-01-24T13:22:20.590" v="1681"/>
          <ac:inkMkLst>
            <pc:docMk/>
            <pc:sldMk cId="1222201373" sldId="320"/>
            <ac:inkMk id="123" creationId="{7CDCE159-4B74-9BD4-63E4-969249B63424}"/>
          </ac:inkMkLst>
        </pc:inkChg>
        <pc:inkChg chg="add del">
          <ac:chgData name="MINATI RATH ." userId="c069ce78-7b3e-49df-863c-37cd5cba8d18" providerId="ADAL" clId="{88DB0432-0257-4B9C-AC44-4607F71EAFFD}" dt="2026-01-24T13:22:22.681" v="1683"/>
          <ac:inkMkLst>
            <pc:docMk/>
            <pc:sldMk cId="1222201373" sldId="320"/>
            <ac:inkMk id="124" creationId="{6DABDF00-115A-520A-C2BC-3DC172117D3A}"/>
          </ac:inkMkLst>
        </pc:inkChg>
        <pc:inkChg chg="add reco">
          <ac:chgData name="MINATI RATH ." userId="c069ce78-7b3e-49df-863c-37cd5cba8d18" providerId="ADAL" clId="{88DB0432-0257-4B9C-AC44-4607F71EAFFD}" dt="2026-01-24T13:22:22.681" v="1683"/>
          <ac:inkMkLst>
            <pc:docMk/>
            <pc:sldMk cId="1222201373" sldId="320"/>
            <ac:inkMk id="125" creationId="{44A14999-883D-63D0-6BA9-A483EB64B1E4}"/>
          </ac:inkMkLst>
        </pc:inkChg>
        <pc:inkChg chg="add">
          <ac:chgData name="MINATI RATH ." userId="c069ce78-7b3e-49df-863c-37cd5cba8d18" providerId="ADAL" clId="{88DB0432-0257-4B9C-AC44-4607F71EAFFD}" dt="2026-01-24T13:22:24.385" v="1684"/>
          <ac:inkMkLst>
            <pc:docMk/>
            <pc:sldMk cId="1222201373" sldId="320"/>
            <ac:inkMk id="126" creationId="{67B08B48-BD33-3396-B8FF-CCA2C1E6CFC6}"/>
          </ac:inkMkLst>
        </pc:inkChg>
        <pc:inkChg chg="add">
          <ac:chgData name="MINATI RATH ." userId="c069ce78-7b3e-49df-863c-37cd5cba8d18" providerId="ADAL" clId="{88DB0432-0257-4B9C-AC44-4607F71EAFFD}" dt="2026-01-24T13:22:29.578" v="1685"/>
          <ac:inkMkLst>
            <pc:docMk/>
            <pc:sldMk cId="1222201373" sldId="320"/>
            <ac:inkMk id="127" creationId="{63776332-3396-4923-5605-D332D5F308AC}"/>
          </ac:inkMkLst>
        </pc:inkChg>
        <pc:inkChg chg="add">
          <ac:chgData name="MINATI RATH ." userId="c069ce78-7b3e-49df-863c-37cd5cba8d18" providerId="ADAL" clId="{88DB0432-0257-4B9C-AC44-4607F71EAFFD}" dt="2026-01-24T13:22:54.231" v="1686"/>
          <ac:inkMkLst>
            <pc:docMk/>
            <pc:sldMk cId="1222201373" sldId="320"/>
            <ac:inkMk id="128" creationId="{F3A55F3B-5F0F-69F4-9D45-DB8AD0C966D4}"/>
          </ac:inkMkLst>
        </pc:inkChg>
        <pc:inkChg chg="add del">
          <ac:chgData name="MINATI RATH ." userId="c069ce78-7b3e-49df-863c-37cd5cba8d18" providerId="ADAL" clId="{88DB0432-0257-4B9C-AC44-4607F71EAFFD}" dt="2026-01-24T13:22:59.502" v="1689"/>
          <ac:inkMkLst>
            <pc:docMk/>
            <pc:sldMk cId="1222201373" sldId="320"/>
            <ac:inkMk id="129" creationId="{1278E409-0AF0-DDC2-F116-39CFFC70B70C}"/>
          </ac:inkMkLst>
        </pc:inkChg>
        <pc:inkChg chg="add del">
          <ac:chgData name="MINATI RATH ." userId="c069ce78-7b3e-49df-863c-37cd5cba8d18" providerId="ADAL" clId="{88DB0432-0257-4B9C-AC44-4607F71EAFFD}" dt="2026-01-24T13:22:59.502" v="1689"/>
          <ac:inkMkLst>
            <pc:docMk/>
            <pc:sldMk cId="1222201373" sldId="320"/>
            <ac:inkMk id="130" creationId="{EECC2672-C459-6D8C-B3C6-045CD3D7A7EA}"/>
          </ac:inkMkLst>
        </pc:inkChg>
        <pc:inkChg chg="add reco">
          <ac:chgData name="MINATI RATH ." userId="c069ce78-7b3e-49df-863c-37cd5cba8d18" providerId="ADAL" clId="{88DB0432-0257-4B9C-AC44-4607F71EAFFD}" dt="2026-01-24T13:22:59.502" v="1689"/>
          <ac:inkMkLst>
            <pc:docMk/>
            <pc:sldMk cId="1222201373" sldId="320"/>
            <ac:inkMk id="131" creationId="{09A2FA51-B759-F2A4-A3A0-9071CACF5C12}"/>
          </ac:inkMkLst>
        </pc:inkChg>
        <pc:inkChg chg="add">
          <ac:chgData name="MINATI RATH ." userId="c069ce78-7b3e-49df-863c-37cd5cba8d18" providerId="ADAL" clId="{88DB0432-0257-4B9C-AC44-4607F71EAFFD}" dt="2026-01-24T13:23:00.811" v="1690"/>
          <ac:inkMkLst>
            <pc:docMk/>
            <pc:sldMk cId="1222201373" sldId="320"/>
            <ac:inkMk id="132" creationId="{1C048D9B-E765-B4F7-12C7-5E66CD1A6359}"/>
          </ac:inkMkLst>
        </pc:inkChg>
        <pc:inkChg chg="add">
          <ac:chgData name="MINATI RATH ." userId="c069ce78-7b3e-49df-863c-37cd5cba8d18" providerId="ADAL" clId="{88DB0432-0257-4B9C-AC44-4607F71EAFFD}" dt="2026-01-24T13:23:07.738" v="1691"/>
          <ac:inkMkLst>
            <pc:docMk/>
            <pc:sldMk cId="1222201373" sldId="320"/>
            <ac:inkMk id="133" creationId="{89F9981C-D7DE-5A58-9AD7-A743C4743D0A}"/>
          </ac:inkMkLst>
        </pc:inkChg>
        <pc:inkChg chg="add del">
          <ac:chgData name="MINATI RATH ." userId="c069ce78-7b3e-49df-863c-37cd5cba8d18" providerId="ADAL" clId="{88DB0432-0257-4B9C-AC44-4607F71EAFFD}" dt="2026-01-24T13:47:51.253" v="2349"/>
          <ac:inkMkLst>
            <pc:docMk/>
            <pc:sldMk cId="1222201373" sldId="320"/>
            <ac:inkMk id="134" creationId="{F8D75E49-271E-03CF-7A4A-099F61EE7859}"/>
          </ac:inkMkLst>
        </pc:inkChg>
        <pc:inkChg chg="add del">
          <ac:chgData name="MINATI RATH ." userId="c069ce78-7b3e-49df-863c-37cd5cba8d18" providerId="ADAL" clId="{88DB0432-0257-4B9C-AC44-4607F71EAFFD}" dt="2026-01-24T13:47:51.253" v="2349"/>
          <ac:inkMkLst>
            <pc:docMk/>
            <pc:sldMk cId="1222201373" sldId="320"/>
            <ac:inkMk id="135" creationId="{C88E3AF8-454D-A2DB-5880-F8F6AF15B66B}"/>
          </ac:inkMkLst>
        </pc:inkChg>
        <pc:inkChg chg="add reco">
          <ac:chgData name="MINATI RATH ." userId="c069ce78-7b3e-49df-863c-37cd5cba8d18" providerId="ADAL" clId="{88DB0432-0257-4B9C-AC44-4607F71EAFFD}" dt="2026-01-24T13:47:51.253" v="2349"/>
          <ac:inkMkLst>
            <pc:docMk/>
            <pc:sldMk cId="1222201373" sldId="320"/>
            <ac:inkMk id="136" creationId="{8B02E7D2-51A8-4F6E-6A29-6DF55AE26EA8}"/>
          </ac:inkMkLst>
        </pc:inkChg>
        <pc:inkChg chg="add del">
          <ac:chgData name="MINATI RATH ." userId="c069ce78-7b3e-49df-863c-37cd5cba8d18" providerId="ADAL" clId="{88DB0432-0257-4B9C-AC44-4607F71EAFFD}" dt="2026-01-24T13:47:57.574" v="2352"/>
          <ac:inkMkLst>
            <pc:docMk/>
            <pc:sldMk cId="1222201373" sldId="320"/>
            <ac:inkMk id="137" creationId="{668ECB03-9F44-323C-768B-A7928426898E}"/>
          </ac:inkMkLst>
        </pc:inkChg>
        <pc:inkChg chg="add del">
          <ac:chgData name="MINATI RATH ." userId="c069ce78-7b3e-49df-863c-37cd5cba8d18" providerId="ADAL" clId="{88DB0432-0257-4B9C-AC44-4607F71EAFFD}" dt="2026-01-24T13:47:57.574" v="2352"/>
          <ac:inkMkLst>
            <pc:docMk/>
            <pc:sldMk cId="1222201373" sldId="320"/>
            <ac:inkMk id="138" creationId="{AE4A4F1A-8DE3-F8C1-BBEB-7AA6DE961E07}"/>
          </ac:inkMkLst>
        </pc:inkChg>
        <pc:inkChg chg="add reco">
          <ac:chgData name="MINATI RATH ." userId="c069ce78-7b3e-49df-863c-37cd5cba8d18" providerId="ADAL" clId="{88DB0432-0257-4B9C-AC44-4607F71EAFFD}" dt="2026-01-24T13:47:57.574" v="2352"/>
          <ac:inkMkLst>
            <pc:docMk/>
            <pc:sldMk cId="1222201373" sldId="320"/>
            <ac:inkMk id="139" creationId="{4CF8B64A-80B4-4D1C-E1FE-B82BE7954C6C}"/>
          </ac:inkMkLst>
        </pc:inkChg>
      </pc:sldChg>
      <pc:sldChg chg="addSp delSp mod">
        <pc:chgData name="MINATI RATH ." userId="c069ce78-7b3e-49df-863c-37cd5cba8d18" providerId="ADAL" clId="{88DB0432-0257-4B9C-AC44-4607F71EAFFD}" dt="2026-01-24T13:57:08.399" v="2690"/>
        <pc:sldMkLst>
          <pc:docMk/>
          <pc:sldMk cId="943646317" sldId="321"/>
        </pc:sldMkLst>
        <pc:inkChg chg="add del">
          <ac:chgData name="MINATI RATH ." userId="c069ce78-7b3e-49df-863c-37cd5cba8d18" providerId="ADAL" clId="{88DB0432-0257-4B9C-AC44-4607F71EAFFD}" dt="2026-01-24T13:48:34.409" v="2357"/>
          <ac:inkMkLst>
            <pc:docMk/>
            <pc:sldMk cId="943646317" sldId="321"/>
            <ac:inkMk id="2" creationId="{22EAA150-6231-0424-E35D-01885589B167}"/>
          </ac:inkMkLst>
        </pc:inkChg>
        <pc:inkChg chg="add del">
          <ac:chgData name="MINATI RATH ." userId="c069ce78-7b3e-49df-863c-37cd5cba8d18" providerId="ADAL" clId="{88DB0432-0257-4B9C-AC44-4607F71EAFFD}" dt="2026-01-24T13:48:34.409" v="2357"/>
          <ac:inkMkLst>
            <pc:docMk/>
            <pc:sldMk cId="943646317" sldId="321"/>
            <ac:inkMk id="3" creationId="{9C512DF8-FC4E-30DD-6038-6817A57847F6}"/>
          </ac:inkMkLst>
        </pc:inkChg>
        <pc:inkChg chg="add del">
          <ac:chgData name="MINATI RATH ." userId="c069ce78-7b3e-49df-863c-37cd5cba8d18" providerId="ADAL" clId="{88DB0432-0257-4B9C-AC44-4607F71EAFFD}" dt="2026-01-24T13:48:34.409" v="2357"/>
          <ac:inkMkLst>
            <pc:docMk/>
            <pc:sldMk cId="943646317" sldId="321"/>
            <ac:inkMk id="4" creationId="{80FE9ED8-4725-415B-932B-1670712D94A4}"/>
          </ac:inkMkLst>
        </pc:inkChg>
        <pc:inkChg chg="add del">
          <ac:chgData name="MINATI RATH ." userId="c069ce78-7b3e-49df-863c-37cd5cba8d18" providerId="ADAL" clId="{88DB0432-0257-4B9C-AC44-4607F71EAFFD}" dt="2026-01-24T13:48:34.409" v="2357"/>
          <ac:inkMkLst>
            <pc:docMk/>
            <pc:sldMk cId="943646317" sldId="321"/>
            <ac:inkMk id="9" creationId="{0CD080D0-DC0F-BFED-BCCD-6D0D69D6EBE1}"/>
          </ac:inkMkLst>
        </pc:inkChg>
        <pc:inkChg chg="add reco">
          <ac:chgData name="MINATI RATH ." userId="c069ce78-7b3e-49df-863c-37cd5cba8d18" providerId="ADAL" clId="{88DB0432-0257-4B9C-AC44-4607F71EAFFD}" dt="2026-01-24T13:48:34.409" v="2357"/>
          <ac:inkMkLst>
            <pc:docMk/>
            <pc:sldMk cId="943646317" sldId="321"/>
            <ac:inkMk id="10" creationId="{DBE247BB-F1E8-34D4-5B42-49D39C3CDE2F}"/>
          </ac:inkMkLst>
        </pc:inkChg>
        <pc:inkChg chg="add del">
          <ac:chgData name="MINATI RATH ." userId="c069ce78-7b3e-49df-863c-37cd5cba8d18" providerId="ADAL" clId="{88DB0432-0257-4B9C-AC44-4607F71EAFFD}" dt="2026-01-24T13:48:45.811" v="2360"/>
          <ac:inkMkLst>
            <pc:docMk/>
            <pc:sldMk cId="943646317" sldId="321"/>
            <ac:inkMk id="11" creationId="{C6F19182-04A7-8076-13B6-8E41D174FA36}"/>
          </ac:inkMkLst>
        </pc:inkChg>
        <pc:inkChg chg="add del">
          <ac:chgData name="MINATI RATH ." userId="c069ce78-7b3e-49df-863c-37cd5cba8d18" providerId="ADAL" clId="{88DB0432-0257-4B9C-AC44-4607F71EAFFD}" dt="2026-01-24T13:48:45.811" v="2360"/>
          <ac:inkMkLst>
            <pc:docMk/>
            <pc:sldMk cId="943646317" sldId="321"/>
            <ac:inkMk id="12" creationId="{BBE979A5-D52A-F9D6-431A-BCBB4ACDE41B}"/>
          </ac:inkMkLst>
        </pc:inkChg>
        <pc:inkChg chg="add reco">
          <ac:chgData name="MINATI RATH ." userId="c069ce78-7b3e-49df-863c-37cd5cba8d18" providerId="ADAL" clId="{88DB0432-0257-4B9C-AC44-4607F71EAFFD}" dt="2026-01-24T13:48:45.811" v="2360"/>
          <ac:inkMkLst>
            <pc:docMk/>
            <pc:sldMk cId="943646317" sldId="321"/>
            <ac:inkMk id="13" creationId="{2D47C793-99E9-E0DF-B787-60FE80F0146B}"/>
          </ac:inkMkLst>
        </pc:inkChg>
        <pc:inkChg chg="add">
          <ac:chgData name="MINATI RATH ." userId="c069ce78-7b3e-49df-863c-37cd5cba8d18" providerId="ADAL" clId="{88DB0432-0257-4B9C-AC44-4607F71EAFFD}" dt="2026-01-24T13:48:55.899" v="2361"/>
          <ac:inkMkLst>
            <pc:docMk/>
            <pc:sldMk cId="943646317" sldId="321"/>
            <ac:inkMk id="14" creationId="{CE117C6B-0E0C-A471-4894-CC7BA2670434}"/>
          </ac:inkMkLst>
        </pc:inkChg>
        <pc:inkChg chg="add">
          <ac:chgData name="MINATI RATH ." userId="c069ce78-7b3e-49df-863c-37cd5cba8d18" providerId="ADAL" clId="{88DB0432-0257-4B9C-AC44-4607F71EAFFD}" dt="2026-01-24T13:48:59.675" v="2362"/>
          <ac:inkMkLst>
            <pc:docMk/>
            <pc:sldMk cId="943646317" sldId="321"/>
            <ac:inkMk id="15" creationId="{A4462E91-F1F2-DBBA-9773-DC506AA11C75}"/>
          </ac:inkMkLst>
        </pc:inkChg>
        <pc:inkChg chg="add">
          <ac:chgData name="MINATI RATH ." userId="c069ce78-7b3e-49df-863c-37cd5cba8d18" providerId="ADAL" clId="{88DB0432-0257-4B9C-AC44-4607F71EAFFD}" dt="2026-01-24T13:49:01.040" v="2363"/>
          <ac:inkMkLst>
            <pc:docMk/>
            <pc:sldMk cId="943646317" sldId="321"/>
            <ac:inkMk id="16" creationId="{238B5A87-7E7D-31FF-70A2-341C04F04A82}"/>
          </ac:inkMkLst>
        </pc:inkChg>
        <pc:inkChg chg="add del">
          <ac:chgData name="MINATI RATH ." userId="c069ce78-7b3e-49df-863c-37cd5cba8d18" providerId="ADAL" clId="{88DB0432-0257-4B9C-AC44-4607F71EAFFD}" dt="2026-01-24T13:50:21.740" v="2394"/>
          <ac:inkMkLst>
            <pc:docMk/>
            <pc:sldMk cId="943646317" sldId="321"/>
            <ac:inkMk id="17" creationId="{0317BF7F-73E9-EB00-837B-60DFD3EC2333}"/>
          </ac:inkMkLst>
        </pc:inkChg>
        <pc:inkChg chg="add del">
          <ac:chgData name="MINATI RATH ." userId="c069ce78-7b3e-49df-863c-37cd5cba8d18" providerId="ADAL" clId="{88DB0432-0257-4B9C-AC44-4607F71EAFFD}" dt="2026-01-24T13:50:21.740" v="2394"/>
          <ac:inkMkLst>
            <pc:docMk/>
            <pc:sldMk cId="943646317" sldId="321"/>
            <ac:inkMk id="18" creationId="{83116E12-DF40-7D78-FDDD-48984AE780AE}"/>
          </ac:inkMkLst>
        </pc:inkChg>
        <pc:inkChg chg="add reco">
          <ac:chgData name="MINATI RATH ." userId="c069ce78-7b3e-49df-863c-37cd5cba8d18" providerId="ADAL" clId="{88DB0432-0257-4B9C-AC44-4607F71EAFFD}" dt="2026-01-24T13:50:21.740" v="2394"/>
          <ac:inkMkLst>
            <pc:docMk/>
            <pc:sldMk cId="943646317" sldId="321"/>
            <ac:inkMk id="19" creationId="{8E925639-931C-A172-DCFA-39CC5E7AD19E}"/>
          </ac:inkMkLst>
        </pc:inkChg>
        <pc:inkChg chg="add del">
          <ac:chgData name="MINATI RATH ." userId="c069ce78-7b3e-49df-863c-37cd5cba8d18" providerId="ADAL" clId="{88DB0432-0257-4B9C-AC44-4607F71EAFFD}" dt="2026-01-24T13:50:23.261" v="2397"/>
          <ac:inkMkLst>
            <pc:docMk/>
            <pc:sldMk cId="943646317" sldId="321"/>
            <ac:inkMk id="20" creationId="{CB2D02D8-F9F4-5AED-44F8-A7F541454DB6}"/>
          </ac:inkMkLst>
        </pc:inkChg>
        <pc:inkChg chg="add del">
          <ac:chgData name="MINATI RATH ." userId="c069ce78-7b3e-49df-863c-37cd5cba8d18" providerId="ADAL" clId="{88DB0432-0257-4B9C-AC44-4607F71EAFFD}" dt="2026-01-24T13:50:23.261" v="2397"/>
          <ac:inkMkLst>
            <pc:docMk/>
            <pc:sldMk cId="943646317" sldId="321"/>
            <ac:inkMk id="21" creationId="{55A69BDF-6E9A-9EDB-241D-DC4AD2DD1039}"/>
          </ac:inkMkLst>
        </pc:inkChg>
        <pc:inkChg chg="add reco">
          <ac:chgData name="MINATI RATH ." userId="c069ce78-7b3e-49df-863c-37cd5cba8d18" providerId="ADAL" clId="{88DB0432-0257-4B9C-AC44-4607F71EAFFD}" dt="2026-01-24T13:50:23.261" v="2397"/>
          <ac:inkMkLst>
            <pc:docMk/>
            <pc:sldMk cId="943646317" sldId="321"/>
            <ac:inkMk id="22" creationId="{21A3883B-1552-09A2-8E79-9B4CD46DE88F}"/>
          </ac:inkMkLst>
        </pc:inkChg>
        <pc:inkChg chg="add">
          <ac:chgData name="MINATI RATH ." userId="c069ce78-7b3e-49df-863c-37cd5cba8d18" providerId="ADAL" clId="{88DB0432-0257-4B9C-AC44-4607F71EAFFD}" dt="2026-01-24T13:50:25.119" v="2398"/>
          <ac:inkMkLst>
            <pc:docMk/>
            <pc:sldMk cId="943646317" sldId="321"/>
            <ac:inkMk id="23" creationId="{9BB9565B-6B86-2138-6CF2-64896C6F5EDF}"/>
          </ac:inkMkLst>
        </pc:inkChg>
        <pc:inkChg chg="add">
          <ac:chgData name="MINATI RATH ." userId="c069ce78-7b3e-49df-863c-37cd5cba8d18" providerId="ADAL" clId="{88DB0432-0257-4B9C-AC44-4607F71EAFFD}" dt="2026-01-24T13:50:32.944" v="2399"/>
          <ac:inkMkLst>
            <pc:docMk/>
            <pc:sldMk cId="943646317" sldId="321"/>
            <ac:inkMk id="24" creationId="{084AFF78-3340-EC30-BCCD-253EA4500CDA}"/>
          </ac:inkMkLst>
        </pc:inkChg>
        <pc:inkChg chg="add del">
          <ac:chgData name="MINATI RATH ." userId="c069ce78-7b3e-49df-863c-37cd5cba8d18" providerId="ADAL" clId="{88DB0432-0257-4B9C-AC44-4607F71EAFFD}" dt="2026-01-24T13:50:38.603" v="2402"/>
          <ac:inkMkLst>
            <pc:docMk/>
            <pc:sldMk cId="943646317" sldId="321"/>
            <ac:inkMk id="25" creationId="{39A3EF12-A80C-02BD-87D3-306DE86CC9AF}"/>
          </ac:inkMkLst>
        </pc:inkChg>
        <pc:inkChg chg="add del">
          <ac:chgData name="MINATI RATH ." userId="c069ce78-7b3e-49df-863c-37cd5cba8d18" providerId="ADAL" clId="{88DB0432-0257-4B9C-AC44-4607F71EAFFD}" dt="2026-01-24T13:50:38.603" v="2402"/>
          <ac:inkMkLst>
            <pc:docMk/>
            <pc:sldMk cId="943646317" sldId="321"/>
            <ac:inkMk id="26" creationId="{45445351-529F-1A28-6744-452FA8A7ED6A}"/>
          </ac:inkMkLst>
        </pc:inkChg>
        <pc:inkChg chg="add reco">
          <ac:chgData name="MINATI RATH ." userId="c069ce78-7b3e-49df-863c-37cd5cba8d18" providerId="ADAL" clId="{88DB0432-0257-4B9C-AC44-4607F71EAFFD}" dt="2026-01-24T13:50:38.603" v="2402"/>
          <ac:inkMkLst>
            <pc:docMk/>
            <pc:sldMk cId="943646317" sldId="321"/>
            <ac:inkMk id="27" creationId="{BDD9609F-3873-A3DE-F294-74364D3F9E85}"/>
          </ac:inkMkLst>
        </pc:inkChg>
        <pc:inkChg chg="add del">
          <ac:chgData name="MINATI RATH ." userId="c069ce78-7b3e-49df-863c-37cd5cba8d18" providerId="ADAL" clId="{88DB0432-0257-4B9C-AC44-4607F71EAFFD}" dt="2026-01-24T13:50:44.196" v="2405"/>
          <ac:inkMkLst>
            <pc:docMk/>
            <pc:sldMk cId="943646317" sldId="321"/>
            <ac:inkMk id="28" creationId="{ECCB97E3-E827-2D98-1220-27CCFF54EBFF}"/>
          </ac:inkMkLst>
        </pc:inkChg>
        <pc:inkChg chg="add del">
          <ac:chgData name="MINATI RATH ." userId="c069ce78-7b3e-49df-863c-37cd5cba8d18" providerId="ADAL" clId="{88DB0432-0257-4B9C-AC44-4607F71EAFFD}" dt="2026-01-24T13:50:44.196" v="2405"/>
          <ac:inkMkLst>
            <pc:docMk/>
            <pc:sldMk cId="943646317" sldId="321"/>
            <ac:inkMk id="29" creationId="{9CF30183-DAD4-FC18-B4BE-7810B3369672}"/>
          </ac:inkMkLst>
        </pc:inkChg>
        <pc:inkChg chg="add reco">
          <ac:chgData name="MINATI RATH ." userId="c069ce78-7b3e-49df-863c-37cd5cba8d18" providerId="ADAL" clId="{88DB0432-0257-4B9C-AC44-4607F71EAFFD}" dt="2026-01-24T13:50:44.196" v="2405"/>
          <ac:inkMkLst>
            <pc:docMk/>
            <pc:sldMk cId="943646317" sldId="321"/>
            <ac:inkMk id="30" creationId="{6943C28C-7F06-AD7B-7BAB-9FB54D340664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1" creationId="{406C7977-89B1-D2B1-03F2-E75F7D0ABDAA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2" creationId="{B5FD2A22-5766-DE7C-20DA-2D8E9335FD7D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3" creationId="{342B25B4-B4A9-AA14-6654-C9DB4864B131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4" creationId="{0C01CF27-84F2-3FD0-5E63-72CFFF4BAA2C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5" creationId="{ECDF1380-BC5E-1F11-E176-6611F47E8611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6" creationId="{86A8105F-331F-0571-D2E3-A83CA49D301A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7" creationId="{7B2B438A-5A93-0C4A-D51A-4F1D26EF6C33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38" creationId="{DEA8A2BA-9BD1-099F-E66F-DD8639F4EEFD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39" creationId="{5DA3CD2A-454E-7D86-9235-A12D4521B938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40" creationId="{6E114247-322A-29F6-FCFD-7F6584B16398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41" creationId="{F0EB0325-DD9E-88EB-6DCC-D9E6B66EEA17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42" creationId="{0B900D47-01F2-128E-D357-466D8105B33A}"/>
          </ac:inkMkLst>
        </pc:inkChg>
        <pc:inkChg chg="add del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45" creationId="{E88251F9-57C7-7BB7-B195-1C68DCA0DA4F}"/>
          </ac:inkMkLst>
        </pc:inkChg>
        <pc:inkChg chg="add del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46" creationId="{28457BA1-DDE0-BA29-AEFE-B73EC77690F4}"/>
          </ac:inkMkLst>
        </pc:inkChg>
        <pc:inkChg chg="add del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47" creationId="{59741BC9-5B1F-2171-D5E3-BE6C90DAD85E}"/>
          </ac:inkMkLst>
        </pc:inkChg>
        <pc:inkChg chg="add del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48" creationId="{F7DAA9AD-56ED-4A69-39A2-E9D4A2380793}"/>
          </ac:inkMkLst>
        </pc:inkChg>
        <pc:inkChg chg="add del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49" creationId="{22169B19-E879-0D72-C3ED-A9417111F965}"/>
          </ac:inkMkLst>
        </pc:inkChg>
        <pc:inkChg chg="add reco">
          <ac:chgData name="MINATI RATH ." userId="c069ce78-7b3e-49df-863c-37cd5cba8d18" providerId="ADAL" clId="{88DB0432-0257-4B9C-AC44-4607F71EAFFD}" dt="2026-01-24T13:50:54.211" v="2423"/>
          <ac:inkMkLst>
            <pc:docMk/>
            <pc:sldMk cId="943646317" sldId="321"/>
            <ac:inkMk id="50" creationId="{ADE9B3E3-7ABE-8617-19B4-5A41F524F3E4}"/>
          </ac:inkMkLst>
        </pc:inkChg>
        <pc:inkChg chg="add del">
          <ac:chgData name="MINATI RATH ." userId="c069ce78-7b3e-49df-863c-37cd5cba8d18" providerId="ADAL" clId="{88DB0432-0257-4B9C-AC44-4607F71EAFFD}" dt="2026-01-24T13:50:56.161" v="2426"/>
          <ac:inkMkLst>
            <pc:docMk/>
            <pc:sldMk cId="943646317" sldId="321"/>
            <ac:inkMk id="51" creationId="{F1107A14-4795-840A-EBEF-19EC15C16ED7}"/>
          </ac:inkMkLst>
        </pc:inkChg>
        <pc:inkChg chg="add del">
          <ac:chgData name="MINATI RATH ." userId="c069ce78-7b3e-49df-863c-37cd5cba8d18" providerId="ADAL" clId="{88DB0432-0257-4B9C-AC44-4607F71EAFFD}" dt="2026-01-24T13:50:56.161" v="2426"/>
          <ac:inkMkLst>
            <pc:docMk/>
            <pc:sldMk cId="943646317" sldId="321"/>
            <ac:inkMk id="52" creationId="{5E6DCFCD-3EF2-3EED-CD1D-21F745308407}"/>
          </ac:inkMkLst>
        </pc:inkChg>
        <pc:inkChg chg="add reco">
          <ac:chgData name="MINATI RATH ." userId="c069ce78-7b3e-49df-863c-37cd5cba8d18" providerId="ADAL" clId="{88DB0432-0257-4B9C-AC44-4607F71EAFFD}" dt="2026-01-24T13:50:56.161" v="2426"/>
          <ac:inkMkLst>
            <pc:docMk/>
            <pc:sldMk cId="943646317" sldId="321"/>
            <ac:inkMk id="53" creationId="{F7F7298A-0A3C-C139-9FE4-BD6F82ADFD80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54" creationId="{A52878A8-4EE6-9977-E664-826E9E3B8370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55" creationId="{514C458A-DF42-6CCC-A3FE-CB787AB81856}"/>
          </ac:inkMkLst>
        </pc:inkChg>
        <pc:inkChg chg="add">
          <ac:chgData name="MINATI RATH ." userId="c069ce78-7b3e-49df-863c-37cd5cba8d18" providerId="ADAL" clId="{88DB0432-0257-4B9C-AC44-4607F71EAFFD}" dt="2026-01-24T13:50:57.674" v="2429"/>
          <ac:inkMkLst>
            <pc:docMk/>
            <pc:sldMk cId="943646317" sldId="321"/>
            <ac:inkMk id="56" creationId="{A7AAE372-F185-90B2-323E-7F70561695F7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57" creationId="{8A8A0011-BA3A-6B04-83A4-8C2862092848}"/>
          </ac:inkMkLst>
        </pc:inkChg>
        <pc:inkChg chg="add">
          <ac:chgData name="MINATI RATH ." userId="c069ce78-7b3e-49df-863c-37cd5cba8d18" providerId="ADAL" clId="{88DB0432-0257-4B9C-AC44-4607F71EAFFD}" dt="2026-01-24T13:50:59.162" v="2431"/>
          <ac:inkMkLst>
            <pc:docMk/>
            <pc:sldMk cId="943646317" sldId="321"/>
            <ac:inkMk id="58" creationId="{33506788-D4AB-DE7E-49CA-F1C31B3CF268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59" creationId="{80993CC3-47A6-6491-B000-01B077498261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60" creationId="{1F6E5C86-3A04-A78C-B7FB-65785BBD7209}"/>
          </ac:inkMkLst>
        </pc:inkChg>
        <pc:inkChg chg="add">
          <ac:chgData name="MINATI RATH ." userId="c069ce78-7b3e-49df-863c-37cd5cba8d18" providerId="ADAL" clId="{88DB0432-0257-4B9C-AC44-4607F71EAFFD}" dt="2026-01-24T13:51:01.846" v="2434"/>
          <ac:inkMkLst>
            <pc:docMk/>
            <pc:sldMk cId="943646317" sldId="321"/>
            <ac:inkMk id="61" creationId="{16AFF183-6A1D-B0DB-1D0E-EA338D6A7772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62" creationId="{A2B3A170-2AF1-529D-9665-61FEB7CA9AEC}"/>
          </ac:inkMkLst>
        </pc:inkChg>
        <pc:inkChg chg="add">
          <ac:chgData name="MINATI RATH ." userId="c069ce78-7b3e-49df-863c-37cd5cba8d18" providerId="ADAL" clId="{88DB0432-0257-4B9C-AC44-4607F71EAFFD}" dt="2026-01-24T13:51:03.099" v="2436"/>
          <ac:inkMkLst>
            <pc:docMk/>
            <pc:sldMk cId="943646317" sldId="321"/>
            <ac:inkMk id="63" creationId="{6A2E8C85-618D-6156-47E4-E14B64AB9E53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64" creationId="{F7C46F73-6EFF-D378-7317-B40B8ECF75E0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65" creationId="{D2259636-84BF-9741-3E79-15555CB81AE5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66" creationId="{911E8A6F-8F10-FDAC-6B8B-485900B98C6C}"/>
          </ac:inkMkLst>
        </pc:inkChg>
        <pc:inkChg chg="add">
          <ac:chgData name="MINATI RATH ." userId="c069ce78-7b3e-49df-863c-37cd5cba8d18" providerId="ADAL" clId="{88DB0432-0257-4B9C-AC44-4607F71EAFFD}" dt="2026-01-24T13:51:05.611" v="2440"/>
          <ac:inkMkLst>
            <pc:docMk/>
            <pc:sldMk cId="943646317" sldId="321"/>
            <ac:inkMk id="67" creationId="{6800A43E-5956-1EE5-AF19-BAEB4DA8FA3C}"/>
          </ac:inkMkLst>
        </pc:inkChg>
        <pc:inkChg chg="add">
          <ac:chgData name="MINATI RATH ." userId="c069ce78-7b3e-49df-863c-37cd5cba8d18" providerId="ADAL" clId="{88DB0432-0257-4B9C-AC44-4607F71EAFFD}" dt="2026-01-24T13:51:06.492" v="2441"/>
          <ac:inkMkLst>
            <pc:docMk/>
            <pc:sldMk cId="943646317" sldId="321"/>
            <ac:inkMk id="68" creationId="{9998688C-53B3-161D-27E7-23518491CA86}"/>
          </ac:inkMkLst>
        </pc:inkChg>
        <pc:inkChg chg="add">
          <ac:chgData name="MINATI RATH ." userId="c069ce78-7b3e-49df-863c-37cd5cba8d18" providerId="ADAL" clId="{88DB0432-0257-4B9C-AC44-4607F71EAFFD}" dt="2026-01-24T13:51:07.256" v="2442"/>
          <ac:inkMkLst>
            <pc:docMk/>
            <pc:sldMk cId="943646317" sldId="321"/>
            <ac:inkMk id="69" creationId="{E80948EE-1297-5332-2C45-DD8226F4181C}"/>
          </ac:inkMkLst>
        </pc:inkChg>
        <pc:inkChg chg="add">
          <ac:chgData name="MINATI RATH ." userId="c069ce78-7b3e-49df-863c-37cd5cba8d18" providerId="ADAL" clId="{88DB0432-0257-4B9C-AC44-4607F71EAFFD}" dt="2026-01-24T13:51:07.473" v="2443"/>
          <ac:inkMkLst>
            <pc:docMk/>
            <pc:sldMk cId="943646317" sldId="321"/>
            <ac:inkMk id="70" creationId="{2142B16A-8C5A-1818-A0B3-F27217EBD359}"/>
          </ac:inkMkLst>
        </pc:inkChg>
        <pc:inkChg chg="add">
          <ac:chgData name="MINATI RATH ." userId="c069ce78-7b3e-49df-863c-37cd5cba8d18" providerId="ADAL" clId="{88DB0432-0257-4B9C-AC44-4607F71EAFFD}" dt="2026-01-24T13:51:07.606" v="2444"/>
          <ac:inkMkLst>
            <pc:docMk/>
            <pc:sldMk cId="943646317" sldId="321"/>
            <ac:inkMk id="71" creationId="{2874094D-CC03-79AD-02A7-45D18C4CEF86}"/>
          </ac:inkMkLst>
        </pc:inkChg>
        <pc:inkChg chg="add del">
          <ac:chgData name="MINATI RATH ." userId="c069ce78-7b3e-49df-863c-37cd5cba8d18" providerId="ADAL" clId="{88DB0432-0257-4B9C-AC44-4607F71EAFFD}" dt="2026-01-24T13:51:09.067" v="2446"/>
          <ac:inkMkLst>
            <pc:docMk/>
            <pc:sldMk cId="943646317" sldId="321"/>
            <ac:inkMk id="72" creationId="{5D200375-2679-F218-57AD-52098DF4F6F2}"/>
          </ac:inkMkLst>
        </pc:inkChg>
        <pc:inkChg chg="add del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4" creationId="{B4F5CC1B-962A-F5EE-5187-130D71DF1CE1}"/>
          </ac:inkMkLst>
        </pc:inkChg>
        <pc:inkChg chg="add del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5" creationId="{69667946-157A-26F6-4735-2A8DFEE08CD7}"/>
          </ac:inkMkLst>
        </pc:inkChg>
        <pc:inkChg chg="add del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6" creationId="{12392D03-BB04-6316-32DE-17064ED678B0}"/>
          </ac:inkMkLst>
        </pc:inkChg>
        <pc:inkChg chg="add del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7" creationId="{4A3A0B2B-DAED-2D3F-1CB0-5E37CC6E77D6}"/>
          </ac:inkMkLst>
        </pc:inkChg>
        <pc:inkChg chg="add del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8" creationId="{899205EB-E790-2A7E-BAC9-64B07F8D95B6}"/>
          </ac:inkMkLst>
        </pc:inkChg>
        <pc:inkChg chg="add reco">
          <ac:chgData name="MINATI RATH ." userId="c069ce78-7b3e-49df-863c-37cd5cba8d18" providerId="ADAL" clId="{88DB0432-0257-4B9C-AC44-4607F71EAFFD}" dt="2026-01-24T13:51:12.206" v="2452"/>
          <ac:inkMkLst>
            <pc:docMk/>
            <pc:sldMk cId="943646317" sldId="321"/>
            <ac:inkMk id="79" creationId="{1A4115A2-B738-C158-0264-331AFE19C8CF}"/>
          </ac:inkMkLst>
        </pc:inkChg>
        <pc:inkChg chg="add del">
          <ac:chgData name="MINATI RATH ." userId="c069ce78-7b3e-49df-863c-37cd5cba8d18" providerId="ADAL" clId="{88DB0432-0257-4B9C-AC44-4607F71EAFFD}" dt="2026-01-24T13:51:15.936" v="2456"/>
          <ac:inkMkLst>
            <pc:docMk/>
            <pc:sldMk cId="943646317" sldId="321"/>
            <ac:inkMk id="80" creationId="{86139994-C1CD-D4EC-5D6F-FA80AC35ABBC}"/>
          </ac:inkMkLst>
        </pc:inkChg>
        <pc:inkChg chg="add del">
          <ac:chgData name="MINATI RATH ." userId="c069ce78-7b3e-49df-863c-37cd5cba8d18" providerId="ADAL" clId="{88DB0432-0257-4B9C-AC44-4607F71EAFFD}" dt="2026-01-24T13:51:15.936" v="2456"/>
          <ac:inkMkLst>
            <pc:docMk/>
            <pc:sldMk cId="943646317" sldId="321"/>
            <ac:inkMk id="81" creationId="{A6B22502-BC2A-CFCB-37C8-13811BA80CA2}"/>
          </ac:inkMkLst>
        </pc:inkChg>
        <pc:inkChg chg="add del">
          <ac:chgData name="MINATI RATH ." userId="c069ce78-7b3e-49df-863c-37cd5cba8d18" providerId="ADAL" clId="{88DB0432-0257-4B9C-AC44-4607F71EAFFD}" dt="2026-01-24T13:51:15.936" v="2456"/>
          <ac:inkMkLst>
            <pc:docMk/>
            <pc:sldMk cId="943646317" sldId="321"/>
            <ac:inkMk id="82" creationId="{CB8820A6-A9C7-00DB-2DB1-9B6D996A49E7}"/>
          </ac:inkMkLst>
        </pc:inkChg>
        <pc:inkChg chg="add reco">
          <ac:chgData name="MINATI RATH ." userId="c069ce78-7b3e-49df-863c-37cd5cba8d18" providerId="ADAL" clId="{88DB0432-0257-4B9C-AC44-4607F71EAFFD}" dt="2026-01-24T13:51:15.936" v="2456"/>
          <ac:inkMkLst>
            <pc:docMk/>
            <pc:sldMk cId="943646317" sldId="321"/>
            <ac:inkMk id="83" creationId="{FB5DC4E3-D74D-2A83-E665-50A0FFD9BFF0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84" creationId="{D6355962-9961-28F3-309F-017221C2A1B4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85" creationId="{E80D92A3-5178-AB0E-860B-6BCBF26B5682}"/>
          </ac:inkMkLst>
        </pc:inkChg>
        <pc:inkChg chg="add del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86" creationId="{F317D49E-8C44-29CF-E73C-001BF870A9B8}"/>
          </ac:inkMkLst>
        </pc:inkChg>
        <pc:inkChg chg="add reco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87" creationId="{AB1A58AC-1626-135D-AA99-C0A12AAA6134}"/>
          </ac:inkMkLst>
        </pc:inkChg>
        <pc:inkChg chg="add reco">
          <ac:chgData name="MINATI RATH ." userId="c069ce78-7b3e-49df-863c-37cd5cba8d18" providerId="ADAL" clId="{88DB0432-0257-4B9C-AC44-4607F71EAFFD}" dt="2026-01-24T13:51:30.175" v="2460"/>
          <ac:inkMkLst>
            <pc:docMk/>
            <pc:sldMk cId="943646317" sldId="321"/>
            <ac:inkMk id="88" creationId="{C0C5BEAD-9A56-705C-A678-1DA88B174B69}"/>
          </ac:inkMkLst>
        </pc:inkChg>
        <pc:inkChg chg="add">
          <ac:chgData name="MINATI RATH ." userId="c069ce78-7b3e-49df-863c-37cd5cba8d18" providerId="ADAL" clId="{88DB0432-0257-4B9C-AC44-4607F71EAFFD}" dt="2026-01-24T13:51:30.742" v="2461"/>
          <ac:inkMkLst>
            <pc:docMk/>
            <pc:sldMk cId="943646317" sldId="321"/>
            <ac:inkMk id="89" creationId="{55ECF063-DE7B-0387-16A7-5D8D38279848}"/>
          </ac:inkMkLst>
        </pc:inkChg>
        <pc:inkChg chg="add">
          <ac:chgData name="MINATI RATH ." userId="c069ce78-7b3e-49df-863c-37cd5cba8d18" providerId="ADAL" clId="{88DB0432-0257-4B9C-AC44-4607F71EAFFD}" dt="2026-01-24T13:51:31.077" v="2462"/>
          <ac:inkMkLst>
            <pc:docMk/>
            <pc:sldMk cId="943646317" sldId="321"/>
            <ac:inkMk id="90" creationId="{DFE6489F-EFB4-FDF5-28B3-6676A7557C79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91" creationId="{5DD85A06-1ED2-1585-C9F9-A14169B4918B}"/>
          </ac:inkMkLst>
        </pc:inkChg>
        <pc:inkChg chg="add">
          <ac:chgData name="MINATI RATH ." userId="c069ce78-7b3e-49df-863c-37cd5cba8d18" providerId="ADAL" clId="{88DB0432-0257-4B9C-AC44-4607F71EAFFD}" dt="2026-01-24T13:51:31.964" v="2464"/>
          <ac:inkMkLst>
            <pc:docMk/>
            <pc:sldMk cId="943646317" sldId="321"/>
            <ac:inkMk id="92" creationId="{8688F564-E994-4415-EB2B-D24B8AFBDF6D}"/>
          </ac:inkMkLst>
        </pc:inkChg>
        <pc:inkChg chg="add">
          <ac:chgData name="MINATI RATH ." userId="c069ce78-7b3e-49df-863c-37cd5cba8d18" providerId="ADAL" clId="{88DB0432-0257-4B9C-AC44-4607F71EAFFD}" dt="2026-01-24T13:51:32.779" v="2465"/>
          <ac:inkMkLst>
            <pc:docMk/>
            <pc:sldMk cId="943646317" sldId="321"/>
            <ac:inkMk id="93" creationId="{D72D9F2E-C4CC-FF50-33EA-686B940AE679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94" creationId="{20AC8647-A84E-6087-6D67-885EB06E9D00}"/>
          </ac:inkMkLst>
        </pc:inkChg>
        <pc:inkChg chg="add">
          <ac:chgData name="MINATI RATH ." userId="c069ce78-7b3e-49df-863c-37cd5cba8d18" providerId="ADAL" clId="{88DB0432-0257-4B9C-AC44-4607F71EAFFD}" dt="2026-01-24T13:51:33.593" v="2467"/>
          <ac:inkMkLst>
            <pc:docMk/>
            <pc:sldMk cId="943646317" sldId="321"/>
            <ac:inkMk id="95" creationId="{FB640BBD-715F-9713-57CD-ADB3103B67F6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96" creationId="{710C35B5-D7F5-AB54-C85D-57E8DCE9B570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97" creationId="{C1988D7C-32BA-E4DD-E504-3C6FEA778C34}"/>
          </ac:inkMkLst>
        </pc:inkChg>
        <pc:inkChg chg="add">
          <ac:chgData name="MINATI RATH ." userId="c069ce78-7b3e-49df-863c-37cd5cba8d18" providerId="ADAL" clId="{88DB0432-0257-4B9C-AC44-4607F71EAFFD}" dt="2026-01-24T13:51:35.813" v="2470"/>
          <ac:inkMkLst>
            <pc:docMk/>
            <pc:sldMk cId="943646317" sldId="321"/>
            <ac:inkMk id="98" creationId="{CE356EFF-0533-12FD-6152-5D371F503F03}"/>
          </ac:inkMkLst>
        </pc:inkChg>
        <pc:inkChg chg="add">
          <ac:chgData name="MINATI RATH ." userId="c069ce78-7b3e-49df-863c-37cd5cba8d18" providerId="ADAL" clId="{88DB0432-0257-4B9C-AC44-4607F71EAFFD}" dt="2026-01-24T13:51:36.310" v="2471"/>
          <ac:inkMkLst>
            <pc:docMk/>
            <pc:sldMk cId="943646317" sldId="321"/>
            <ac:inkMk id="99" creationId="{CBC1D73C-9155-5578-E84D-5ED235E3AB37}"/>
          </ac:inkMkLst>
        </pc:inkChg>
        <pc:inkChg chg="add">
          <ac:chgData name="MINATI RATH ." userId="c069ce78-7b3e-49df-863c-37cd5cba8d18" providerId="ADAL" clId="{88DB0432-0257-4B9C-AC44-4607F71EAFFD}" dt="2026-01-24T13:51:37.770" v="2472"/>
          <ac:inkMkLst>
            <pc:docMk/>
            <pc:sldMk cId="943646317" sldId="321"/>
            <ac:inkMk id="100" creationId="{6AA6BB1F-4B6E-C0E9-03CC-6F632CA22F62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01" creationId="{4EC7CABD-4C53-6C83-841F-C17ED52FFDBC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02" creationId="{D413C530-4777-3036-DDAC-64D030E82DA6}"/>
          </ac:inkMkLst>
        </pc:inkChg>
        <pc:inkChg chg="add">
          <ac:chgData name="MINATI RATH ." userId="c069ce78-7b3e-49df-863c-37cd5cba8d18" providerId="ADAL" clId="{88DB0432-0257-4B9C-AC44-4607F71EAFFD}" dt="2026-01-24T13:51:38.525" v="2475"/>
          <ac:inkMkLst>
            <pc:docMk/>
            <pc:sldMk cId="943646317" sldId="321"/>
            <ac:inkMk id="103" creationId="{98A53800-6A76-8ADB-21C2-4DABA8DFF5F8}"/>
          </ac:inkMkLst>
        </pc:inkChg>
        <pc:inkChg chg="add">
          <ac:chgData name="MINATI RATH ." userId="c069ce78-7b3e-49df-863c-37cd5cba8d18" providerId="ADAL" clId="{88DB0432-0257-4B9C-AC44-4607F71EAFFD}" dt="2026-01-24T13:51:38.827" v="2476"/>
          <ac:inkMkLst>
            <pc:docMk/>
            <pc:sldMk cId="943646317" sldId="321"/>
            <ac:inkMk id="104" creationId="{012EA6E7-BECE-FA28-1099-2D4A24FAB61A}"/>
          </ac:inkMkLst>
        </pc:inkChg>
        <pc:inkChg chg="add">
          <ac:chgData name="MINATI RATH ." userId="c069ce78-7b3e-49df-863c-37cd5cba8d18" providerId="ADAL" clId="{88DB0432-0257-4B9C-AC44-4607F71EAFFD}" dt="2026-01-24T13:51:39.430" v="2477"/>
          <ac:inkMkLst>
            <pc:docMk/>
            <pc:sldMk cId="943646317" sldId="321"/>
            <ac:inkMk id="105" creationId="{8BBE5B24-5B3D-98EE-BB6F-A8EF93E52E8C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06" creationId="{B34CB4B0-64E3-96BA-6C69-BA3F4DA5AB35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07" creationId="{0BD56167-B48A-B4DD-FE2A-1287CF3EA642}"/>
          </ac:inkMkLst>
        </pc:inkChg>
        <pc:inkChg chg="add">
          <ac:chgData name="MINATI RATH ." userId="c069ce78-7b3e-49df-863c-37cd5cba8d18" providerId="ADAL" clId="{88DB0432-0257-4B9C-AC44-4607F71EAFFD}" dt="2026-01-24T13:51:41.063" v="2480"/>
          <ac:inkMkLst>
            <pc:docMk/>
            <pc:sldMk cId="943646317" sldId="321"/>
            <ac:inkMk id="108" creationId="{91DFF874-4F99-B2C1-2593-A366EBA61611}"/>
          </ac:inkMkLst>
        </pc:inkChg>
        <pc:inkChg chg="add">
          <ac:chgData name="MINATI RATH ." userId="c069ce78-7b3e-49df-863c-37cd5cba8d18" providerId="ADAL" clId="{88DB0432-0257-4B9C-AC44-4607F71EAFFD}" dt="2026-01-24T13:51:41.287" v="2481"/>
          <ac:inkMkLst>
            <pc:docMk/>
            <pc:sldMk cId="943646317" sldId="321"/>
            <ac:inkMk id="109" creationId="{A6FE2DF9-5F70-F5DA-5CEB-E1D4D9A32F6A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10" creationId="{64409331-1981-8E74-5331-F2E447726055}"/>
          </ac:inkMkLst>
        </pc:inkChg>
        <pc:inkChg chg="add del">
          <ac:chgData name="MINATI RATH ." userId="c069ce78-7b3e-49df-863c-37cd5cba8d18" providerId="ADAL" clId="{88DB0432-0257-4B9C-AC44-4607F71EAFFD}" dt="2026-01-24T13:51:43.030" v="2484"/>
          <ac:inkMkLst>
            <pc:docMk/>
            <pc:sldMk cId="943646317" sldId="321"/>
            <ac:inkMk id="111" creationId="{2B3CAA11-9A99-504D-05E4-EA7F62009627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4" creationId="{338C0F92-36BB-68E9-6D75-1F304DC41D7F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5" creationId="{97C313BA-CDCC-9C71-651A-ADB3FB1345DA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6" creationId="{A468496F-1942-5A7B-6AB5-11AAA48A23B2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7" creationId="{8EBC124F-1802-836D-65A9-2B4A2DC8E91C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8" creationId="{1D9CCD42-B806-EF12-D9F4-810B2CB2A8A2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19" creationId="{DA1DBF7E-ABB8-4AF1-E687-AFED1F2F1321}"/>
          </ac:inkMkLst>
        </pc:inkChg>
        <pc:inkChg chg="add del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20" creationId="{DF385B9F-EBCF-0B8F-9924-76D78DC309BB}"/>
          </ac:inkMkLst>
        </pc:inkChg>
        <pc:inkChg chg="add reco">
          <ac:chgData name="MINATI RATH ." userId="c069ce78-7b3e-49df-863c-37cd5cba8d18" providerId="ADAL" clId="{88DB0432-0257-4B9C-AC44-4607F71EAFFD}" dt="2026-01-24T13:51:45.987" v="2492"/>
          <ac:inkMkLst>
            <pc:docMk/>
            <pc:sldMk cId="943646317" sldId="321"/>
            <ac:inkMk id="121" creationId="{0B8102FE-8FEB-6353-DA33-2B03683FED0F}"/>
          </ac:inkMkLst>
        </pc:inkChg>
        <pc:inkChg chg="add del">
          <ac:chgData name="MINATI RATH ." userId="c069ce78-7b3e-49df-863c-37cd5cba8d18" providerId="ADAL" clId="{88DB0432-0257-4B9C-AC44-4607F71EAFFD}" dt="2026-01-24T13:51:53.464" v="2495"/>
          <ac:inkMkLst>
            <pc:docMk/>
            <pc:sldMk cId="943646317" sldId="321"/>
            <ac:inkMk id="122" creationId="{39906EBB-4015-0DB3-5107-E9D7979CE720}"/>
          </ac:inkMkLst>
        </pc:inkChg>
        <pc:inkChg chg="add del">
          <ac:chgData name="MINATI RATH ." userId="c069ce78-7b3e-49df-863c-37cd5cba8d18" providerId="ADAL" clId="{88DB0432-0257-4B9C-AC44-4607F71EAFFD}" dt="2026-01-24T13:51:53.464" v="2495"/>
          <ac:inkMkLst>
            <pc:docMk/>
            <pc:sldMk cId="943646317" sldId="321"/>
            <ac:inkMk id="123" creationId="{5B774A3E-9B73-4936-F4AC-B39E3C5BAA04}"/>
          </ac:inkMkLst>
        </pc:inkChg>
        <pc:inkChg chg="add reco">
          <ac:chgData name="MINATI RATH ." userId="c069ce78-7b3e-49df-863c-37cd5cba8d18" providerId="ADAL" clId="{88DB0432-0257-4B9C-AC44-4607F71EAFFD}" dt="2026-01-24T13:51:53.464" v="2495"/>
          <ac:inkMkLst>
            <pc:docMk/>
            <pc:sldMk cId="943646317" sldId="321"/>
            <ac:inkMk id="124" creationId="{819335BB-DA24-560F-6581-4FC56FA05967}"/>
          </ac:inkMkLst>
        </pc:inkChg>
        <pc:inkChg chg="add del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125" creationId="{975DB2C1-9419-78FA-99C7-5A1E22CFF68D}"/>
          </ac:inkMkLst>
        </pc:inkChg>
        <pc:inkChg chg="add reco">
          <ac:chgData name="MINATI RATH ." userId="c069ce78-7b3e-49df-863c-37cd5cba8d18" providerId="ADAL" clId="{88DB0432-0257-4B9C-AC44-4607F71EAFFD}" dt="2026-01-24T13:51:58.687" v="2497"/>
          <ac:inkMkLst>
            <pc:docMk/>
            <pc:sldMk cId="943646317" sldId="321"/>
            <ac:inkMk id="126" creationId="{5768B168-6518-4BA2-B9FA-3449B94E9052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27" creationId="{34633EA7-4B23-6F23-6CE5-47C257F0EC81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28" creationId="{98819184-CA59-2D0C-09FD-F068D14B2658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29" creationId="{58C1A124-A652-B88C-8729-83103CD27CFC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0" creationId="{BD09E405-F6CA-8B1F-3783-CA6DD7B757F3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1" creationId="{95B455CB-47A3-57DB-14AC-6A36F372E13B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2" creationId="{DEF942E2-D76A-0FB9-6CB3-44573F5D805D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3" creationId="{FF5EAC2F-5ABD-2EBC-1D42-9DFE9BD236EE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4" creationId="{30AF1D36-94A2-8DF8-5633-69A4B7822963}"/>
          </ac:inkMkLst>
        </pc:inkChg>
        <pc:inkChg chg="add del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5" creationId="{8B9337BE-4528-E9D6-5F2B-9357054661BD}"/>
          </ac:inkMkLst>
        </pc:inkChg>
        <pc:inkChg chg="add">
          <ac:chgData name="MINATI RATH ." userId="c069ce78-7b3e-49df-863c-37cd5cba8d18" providerId="ADAL" clId="{88DB0432-0257-4B9C-AC44-4607F71EAFFD}" dt="2026-01-24T13:52:10.227" v="2507"/>
          <ac:inkMkLst>
            <pc:docMk/>
            <pc:sldMk cId="943646317" sldId="321"/>
            <ac:inkMk id="136" creationId="{BB5ED2B3-F93D-C36A-F8EB-4FD19513956B}"/>
          </ac:inkMkLst>
        </pc:inkChg>
        <pc:inkChg chg="add reco">
          <ac:chgData name="MINATI RATH ." userId="c069ce78-7b3e-49df-863c-37cd5cba8d18" providerId="ADAL" clId="{88DB0432-0257-4B9C-AC44-4607F71EAFFD}" dt="2026-01-24T13:52:11.049" v="2508"/>
          <ac:inkMkLst>
            <pc:docMk/>
            <pc:sldMk cId="943646317" sldId="321"/>
            <ac:inkMk id="137" creationId="{29EB3C21-9DDE-1A0E-2B59-5F6DCBDB6707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38" creationId="{EB88AF22-473D-C366-76C0-EC384BB8CA8E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39" creationId="{EF54C41B-4961-045B-C7D8-FDB55F68EDFA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40" creationId="{ADA888DC-1448-B12C-DBA1-5D66A7B93E34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41" creationId="{C327EC08-D9DA-109B-C9F4-1CC7C09EA602}"/>
          </ac:inkMkLst>
        </pc:inkChg>
        <pc:inkChg chg="add">
          <ac:chgData name="MINATI RATH ." userId="c069ce78-7b3e-49df-863c-37cd5cba8d18" providerId="ADAL" clId="{88DB0432-0257-4B9C-AC44-4607F71EAFFD}" dt="2026-01-24T13:52:14.984" v="2513"/>
          <ac:inkMkLst>
            <pc:docMk/>
            <pc:sldMk cId="943646317" sldId="321"/>
            <ac:inkMk id="142" creationId="{7D4FDBF2-97CF-F5B1-BEAC-6BFA9A061A36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43" creationId="{DB22C971-498E-C0F8-0471-516435F74B5A}"/>
          </ac:inkMkLst>
        </pc:inkChg>
        <pc:inkChg chg="add">
          <ac:chgData name="MINATI RATH ." userId="c069ce78-7b3e-49df-863c-37cd5cba8d18" providerId="ADAL" clId="{88DB0432-0257-4B9C-AC44-4607F71EAFFD}" dt="2026-01-24T13:52:16.068" v="2515"/>
          <ac:inkMkLst>
            <pc:docMk/>
            <pc:sldMk cId="943646317" sldId="321"/>
            <ac:inkMk id="144" creationId="{C3FE155F-F0D3-A523-1292-0EE763D6BD87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45" creationId="{66D0E8FB-601C-6053-728B-50ABDFECC30D}"/>
          </ac:inkMkLst>
        </pc:inkChg>
        <pc:inkChg chg="add">
          <ac:chgData name="MINATI RATH ." userId="c069ce78-7b3e-49df-863c-37cd5cba8d18" providerId="ADAL" clId="{88DB0432-0257-4B9C-AC44-4607F71EAFFD}" dt="2026-01-24T13:52:17.334" v="2517"/>
          <ac:inkMkLst>
            <pc:docMk/>
            <pc:sldMk cId="943646317" sldId="321"/>
            <ac:inkMk id="146" creationId="{B9EEA8FA-1770-1B09-9206-EF6F77D85F96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47" creationId="{6D61342F-0EA9-425A-9BBA-5FFE79916336}"/>
          </ac:inkMkLst>
        </pc:inkChg>
        <pc:inkChg chg="add">
          <ac:chgData name="MINATI RATH ." userId="c069ce78-7b3e-49df-863c-37cd5cba8d18" providerId="ADAL" clId="{88DB0432-0257-4B9C-AC44-4607F71EAFFD}" dt="2026-01-24T13:52:17.750" v="2519"/>
          <ac:inkMkLst>
            <pc:docMk/>
            <pc:sldMk cId="943646317" sldId="321"/>
            <ac:inkMk id="148" creationId="{1F7213CB-3A7D-5B58-B797-7A241261F520}"/>
          </ac:inkMkLst>
        </pc:inkChg>
        <pc:inkChg chg="add">
          <ac:chgData name="MINATI RATH ." userId="c069ce78-7b3e-49df-863c-37cd5cba8d18" providerId="ADAL" clId="{88DB0432-0257-4B9C-AC44-4607F71EAFFD}" dt="2026-01-24T13:52:18.334" v="2520"/>
          <ac:inkMkLst>
            <pc:docMk/>
            <pc:sldMk cId="943646317" sldId="321"/>
            <ac:inkMk id="149" creationId="{C70A7EBF-6806-76A8-4377-8FC7ACB5C735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50" creationId="{21949E7C-688A-704A-F2DC-97617F7094C4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51" creationId="{C03BC68A-1D91-AB34-CF53-EBD9D400D1E1}"/>
          </ac:inkMkLst>
        </pc:inkChg>
        <pc:inkChg chg="add del">
          <ac:chgData name="MINATI RATH ." userId="c069ce78-7b3e-49df-863c-37cd5cba8d18" providerId="ADAL" clId="{88DB0432-0257-4B9C-AC44-4607F71EAFFD}" dt="2026-01-24T13:52:22.255" v="2524"/>
          <ac:inkMkLst>
            <pc:docMk/>
            <pc:sldMk cId="943646317" sldId="321"/>
            <ac:inkMk id="152" creationId="{25539360-5116-E27F-D854-A2C817C11387}"/>
          </ac:inkMkLst>
        </pc:inkChg>
        <pc:inkChg chg="add del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54" creationId="{AC28EB97-5F5B-331B-7024-780C416DAED8}"/>
          </ac:inkMkLst>
        </pc:inkChg>
        <pc:inkChg chg="add del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55" creationId="{2542C449-F451-3FE7-D592-154E75B9AE46}"/>
          </ac:inkMkLst>
        </pc:inkChg>
        <pc:inkChg chg="add del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56" creationId="{FA7676DF-7A0A-26B1-D21B-59F7F4F152C6}"/>
          </ac:inkMkLst>
        </pc:inkChg>
        <pc:inkChg chg="add del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57" creationId="{6556780E-4C86-D772-A261-51115823DBFD}"/>
          </ac:inkMkLst>
        </pc:inkChg>
        <pc:inkChg chg="add del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58" creationId="{C046DACE-22A3-F722-63B1-8958A9C7387B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59" creationId="{D36EFE27-F218-9A8D-0439-D4759DDF7D58}"/>
          </ac:inkMkLst>
        </pc:inkChg>
        <pc:inkChg chg="add reco">
          <ac:chgData name="MINATI RATH ." userId="c069ce78-7b3e-49df-863c-37cd5cba8d18" providerId="ADAL" clId="{88DB0432-0257-4B9C-AC44-4607F71EAFFD}" dt="2026-01-24T13:52:29.183" v="2531"/>
          <ac:inkMkLst>
            <pc:docMk/>
            <pc:sldMk cId="943646317" sldId="321"/>
            <ac:inkMk id="160" creationId="{75283457-7FE7-3583-AFE9-D60A4161FBA9}"/>
          </ac:inkMkLst>
        </pc:inkChg>
        <pc:inkChg chg="add">
          <ac:chgData name="MINATI RATH ." userId="c069ce78-7b3e-49df-863c-37cd5cba8d18" providerId="ADAL" clId="{88DB0432-0257-4B9C-AC44-4607F71EAFFD}" dt="2026-01-24T13:52:29.483" v="2532"/>
          <ac:inkMkLst>
            <pc:docMk/>
            <pc:sldMk cId="943646317" sldId="321"/>
            <ac:inkMk id="161" creationId="{6303DF59-9D46-C067-0381-D535038F51F9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2" creationId="{E247B3AD-C93E-2CA4-13C0-8CD0B69E8FDA}"/>
          </ac:inkMkLst>
        </pc:inkChg>
        <pc:inkChg chg="add">
          <ac:chgData name="MINATI RATH ." userId="c069ce78-7b3e-49df-863c-37cd5cba8d18" providerId="ADAL" clId="{88DB0432-0257-4B9C-AC44-4607F71EAFFD}" dt="2026-01-24T13:52:30.433" v="2534"/>
          <ac:inkMkLst>
            <pc:docMk/>
            <pc:sldMk cId="943646317" sldId="321"/>
            <ac:inkMk id="163" creationId="{91062A31-E5CC-D2E3-8CF0-546B03BEF639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4" creationId="{1966820B-17E9-7A8A-1936-49813135107C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5" creationId="{B2873AC7-5F64-87EE-82D9-F4CF0905D984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6" creationId="{354024AB-9A41-298B-D752-28BAFCC6E967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7" creationId="{0CE66BA4-66AB-E717-3859-17A306B1C131}"/>
          </ac:inkMkLst>
        </pc:inkChg>
        <pc:inkChg chg="add">
          <ac:chgData name="MINATI RATH ." userId="c069ce78-7b3e-49df-863c-37cd5cba8d18" providerId="ADAL" clId="{88DB0432-0257-4B9C-AC44-4607F71EAFFD}" dt="2026-01-24T13:52:32.787" v="2539"/>
          <ac:inkMkLst>
            <pc:docMk/>
            <pc:sldMk cId="943646317" sldId="321"/>
            <ac:inkMk id="168" creationId="{C7FFF904-E864-76A6-4312-B59666C9643C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69" creationId="{4B498435-B9B0-A85B-FF01-1238CBA3842A}"/>
          </ac:inkMkLst>
        </pc:inkChg>
        <pc:inkChg chg="add del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70" creationId="{B0C06C39-D684-1213-5058-A869326359AF}"/>
          </ac:inkMkLst>
        </pc:inkChg>
        <pc:inkChg chg="add reco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71" creationId="{2D173299-CEDE-0FA6-98D1-C3884F1F20F8}"/>
          </ac:inkMkLst>
        </pc:inkChg>
        <pc:inkChg chg="add reco">
          <ac:chgData name="MINATI RATH ." userId="c069ce78-7b3e-49df-863c-37cd5cba8d18" providerId="ADAL" clId="{88DB0432-0257-4B9C-AC44-4607F71EAFFD}" dt="2026-01-24T13:52:34.784" v="2542"/>
          <ac:inkMkLst>
            <pc:docMk/>
            <pc:sldMk cId="943646317" sldId="321"/>
            <ac:inkMk id="172" creationId="{6156570E-FCB8-F203-6B31-5C5261A0BACB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3" creationId="{B532500B-8944-1468-6FEC-C8B51D627B56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4" creationId="{2D29F9DE-17BD-4D81-8322-49AC8DE67EEE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5" creationId="{F1F1D470-C96E-2B57-A2C0-EE271487EDC2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6" creationId="{8B80F5D0-9653-DE51-4B99-89F1E24E6C28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7" creationId="{F7DD071D-7BD0-0ED0-AD23-EA5C4E0DCAF0}"/>
          </ac:inkMkLst>
        </pc:inkChg>
        <pc:inkChg chg="add del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8" creationId="{060D36A0-C823-BA85-671F-89556CCF80D7}"/>
          </ac:inkMkLst>
        </pc:inkChg>
        <pc:inkChg chg="add reco">
          <ac:chgData name="MINATI RATH ." userId="c069ce78-7b3e-49df-863c-37cd5cba8d18" providerId="ADAL" clId="{88DB0432-0257-4B9C-AC44-4607F71EAFFD}" dt="2026-01-24T13:52:44.902" v="2549"/>
          <ac:inkMkLst>
            <pc:docMk/>
            <pc:sldMk cId="943646317" sldId="321"/>
            <ac:inkMk id="179" creationId="{750EA351-2A07-3D1B-1C94-5582D71C410D}"/>
          </ac:inkMkLst>
        </pc:inkChg>
        <pc:inkChg chg="add del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0" creationId="{EB982205-1933-66F8-A81C-C9029F5224EA}"/>
          </ac:inkMkLst>
        </pc:inkChg>
        <pc:inkChg chg="add del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1" creationId="{6D3370CC-F4A2-6F7D-3D30-CB938457811D}"/>
          </ac:inkMkLst>
        </pc:inkChg>
        <pc:inkChg chg="add del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2" creationId="{6FF60ECD-696D-6DB1-3427-E5285DD13BEA}"/>
          </ac:inkMkLst>
        </pc:inkChg>
        <pc:inkChg chg="add del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3" creationId="{6306D29B-06E0-EDA0-D678-71E74B539F02}"/>
          </ac:inkMkLst>
        </pc:inkChg>
        <pc:inkChg chg="add del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4" creationId="{12089F3D-9723-F926-5BC7-D574B37AD1FE}"/>
          </ac:inkMkLst>
        </pc:inkChg>
        <pc:inkChg chg="add reco">
          <ac:chgData name="MINATI RATH ." userId="c069ce78-7b3e-49df-863c-37cd5cba8d18" providerId="ADAL" clId="{88DB0432-0257-4B9C-AC44-4607F71EAFFD}" dt="2026-01-24T13:53:11.228" v="2555"/>
          <ac:inkMkLst>
            <pc:docMk/>
            <pc:sldMk cId="943646317" sldId="321"/>
            <ac:inkMk id="185" creationId="{C21EF7E4-232A-7028-14F5-1EB0A770EBAC}"/>
          </ac:inkMkLst>
        </pc:inkChg>
        <pc:inkChg chg="add del">
          <ac:chgData name="MINATI RATH ." userId="c069ce78-7b3e-49df-863c-37cd5cba8d18" providerId="ADAL" clId="{88DB0432-0257-4B9C-AC44-4607F71EAFFD}" dt="2026-01-24T13:53:12.574" v="2558"/>
          <ac:inkMkLst>
            <pc:docMk/>
            <pc:sldMk cId="943646317" sldId="321"/>
            <ac:inkMk id="186" creationId="{BF412777-F6F2-9825-F7C9-3231FD207643}"/>
          </ac:inkMkLst>
        </pc:inkChg>
        <pc:inkChg chg="add del">
          <ac:chgData name="MINATI RATH ." userId="c069ce78-7b3e-49df-863c-37cd5cba8d18" providerId="ADAL" clId="{88DB0432-0257-4B9C-AC44-4607F71EAFFD}" dt="2026-01-24T13:53:12.574" v="2558"/>
          <ac:inkMkLst>
            <pc:docMk/>
            <pc:sldMk cId="943646317" sldId="321"/>
            <ac:inkMk id="187" creationId="{8218BB37-AAF4-3081-A6E8-EE69FD2DF8DA}"/>
          </ac:inkMkLst>
        </pc:inkChg>
        <pc:inkChg chg="add reco">
          <ac:chgData name="MINATI RATH ." userId="c069ce78-7b3e-49df-863c-37cd5cba8d18" providerId="ADAL" clId="{88DB0432-0257-4B9C-AC44-4607F71EAFFD}" dt="2026-01-24T13:53:12.574" v="2558"/>
          <ac:inkMkLst>
            <pc:docMk/>
            <pc:sldMk cId="943646317" sldId="321"/>
            <ac:inkMk id="188" creationId="{B80FFFBE-12D9-937C-A000-E01E6D807058}"/>
          </ac:inkMkLst>
        </pc:inkChg>
        <pc:inkChg chg="add">
          <ac:chgData name="MINATI RATH ." userId="c069ce78-7b3e-49df-863c-37cd5cba8d18" providerId="ADAL" clId="{88DB0432-0257-4B9C-AC44-4607F71EAFFD}" dt="2026-01-24T13:53:18.012" v="2559"/>
          <ac:inkMkLst>
            <pc:docMk/>
            <pc:sldMk cId="943646317" sldId="321"/>
            <ac:inkMk id="189" creationId="{B2A72AA1-80F4-FA31-55DC-84CE613C5E6A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0" creationId="{25B2E9E3-AAB6-0427-14C2-D0669E1FE832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1" creationId="{210B69BE-3DA6-6006-7407-A8659BF480EE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2" creationId="{1B12BB78-9FAD-E25D-50FB-F10DDBDDE63D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3" creationId="{8D4F1B69-DE4F-4D3A-D6B3-37A2C99D4B02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4" creationId="{284ABA2C-0AD2-CBA7-2A83-69DC3DD7FD0A}"/>
          </ac:inkMkLst>
        </pc:inkChg>
        <pc:inkChg chg="add del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5" creationId="{6D4BFCB7-3769-29C8-2A0D-0D128442F761}"/>
          </ac:inkMkLst>
        </pc:inkChg>
        <pc:inkChg chg="add reco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6" creationId="{58EA1FEC-638E-EA4A-8363-AEE679195C0E}"/>
          </ac:inkMkLst>
        </pc:inkChg>
        <pc:inkChg chg="add reco">
          <ac:chgData name="MINATI RATH ." userId="c069ce78-7b3e-49df-863c-37cd5cba8d18" providerId="ADAL" clId="{88DB0432-0257-4B9C-AC44-4607F71EAFFD}" dt="2026-01-24T13:53:25.318" v="2566"/>
          <ac:inkMkLst>
            <pc:docMk/>
            <pc:sldMk cId="943646317" sldId="321"/>
            <ac:inkMk id="197" creationId="{2A47A60A-A51E-FCE8-403F-CCA2261BDCE4}"/>
          </ac:inkMkLst>
        </pc:inkChg>
        <pc:inkChg chg="add">
          <ac:chgData name="MINATI RATH ." userId="c069ce78-7b3e-49df-863c-37cd5cba8d18" providerId="ADAL" clId="{88DB0432-0257-4B9C-AC44-4607F71EAFFD}" dt="2026-01-24T13:53:26.648" v="2567"/>
          <ac:inkMkLst>
            <pc:docMk/>
            <pc:sldMk cId="943646317" sldId="321"/>
            <ac:inkMk id="198" creationId="{F98CED71-6C76-5698-5401-37263B0E2F74}"/>
          </ac:inkMkLst>
        </pc:inkChg>
        <pc:inkChg chg="add del">
          <ac:chgData name="MINATI RATH ." userId="c069ce78-7b3e-49df-863c-37cd5cba8d18" providerId="ADAL" clId="{88DB0432-0257-4B9C-AC44-4607F71EAFFD}" dt="2026-01-24T13:53:35.172" v="2570"/>
          <ac:inkMkLst>
            <pc:docMk/>
            <pc:sldMk cId="943646317" sldId="321"/>
            <ac:inkMk id="199" creationId="{4845B5C6-EDA1-6052-2EEE-9F2C0EF20EFE}"/>
          </ac:inkMkLst>
        </pc:inkChg>
        <pc:inkChg chg="add del">
          <ac:chgData name="MINATI RATH ." userId="c069ce78-7b3e-49df-863c-37cd5cba8d18" providerId="ADAL" clId="{88DB0432-0257-4B9C-AC44-4607F71EAFFD}" dt="2026-01-24T13:53:35.172" v="2570"/>
          <ac:inkMkLst>
            <pc:docMk/>
            <pc:sldMk cId="943646317" sldId="321"/>
            <ac:inkMk id="200" creationId="{A833D4D1-7EC2-D336-B9CF-CEACDA403EA9}"/>
          </ac:inkMkLst>
        </pc:inkChg>
        <pc:inkChg chg="add reco">
          <ac:chgData name="MINATI RATH ." userId="c069ce78-7b3e-49df-863c-37cd5cba8d18" providerId="ADAL" clId="{88DB0432-0257-4B9C-AC44-4607F71EAFFD}" dt="2026-01-24T13:53:35.172" v="2570"/>
          <ac:inkMkLst>
            <pc:docMk/>
            <pc:sldMk cId="943646317" sldId="321"/>
            <ac:inkMk id="201" creationId="{DDA2C9BA-A7CD-2313-B36F-944E917E6C4D}"/>
          </ac:inkMkLst>
        </pc:inkChg>
        <pc:inkChg chg="add">
          <ac:chgData name="MINATI RATH ." userId="c069ce78-7b3e-49df-863c-37cd5cba8d18" providerId="ADAL" clId="{88DB0432-0257-4B9C-AC44-4607F71EAFFD}" dt="2026-01-24T13:53:36" v="2571"/>
          <ac:inkMkLst>
            <pc:docMk/>
            <pc:sldMk cId="943646317" sldId="321"/>
            <ac:inkMk id="202" creationId="{1670B534-335E-04FE-E9BF-2365268F6F2E}"/>
          </ac:inkMkLst>
        </pc:inkChg>
        <pc:inkChg chg="add">
          <ac:chgData name="MINATI RATH ." userId="c069ce78-7b3e-49df-863c-37cd5cba8d18" providerId="ADAL" clId="{88DB0432-0257-4B9C-AC44-4607F71EAFFD}" dt="2026-01-24T13:53:42.651" v="2572"/>
          <ac:inkMkLst>
            <pc:docMk/>
            <pc:sldMk cId="943646317" sldId="321"/>
            <ac:inkMk id="203" creationId="{85A8F565-357C-BE12-5EDC-A27991461A37}"/>
          </ac:inkMkLst>
        </pc:inkChg>
        <pc:inkChg chg="add del">
          <ac:chgData name="MINATI RATH ." userId="c069ce78-7b3e-49df-863c-37cd5cba8d18" providerId="ADAL" clId="{88DB0432-0257-4B9C-AC44-4607F71EAFFD}" dt="2026-01-24T13:53:47.318" v="2576"/>
          <ac:inkMkLst>
            <pc:docMk/>
            <pc:sldMk cId="943646317" sldId="321"/>
            <ac:inkMk id="204" creationId="{8AB321B1-1AB1-BE87-30FA-02A0960CD52B}"/>
          </ac:inkMkLst>
        </pc:inkChg>
        <pc:inkChg chg="add del">
          <ac:chgData name="MINATI RATH ." userId="c069ce78-7b3e-49df-863c-37cd5cba8d18" providerId="ADAL" clId="{88DB0432-0257-4B9C-AC44-4607F71EAFFD}" dt="2026-01-24T13:53:47.318" v="2576"/>
          <ac:inkMkLst>
            <pc:docMk/>
            <pc:sldMk cId="943646317" sldId="321"/>
            <ac:inkMk id="205" creationId="{E58B093D-EFAC-A611-4375-BC713FE484BE}"/>
          </ac:inkMkLst>
        </pc:inkChg>
        <pc:inkChg chg="add del">
          <ac:chgData name="MINATI RATH ." userId="c069ce78-7b3e-49df-863c-37cd5cba8d18" providerId="ADAL" clId="{88DB0432-0257-4B9C-AC44-4607F71EAFFD}" dt="2026-01-24T13:53:47.318" v="2576"/>
          <ac:inkMkLst>
            <pc:docMk/>
            <pc:sldMk cId="943646317" sldId="321"/>
            <ac:inkMk id="206" creationId="{5B059CEA-E5A6-17EE-343B-9E9CFDF8A860}"/>
          </ac:inkMkLst>
        </pc:inkChg>
        <pc:inkChg chg="add reco">
          <ac:chgData name="MINATI RATH ." userId="c069ce78-7b3e-49df-863c-37cd5cba8d18" providerId="ADAL" clId="{88DB0432-0257-4B9C-AC44-4607F71EAFFD}" dt="2026-01-24T13:53:47.318" v="2576"/>
          <ac:inkMkLst>
            <pc:docMk/>
            <pc:sldMk cId="943646317" sldId="321"/>
            <ac:inkMk id="207" creationId="{9BE94B28-CB98-C2D2-DAE4-AA009C499633}"/>
          </ac:inkMkLst>
        </pc:inkChg>
        <pc:inkChg chg="add del">
          <ac:chgData name="MINATI RATH ." userId="c069ce78-7b3e-49df-863c-37cd5cba8d18" providerId="ADAL" clId="{88DB0432-0257-4B9C-AC44-4607F71EAFFD}" dt="2026-01-24T13:53:49.349" v="2580"/>
          <ac:inkMkLst>
            <pc:docMk/>
            <pc:sldMk cId="943646317" sldId="321"/>
            <ac:inkMk id="208" creationId="{0F3AD56C-2C1D-1831-E584-E34D7281A7E7}"/>
          </ac:inkMkLst>
        </pc:inkChg>
        <pc:inkChg chg="add del">
          <ac:chgData name="MINATI RATH ." userId="c069ce78-7b3e-49df-863c-37cd5cba8d18" providerId="ADAL" clId="{88DB0432-0257-4B9C-AC44-4607F71EAFFD}" dt="2026-01-24T13:53:49.349" v="2580"/>
          <ac:inkMkLst>
            <pc:docMk/>
            <pc:sldMk cId="943646317" sldId="321"/>
            <ac:inkMk id="209" creationId="{9D14D7DE-6302-0A27-2AC2-08E74B46665F}"/>
          </ac:inkMkLst>
        </pc:inkChg>
        <pc:inkChg chg="add del">
          <ac:chgData name="MINATI RATH ." userId="c069ce78-7b3e-49df-863c-37cd5cba8d18" providerId="ADAL" clId="{88DB0432-0257-4B9C-AC44-4607F71EAFFD}" dt="2026-01-24T13:53:49.349" v="2580"/>
          <ac:inkMkLst>
            <pc:docMk/>
            <pc:sldMk cId="943646317" sldId="321"/>
            <ac:inkMk id="210" creationId="{BE0E8DD4-F74F-E451-DBB5-46728F775761}"/>
          </ac:inkMkLst>
        </pc:inkChg>
        <pc:inkChg chg="add reco">
          <ac:chgData name="MINATI RATH ." userId="c069ce78-7b3e-49df-863c-37cd5cba8d18" providerId="ADAL" clId="{88DB0432-0257-4B9C-AC44-4607F71EAFFD}" dt="2026-01-24T13:53:49.349" v="2580"/>
          <ac:inkMkLst>
            <pc:docMk/>
            <pc:sldMk cId="943646317" sldId="321"/>
            <ac:inkMk id="211" creationId="{27684F4F-D63D-C2CE-F52D-318712EDD76F}"/>
          </ac:inkMkLst>
        </pc:inkChg>
        <pc:inkChg chg="add del">
          <ac:chgData name="MINATI RATH ." userId="c069ce78-7b3e-49df-863c-37cd5cba8d18" providerId="ADAL" clId="{88DB0432-0257-4B9C-AC44-4607F71EAFFD}" dt="2026-01-24T13:53:51.970" v="2583"/>
          <ac:inkMkLst>
            <pc:docMk/>
            <pc:sldMk cId="943646317" sldId="321"/>
            <ac:inkMk id="212" creationId="{2A56F2FF-FB17-93DB-5290-8C9796C1241F}"/>
          </ac:inkMkLst>
        </pc:inkChg>
        <pc:inkChg chg="add del">
          <ac:chgData name="MINATI RATH ." userId="c069ce78-7b3e-49df-863c-37cd5cba8d18" providerId="ADAL" clId="{88DB0432-0257-4B9C-AC44-4607F71EAFFD}" dt="2026-01-24T13:53:51.970" v="2583"/>
          <ac:inkMkLst>
            <pc:docMk/>
            <pc:sldMk cId="943646317" sldId="321"/>
            <ac:inkMk id="213" creationId="{76C45B5F-69D8-1F3F-0BB3-E571F263169F}"/>
          </ac:inkMkLst>
        </pc:inkChg>
        <pc:inkChg chg="add reco">
          <ac:chgData name="MINATI RATH ." userId="c069ce78-7b3e-49df-863c-37cd5cba8d18" providerId="ADAL" clId="{88DB0432-0257-4B9C-AC44-4607F71EAFFD}" dt="2026-01-24T13:53:51.970" v="2583"/>
          <ac:inkMkLst>
            <pc:docMk/>
            <pc:sldMk cId="943646317" sldId="321"/>
            <ac:inkMk id="214" creationId="{F8CF0BB9-6825-309B-D32A-DE88F0F8378C}"/>
          </ac:inkMkLst>
        </pc:inkChg>
        <pc:inkChg chg="add del">
          <ac:chgData name="MINATI RATH ." userId="c069ce78-7b3e-49df-863c-37cd5cba8d18" providerId="ADAL" clId="{88DB0432-0257-4B9C-AC44-4607F71EAFFD}" dt="2026-01-24T13:54:04.906" v="2588"/>
          <ac:inkMkLst>
            <pc:docMk/>
            <pc:sldMk cId="943646317" sldId="321"/>
            <ac:inkMk id="215" creationId="{87B44035-A0BA-6B12-3E5A-3DB1DE0D64E3}"/>
          </ac:inkMkLst>
        </pc:inkChg>
        <pc:inkChg chg="add del">
          <ac:chgData name="MINATI RATH ." userId="c069ce78-7b3e-49df-863c-37cd5cba8d18" providerId="ADAL" clId="{88DB0432-0257-4B9C-AC44-4607F71EAFFD}" dt="2026-01-24T13:54:04.906" v="2588"/>
          <ac:inkMkLst>
            <pc:docMk/>
            <pc:sldMk cId="943646317" sldId="321"/>
            <ac:inkMk id="216" creationId="{D2001B0A-9A2D-7595-C14A-9313D04BBF8F}"/>
          </ac:inkMkLst>
        </pc:inkChg>
        <pc:inkChg chg="add del">
          <ac:chgData name="MINATI RATH ." userId="c069ce78-7b3e-49df-863c-37cd5cba8d18" providerId="ADAL" clId="{88DB0432-0257-4B9C-AC44-4607F71EAFFD}" dt="2026-01-24T13:54:04.906" v="2588"/>
          <ac:inkMkLst>
            <pc:docMk/>
            <pc:sldMk cId="943646317" sldId="321"/>
            <ac:inkMk id="217" creationId="{8101DB8E-AC49-9187-1571-344025AEA267}"/>
          </ac:inkMkLst>
        </pc:inkChg>
        <pc:inkChg chg="add del">
          <ac:chgData name="MINATI RATH ." userId="c069ce78-7b3e-49df-863c-37cd5cba8d18" providerId="ADAL" clId="{88DB0432-0257-4B9C-AC44-4607F71EAFFD}" dt="2026-01-24T13:54:04.906" v="2588"/>
          <ac:inkMkLst>
            <pc:docMk/>
            <pc:sldMk cId="943646317" sldId="321"/>
            <ac:inkMk id="218" creationId="{5A78E9D6-AC7D-B009-82FA-DFE87AD3FF15}"/>
          </ac:inkMkLst>
        </pc:inkChg>
        <pc:inkChg chg="add reco">
          <ac:chgData name="MINATI RATH ." userId="c069ce78-7b3e-49df-863c-37cd5cba8d18" providerId="ADAL" clId="{88DB0432-0257-4B9C-AC44-4607F71EAFFD}" dt="2026-01-24T13:54:04.906" v="2588"/>
          <ac:inkMkLst>
            <pc:docMk/>
            <pc:sldMk cId="943646317" sldId="321"/>
            <ac:inkMk id="219" creationId="{C9185D8D-E977-8B43-38B1-F7250E25F933}"/>
          </ac:inkMkLst>
        </pc:inkChg>
        <pc:inkChg chg="add del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0" creationId="{CB4894E3-E263-9702-859C-02B482171DED}"/>
          </ac:inkMkLst>
        </pc:inkChg>
        <pc:inkChg chg="add del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1" creationId="{8B715061-4D75-432A-BF0A-621668D3DA8D}"/>
          </ac:inkMkLst>
        </pc:inkChg>
        <pc:inkChg chg="add del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2" creationId="{DD8BD10C-AF30-64F9-0DFA-0D65CFB38A52}"/>
          </ac:inkMkLst>
        </pc:inkChg>
        <pc:inkChg chg="add del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3" creationId="{2139145F-6AF8-CC2D-244E-C0D1D0F90B78}"/>
          </ac:inkMkLst>
        </pc:inkChg>
        <pc:inkChg chg="add del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4" creationId="{DA80437C-620B-43FF-165A-BA7E597611E0}"/>
          </ac:inkMkLst>
        </pc:inkChg>
        <pc:inkChg chg="add reco">
          <ac:chgData name="MINATI RATH ." userId="c069ce78-7b3e-49df-863c-37cd5cba8d18" providerId="ADAL" clId="{88DB0432-0257-4B9C-AC44-4607F71EAFFD}" dt="2026-01-24T13:54:13.307" v="2594"/>
          <ac:inkMkLst>
            <pc:docMk/>
            <pc:sldMk cId="943646317" sldId="321"/>
            <ac:inkMk id="225" creationId="{CAD72756-8ED8-4290-F7EC-34F0C062B60B}"/>
          </ac:inkMkLst>
        </pc:inkChg>
        <pc:inkChg chg="add">
          <ac:chgData name="MINATI RATH ." userId="c069ce78-7b3e-49df-863c-37cd5cba8d18" providerId="ADAL" clId="{88DB0432-0257-4B9C-AC44-4607F71EAFFD}" dt="2026-01-24T13:54:16.044" v="2595"/>
          <ac:inkMkLst>
            <pc:docMk/>
            <pc:sldMk cId="943646317" sldId="321"/>
            <ac:inkMk id="226" creationId="{7C1563D5-8CD7-07F0-1590-81636D8D618F}"/>
          </ac:inkMkLst>
        </pc:inkChg>
        <pc:inkChg chg="add del">
          <ac:chgData name="MINATI RATH ." userId="c069ce78-7b3e-49df-863c-37cd5cba8d18" providerId="ADAL" clId="{88DB0432-0257-4B9C-AC44-4607F71EAFFD}" dt="2026-01-24T13:54:17.612" v="2598"/>
          <ac:inkMkLst>
            <pc:docMk/>
            <pc:sldMk cId="943646317" sldId="321"/>
            <ac:inkMk id="227" creationId="{45E8518D-A442-5206-07F1-28729FCF5B10}"/>
          </ac:inkMkLst>
        </pc:inkChg>
        <pc:inkChg chg="add del">
          <ac:chgData name="MINATI RATH ." userId="c069ce78-7b3e-49df-863c-37cd5cba8d18" providerId="ADAL" clId="{88DB0432-0257-4B9C-AC44-4607F71EAFFD}" dt="2026-01-24T13:54:17.612" v="2598"/>
          <ac:inkMkLst>
            <pc:docMk/>
            <pc:sldMk cId="943646317" sldId="321"/>
            <ac:inkMk id="228" creationId="{72C0E780-49A2-B6BA-4E68-F737445A2216}"/>
          </ac:inkMkLst>
        </pc:inkChg>
        <pc:inkChg chg="add reco">
          <ac:chgData name="MINATI RATH ." userId="c069ce78-7b3e-49df-863c-37cd5cba8d18" providerId="ADAL" clId="{88DB0432-0257-4B9C-AC44-4607F71EAFFD}" dt="2026-01-24T13:54:17.612" v="2598"/>
          <ac:inkMkLst>
            <pc:docMk/>
            <pc:sldMk cId="943646317" sldId="321"/>
            <ac:inkMk id="229" creationId="{447BD645-48D8-4AB2-4C4C-383AF9F649AC}"/>
          </ac:inkMkLst>
        </pc:inkChg>
        <pc:inkChg chg="add del">
          <ac:chgData name="MINATI RATH ." userId="c069ce78-7b3e-49df-863c-37cd5cba8d18" providerId="ADAL" clId="{88DB0432-0257-4B9C-AC44-4607F71EAFFD}" dt="2026-01-24T13:54:19.821" v="2601"/>
          <ac:inkMkLst>
            <pc:docMk/>
            <pc:sldMk cId="943646317" sldId="321"/>
            <ac:inkMk id="230" creationId="{4EDE4F1F-AF9F-2362-89A2-8B39E39DD6C5}"/>
          </ac:inkMkLst>
        </pc:inkChg>
        <pc:inkChg chg="add del">
          <ac:chgData name="MINATI RATH ." userId="c069ce78-7b3e-49df-863c-37cd5cba8d18" providerId="ADAL" clId="{88DB0432-0257-4B9C-AC44-4607F71EAFFD}" dt="2026-01-24T13:54:19.821" v="2601"/>
          <ac:inkMkLst>
            <pc:docMk/>
            <pc:sldMk cId="943646317" sldId="321"/>
            <ac:inkMk id="231" creationId="{9C17CD1E-06A3-477D-6D16-0515925E319B}"/>
          </ac:inkMkLst>
        </pc:inkChg>
        <pc:inkChg chg="add reco">
          <ac:chgData name="MINATI RATH ." userId="c069ce78-7b3e-49df-863c-37cd5cba8d18" providerId="ADAL" clId="{88DB0432-0257-4B9C-AC44-4607F71EAFFD}" dt="2026-01-24T13:54:19.821" v="2601"/>
          <ac:inkMkLst>
            <pc:docMk/>
            <pc:sldMk cId="943646317" sldId="321"/>
            <ac:inkMk id="232" creationId="{C6D038D3-5070-6BE7-E5CE-7339454B11E3}"/>
          </ac:inkMkLst>
        </pc:inkChg>
        <pc:inkChg chg="add del">
          <ac:chgData name="MINATI RATH ." userId="c069ce78-7b3e-49df-863c-37cd5cba8d18" providerId="ADAL" clId="{88DB0432-0257-4B9C-AC44-4607F71EAFFD}" dt="2026-01-24T13:54:21.642" v="2605"/>
          <ac:inkMkLst>
            <pc:docMk/>
            <pc:sldMk cId="943646317" sldId="321"/>
            <ac:inkMk id="233" creationId="{13EEF9D8-A160-FD96-8210-E2CDD1C5E0B3}"/>
          </ac:inkMkLst>
        </pc:inkChg>
        <pc:inkChg chg="add del">
          <ac:chgData name="MINATI RATH ." userId="c069ce78-7b3e-49df-863c-37cd5cba8d18" providerId="ADAL" clId="{88DB0432-0257-4B9C-AC44-4607F71EAFFD}" dt="2026-01-24T13:54:21.642" v="2605"/>
          <ac:inkMkLst>
            <pc:docMk/>
            <pc:sldMk cId="943646317" sldId="321"/>
            <ac:inkMk id="234" creationId="{9C415F7A-D956-A455-C968-3131CA0EF6F4}"/>
          </ac:inkMkLst>
        </pc:inkChg>
        <pc:inkChg chg="add del">
          <ac:chgData name="MINATI RATH ." userId="c069ce78-7b3e-49df-863c-37cd5cba8d18" providerId="ADAL" clId="{88DB0432-0257-4B9C-AC44-4607F71EAFFD}" dt="2026-01-24T13:54:21.642" v="2605"/>
          <ac:inkMkLst>
            <pc:docMk/>
            <pc:sldMk cId="943646317" sldId="321"/>
            <ac:inkMk id="235" creationId="{4F55137E-2BFC-1C34-0B4D-627019DAEED7}"/>
          </ac:inkMkLst>
        </pc:inkChg>
        <pc:inkChg chg="add reco">
          <ac:chgData name="MINATI RATH ." userId="c069ce78-7b3e-49df-863c-37cd5cba8d18" providerId="ADAL" clId="{88DB0432-0257-4B9C-AC44-4607F71EAFFD}" dt="2026-01-24T13:54:21.642" v="2605"/>
          <ac:inkMkLst>
            <pc:docMk/>
            <pc:sldMk cId="943646317" sldId="321"/>
            <ac:inkMk id="236" creationId="{8A45A0AB-AC89-CED4-259B-3B03FBBAA2C2}"/>
          </ac:inkMkLst>
        </pc:inkChg>
        <pc:inkChg chg="add">
          <ac:chgData name="MINATI RATH ." userId="c069ce78-7b3e-49df-863c-37cd5cba8d18" providerId="ADAL" clId="{88DB0432-0257-4B9C-AC44-4607F71EAFFD}" dt="2026-01-24T13:54:25.738" v="2606"/>
          <ac:inkMkLst>
            <pc:docMk/>
            <pc:sldMk cId="943646317" sldId="321"/>
            <ac:inkMk id="237" creationId="{5491544D-033F-E6B7-4367-55012B5892C2}"/>
          </ac:inkMkLst>
        </pc:inkChg>
        <pc:inkChg chg="add del">
          <ac:chgData name="MINATI RATH ." userId="c069ce78-7b3e-49df-863c-37cd5cba8d18" providerId="ADAL" clId="{88DB0432-0257-4B9C-AC44-4607F71EAFFD}" dt="2026-01-24T13:54:33.588" v="2609"/>
          <ac:inkMkLst>
            <pc:docMk/>
            <pc:sldMk cId="943646317" sldId="321"/>
            <ac:inkMk id="238" creationId="{A939ABCE-77B4-E5C1-7F8E-556919388C12}"/>
          </ac:inkMkLst>
        </pc:inkChg>
        <pc:inkChg chg="add del">
          <ac:chgData name="MINATI RATH ." userId="c069ce78-7b3e-49df-863c-37cd5cba8d18" providerId="ADAL" clId="{88DB0432-0257-4B9C-AC44-4607F71EAFFD}" dt="2026-01-24T13:54:33.588" v="2609"/>
          <ac:inkMkLst>
            <pc:docMk/>
            <pc:sldMk cId="943646317" sldId="321"/>
            <ac:inkMk id="239" creationId="{03DE25EA-2F8C-834B-C9F5-4AC1541A0E9A}"/>
          </ac:inkMkLst>
        </pc:inkChg>
        <pc:inkChg chg="add reco">
          <ac:chgData name="MINATI RATH ." userId="c069ce78-7b3e-49df-863c-37cd5cba8d18" providerId="ADAL" clId="{88DB0432-0257-4B9C-AC44-4607F71EAFFD}" dt="2026-01-24T13:54:33.588" v="2609"/>
          <ac:inkMkLst>
            <pc:docMk/>
            <pc:sldMk cId="943646317" sldId="321"/>
            <ac:inkMk id="240" creationId="{5187846E-42C0-593C-8EA0-6FD096A3FB0A}"/>
          </ac:inkMkLst>
        </pc:inkChg>
        <pc:inkChg chg="add">
          <ac:chgData name="MINATI RATH ." userId="c069ce78-7b3e-49df-863c-37cd5cba8d18" providerId="ADAL" clId="{88DB0432-0257-4B9C-AC44-4607F71EAFFD}" dt="2026-01-24T13:54:35.093" v="2610"/>
          <ac:inkMkLst>
            <pc:docMk/>
            <pc:sldMk cId="943646317" sldId="321"/>
            <ac:inkMk id="241" creationId="{D8D29341-1D63-F3FC-4608-44A2DAF620E7}"/>
          </ac:inkMkLst>
        </pc:inkChg>
        <pc:inkChg chg="add del">
          <ac:chgData name="MINATI RATH ." userId="c069ce78-7b3e-49df-863c-37cd5cba8d18" providerId="ADAL" clId="{88DB0432-0257-4B9C-AC44-4607F71EAFFD}" dt="2026-01-24T13:54:56.997" v="2621"/>
          <ac:inkMkLst>
            <pc:docMk/>
            <pc:sldMk cId="943646317" sldId="321"/>
            <ac:inkMk id="242" creationId="{4752B900-4329-C53B-001E-461BA70BDD29}"/>
          </ac:inkMkLst>
        </pc:inkChg>
        <pc:inkChg chg="add del">
          <ac:chgData name="MINATI RATH ." userId="c069ce78-7b3e-49df-863c-37cd5cba8d18" providerId="ADAL" clId="{88DB0432-0257-4B9C-AC44-4607F71EAFFD}" dt="2026-01-24T13:54:56.997" v="2621"/>
          <ac:inkMkLst>
            <pc:docMk/>
            <pc:sldMk cId="943646317" sldId="321"/>
            <ac:inkMk id="243" creationId="{A1B607EB-52E1-30FA-4661-5056B75F3583}"/>
          </ac:inkMkLst>
        </pc:inkChg>
        <pc:inkChg chg="add del">
          <ac:chgData name="MINATI RATH ." userId="c069ce78-7b3e-49df-863c-37cd5cba8d18" providerId="ADAL" clId="{88DB0432-0257-4B9C-AC44-4607F71EAFFD}" dt="2026-01-24T13:54:56.997" v="2621"/>
          <ac:inkMkLst>
            <pc:docMk/>
            <pc:sldMk cId="943646317" sldId="321"/>
            <ac:inkMk id="244" creationId="{6C92CEDA-7D76-5DDA-0638-1D6B9A6E835B}"/>
          </ac:inkMkLst>
        </pc:inkChg>
        <pc:inkChg chg="add reco">
          <ac:chgData name="MINATI RATH ." userId="c069ce78-7b3e-49df-863c-37cd5cba8d18" providerId="ADAL" clId="{88DB0432-0257-4B9C-AC44-4607F71EAFFD}" dt="2026-01-24T13:54:56.997" v="2621"/>
          <ac:inkMkLst>
            <pc:docMk/>
            <pc:sldMk cId="943646317" sldId="321"/>
            <ac:inkMk id="245" creationId="{EA083AEB-ADBF-2E93-7C5C-EBC7CC62DC01}"/>
          </ac:inkMkLst>
        </pc:inkChg>
        <pc:inkChg chg="add del">
          <ac:chgData name="MINATI RATH ." userId="c069ce78-7b3e-49df-863c-37cd5cba8d18" providerId="ADAL" clId="{88DB0432-0257-4B9C-AC44-4607F71EAFFD}" dt="2026-01-24T13:55:00.869" v="2625"/>
          <ac:inkMkLst>
            <pc:docMk/>
            <pc:sldMk cId="943646317" sldId="321"/>
            <ac:inkMk id="246" creationId="{25974BB4-CF2D-2FC2-EB6E-413CD3558F3D}"/>
          </ac:inkMkLst>
        </pc:inkChg>
        <pc:inkChg chg="add del">
          <ac:chgData name="MINATI RATH ." userId="c069ce78-7b3e-49df-863c-37cd5cba8d18" providerId="ADAL" clId="{88DB0432-0257-4B9C-AC44-4607F71EAFFD}" dt="2026-01-24T13:55:00.869" v="2625"/>
          <ac:inkMkLst>
            <pc:docMk/>
            <pc:sldMk cId="943646317" sldId="321"/>
            <ac:inkMk id="247" creationId="{5163DB6C-0D9E-A301-33AF-F87CBD823D03}"/>
          </ac:inkMkLst>
        </pc:inkChg>
        <pc:inkChg chg="add del">
          <ac:chgData name="MINATI RATH ." userId="c069ce78-7b3e-49df-863c-37cd5cba8d18" providerId="ADAL" clId="{88DB0432-0257-4B9C-AC44-4607F71EAFFD}" dt="2026-01-24T13:55:00.869" v="2625"/>
          <ac:inkMkLst>
            <pc:docMk/>
            <pc:sldMk cId="943646317" sldId="321"/>
            <ac:inkMk id="248" creationId="{C6438804-0720-3416-3375-452A916322AF}"/>
          </ac:inkMkLst>
        </pc:inkChg>
        <pc:inkChg chg="add reco">
          <ac:chgData name="MINATI RATH ." userId="c069ce78-7b3e-49df-863c-37cd5cba8d18" providerId="ADAL" clId="{88DB0432-0257-4B9C-AC44-4607F71EAFFD}" dt="2026-01-24T13:55:00.869" v="2625"/>
          <ac:inkMkLst>
            <pc:docMk/>
            <pc:sldMk cId="943646317" sldId="321"/>
            <ac:inkMk id="249" creationId="{4390E456-0CAB-2C20-E978-E301CB0CA75C}"/>
          </ac:inkMkLst>
        </pc:inkChg>
        <pc:inkChg chg="add del">
          <ac:chgData name="MINATI RATH ." userId="c069ce78-7b3e-49df-863c-37cd5cba8d18" providerId="ADAL" clId="{88DB0432-0257-4B9C-AC44-4607F71EAFFD}" dt="2026-01-24T13:55:45.798" v="2648"/>
          <ac:inkMkLst>
            <pc:docMk/>
            <pc:sldMk cId="943646317" sldId="321"/>
            <ac:inkMk id="250" creationId="{72E4EE66-2C6F-A2A0-982B-F0D661762E52}"/>
          </ac:inkMkLst>
        </pc:inkChg>
        <pc:inkChg chg="add del">
          <ac:chgData name="MINATI RATH ." userId="c069ce78-7b3e-49df-863c-37cd5cba8d18" providerId="ADAL" clId="{88DB0432-0257-4B9C-AC44-4607F71EAFFD}" dt="2026-01-24T13:55:45.798" v="2648"/>
          <ac:inkMkLst>
            <pc:docMk/>
            <pc:sldMk cId="943646317" sldId="321"/>
            <ac:inkMk id="251" creationId="{CA6152A1-AFAA-673F-2242-2F88C43086BA}"/>
          </ac:inkMkLst>
        </pc:inkChg>
        <pc:inkChg chg="add reco">
          <ac:chgData name="MINATI RATH ." userId="c069ce78-7b3e-49df-863c-37cd5cba8d18" providerId="ADAL" clId="{88DB0432-0257-4B9C-AC44-4607F71EAFFD}" dt="2026-01-24T13:55:45.798" v="2648"/>
          <ac:inkMkLst>
            <pc:docMk/>
            <pc:sldMk cId="943646317" sldId="321"/>
            <ac:inkMk id="252" creationId="{C76ED401-84F3-FC15-6EDD-73DD738FBCF3}"/>
          </ac:inkMkLst>
        </pc:inkChg>
        <pc:inkChg chg="add del">
          <ac:chgData name="MINATI RATH ." userId="c069ce78-7b3e-49df-863c-37cd5cba8d18" providerId="ADAL" clId="{88DB0432-0257-4B9C-AC44-4607F71EAFFD}" dt="2026-01-24T13:55:47.176" v="2651"/>
          <ac:inkMkLst>
            <pc:docMk/>
            <pc:sldMk cId="943646317" sldId="321"/>
            <ac:inkMk id="253" creationId="{38B5D422-4E7A-B10A-0FF8-CB944831A3EB}"/>
          </ac:inkMkLst>
        </pc:inkChg>
        <pc:inkChg chg="add del">
          <ac:chgData name="MINATI RATH ." userId="c069ce78-7b3e-49df-863c-37cd5cba8d18" providerId="ADAL" clId="{88DB0432-0257-4B9C-AC44-4607F71EAFFD}" dt="2026-01-24T13:55:47.176" v="2651"/>
          <ac:inkMkLst>
            <pc:docMk/>
            <pc:sldMk cId="943646317" sldId="321"/>
            <ac:inkMk id="254" creationId="{07009174-ABF3-9C62-0459-7248A81CF555}"/>
          </ac:inkMkLst>
        </pc:inkChg>
        <pc:inkChg chg="add reco">
          <ac:chgData name="MINATI RATH ." userId="c069ce78-7b3e-49df-863c-37cd5cba8d18" providerId="ADAL" clId="{88DB0432-0257-4B9C-AC44-4607F71EAFFD}" dt="2026-01-24T13:55:47.176" v="2651"/>
          <ac:inkMkLst>
            <pc:docMk/>
            <pc:sldMk cId="943646317" sldId="321"/>
            <ac:inkMk id="255" creationId="{060ABED6-9C66-5F7E-B627-61B126C31074}"/>
          </ac:inkMkLst>
        </pc:inkChg>
        <pc:inkChg chg="add del">
          <ac:chgData name="MINATI RATH ." userId="c069ce78-7b3e-49df-863c-37cd5cba8d18" providerId="ADAL" clId="{88DB0432-0257-4B9C-AC44-4607F71EAFFD}" dt="2026-01-24T13:55:56.160" v="2655"/>
          <ac:inkMkLst>
            <pc:docMk/>
            <pc:sldMk cId="943646317" sldId="321"/>
            <ac:inkMk id="256" creationId="{5F4B4D70-04AB-ABBA-44A4-4E5BD801F079}"/>
          </ac:inkMkLst>
        </pc:inkChg>
        <pc:inkChg chg="add del">
          <ac:chgData name="MINATI RATH ." userId="c069ce78-7b3e-49df-863c-37cd5cba8d18" providerId="ADAL" clId="{88DB0432-0257-4B9C-AC44-4607F71EAFFD}" dt="2026-01-24T13:55:56.160" v="2655"/>
          <ac:inkMkLst>
            <pc:docMk/>
            <pc:sldMk cId="943646317" sldId="321"/>
            <ac:inkMk id="257" creationId="{050D881D-EC62-2CE4-69C3-3F559C72B2D4}"/>
          </ac:inkMkLst>
        </pc:inkChg>
        <pc:inkChg chg="add del">
          <ac:chgData name="MINATI RATH ." userId="c069ce78-7b3e-49df-863c-37cd5cba8d18" providerId="ADAL" clId="{88DB0432-0257-4B9C-AC44-4607F71EAFFD}" dt="2026-01-24T13:55:56.160" v="2655"/>
          <ac:inkMkLst>
            <pc:docMk/>
            <pc:sldMk cId="943646317" sldId="321"/>
            <ac:inkMk id="258" creationId="{C11040DA-1547-6DAA-A0BE-D6C17301E4B1}"/>
          </ac:inkMkLst>
        </pc:inkChg>
        <pc:inkChg chg="add reco">
          <ac:chgData name="MINATI RATH ." userId="c069ce78-7b3e-49df-863c-37cd5cba8d18" providerId="ADAL" clId="{88DB0432-0257-4B9C-AC44-4607F71EAFFD}" dt="2026-01-24T13:55:56.160" v="2655"/>
          <ac:inkMkLst>
            <pc:docMk/>
            <pc:sldMk cId="943646317" sldId="321"/>
            <ac:inkMk id="259" creationId="{8BA15284-72F3-04D2-F522-B1B81DEBC290}"/>
          </ac:inkMkLst>
        </pc:inkChg>
        <pc:inkChg chg="add del">
          <ac:chgData name="MINATI RATH ." userId="c069ce78-7b3e-49df-863c-37cd5cba8d18" providerId="ADAL" clId="{88DB0432-0257-4B9C-AC44-4607F71EAFFD}" dt="2026-01-24T13:56:00.992" v="2660"/>
          <ac:inkMkLst>
            <pc:docMk/>
            <pc:sldMk cId="943646317" sldId="321"/>
            <ac:inkMk id="260" creationId="{08ABFB5C-A1DF-A931-892D-028412A4E650}"/>
          </ac:inkMkLst>
        </pc:inkChg>
        <pc:inkChg chg="add del">
          <ac:chgData name="MINATI RATH ." userId="c069ce78-7b3e-49df-863c-37cd5cba8d18" providerId="ADAL" clId="{88DB0432-0257-4B9C-AC44-4607F71EAFFD}" dt="2026-01-24T13:56:00.992" v="2660"/>
          <ac:inkMkLst>
            <pc:docMk/>
            <pc:sldMk cId="943646317" sldId="321"/>
            <ac:inkMk id="261" creationId="{19015132-D10D-03B0-2D96-BF289B31CAD9}"/>
          </ac:inkMkLst>
        </pc:inkChg>
        <pc:inkChg chg="add del">
          <ac:chgData name="MINATI RATH ." userId="c069ce78-7b3e-49df-863c-37cd5cba8d18" providerId="ADAL" clId="{88DB0432-0257-4B9C-AC44-4607F71EAFFD}" dt="2026-01-24T13:56:00.992" v="2660"/>
          <ac:inkMkLst>
            <pc:docMk/>
            <pc:sldMk cId="943646317" sldId="321"/>
            <ac:inkMk id="262" creationId="{689AF6C9-8C42-8CFB-2341-7DAC389EA0F8}"/>
          </ac:inkMkLst>
        </pc:inkChg>
        <pc:inkChg chg="add del">
          <ac:chgData name="MINATI RATH ." userId="c069ce78-7b3e-49df-863c-37cd5cba8d18" providerId="ADAL" clId="{88DB0432-0257-4B9C-AC44-4607F71EAFFD}" dt="2026-01-24T13:56:00.992" v="2660"/>
          <ac:inkMkLst>
            <pc:docMk/>
            <pc:sldMk cId="943646317" sldId="321"/>
            <ac:inkMk id="263" creationId="{F2976C31-8ABD-0AB8-0A5C-95D77FEBA485}"/>
          </ac:inkMkLst>
        </pc:inkChg>
        <pc:inkChg chg="add reco">
          <ac:chgData name="MINATI RATH ." userId="c069ce78-7b3e-49df-863c-37cd5cba8d18" providerId="ADAL" clId="{88DB0432-0257-4B9C-AC44-4607F71EAFFD}" dt="2026-01-24T13:56:00.992" v="2660"/>
          <ac:inkMkLst>
            <pc:docMk/>
            <pc:sldMk cId="943646317" sldId="321"/>
            <ac:inkMk id="264" creationId="{2D7826D1-5145-8BC1-64E4-DAFD87EAC9D0}"/>
          </ac:inkMkLst>
        </pc:inkChg>
        <pc:inkChg chg="add del">
          <ac:chgData name="MINATI RATH ." userId="c069ce78-7b3e-49df-863c-37cd5cba8d18" providerId="ADAL" clId="{88DB0432-0257-4B9C-AC44-4607F71EAFFD}" dt="2026-01-24T13:56:03.123" v="2663"/>
          <ac:inkMkLst>
            <pc:docMk/>
            <pc:sldMk cId="943646317" sldId="321"/>
            <ac:inkMk id="265" creationId="{187C878D-E3FA-5B1D-14FA-E525D055721F}"/>
          </ac:inkMkLst>
        </pc:inkChg>
        <pc:inkChg chg="add del">
          <ac:chgData name="MINATI RATH ." userId="c069ce78-7b3e-49df-863c-37cd5cba8d18" providerId="ADAL" clId="{88DB0432-0257-4B9C-AC44-4607F71EAFFD}" dt="2026-01-24T13:56:03.123" v="2663"/>
          <ac:inkMkLst>
            <pc:docMk/>
            <pc:sldMk cId="943646317" sldId="321"/>
            <ac:inkMk id="266" creationId="{57F9F528-BC67-DFAA-72E5-97B7BEF2A539}"/>
          </ac:inkMkLst>
        </pc:inkChg>
        <pc:inkChg chg="add reco">
          <ac:chgData name="MINATI RATH ." userId="c069ce78-7b3e-49df-863c-37cd5cba8d18" providerId="ADAL" clId="{88DB0432-0257-4B9C-AC44-4607F71EAFFD}" dt="2026-01-24T13:56:03.123" v="2663"/>
          <ac:inkMkLst>
            <pc:docMk/>
            <pc:sldMk cId="943646317" sldId="321"/>
            <ac:inkMk id="267" creationId="{5B90D288-7C1C-5AEE-1ED4-B517A6A840DA}"/>
          </ac:inkMkLst>
        </pc:inkChg>
        <pc:inkChg chg="add del">
          <ac:chgData name="MINATI RATH ." userId="c069ce78-7b3e-49df-863c-37cd5cba8d18" providerId="ADAL" clId="{88DB0432-0257-4B9C-AC44-4607F71EAFFD}" dt="2026-01-24T13:56:04.725" v="2666"/>
          <ac:inkMkLst>
            <pc:docMk/>
            <pc:sldMk cId="943646317" sldId="321"/>
            <ac:inkMk id="268" creationId="{82EE1830-1CD6-B97A-FE8B-B155CAF2751B}"/>
          </ac:inkMkLst>
        </pc:inkChg>
        <pc:inkChg chg="add del">
          <ac:chgData name="MINATI RATH ." userId="c069ce78-7b3e-49df-863c-37cd5cba8d18" providerId="ADAL" clId="{88DB0432-0257-4B9C-AC44-4607F71EAFFD}" dt="2026-01-24T13:56:04.725" v="2666"/>
          <ac:inkMkLst>
            <pc:docMk/>
            <pc:sldMk cId="943646317" sldId="321"/>
            <ac:inkMk id="269" creationId="{275AF5EF-807D-BA50-15A1-8EBF072A1A9F}"/>
          </ac:inkMkLst>
        </pc:inkChg>
        <pc:inkChg chg="add reco">
          <ac:chgData name="MINATI RATH ." userId="c069ce78-7b3e-49df-863c-37cd5cba8d18" providerId="ADAL" clId="{88DB0432-0257-4B9C-AC44-4607F71EAFFD}" dt="2026-01-24T13:56:04.725" v="2666"/>
          <ac:inkMkLst>
            <pc:docMk/>
            <pc:sldMk cId="943646317" sldId="321"/>
            <ac:inkMk id="270" creationId="{8F9C51DD-9DE3-546F-893A-5A1F3229DFAE}"/>
          </ac:inkMkLst>
        </pc:inkChg>
        <pc:inkChg chg="add">
          <ac:chgData name="MINATI RATH ." userId="c069ce78-7b3e-49df-863c-37cd5cba8d18" providerId="ADAL" clId="{88DB0432-0257-4B9C-AC44-4607F71EAFFD}" dt="2026-01-24T13:56:05.946" v="2667"/>
          <ac:inkMkLst>
            <pc:docMk/>
            <pc:sldMk cId="943646317" sldId="321"/>
            <ac:inkMk id="271" creationId="{ADBBEB63-4AF1-E025-24E8-AAD806AD165C}"/>
          </ac:inkMkLst>
        </pc:inkChg>
        <pc:inkChg chg="add del">
          <ac:chgData name="MINATI RATH ." userId="c069ce78-7b3e-49df-863c-37cd5cba8d18" providerId="ADAL" clId="{88DB0432-0257-4B9C-AC44-4607F71EAFFD}" dt="2026-01-24T13:56:09.878" v="2670"/>
          <ac:inkMkLst>
            <pc:docMk/>
            <pc:sldMk cId="943646317" sldId="321"/>
            <ac:inkMk id="272" creationId="{F87F1BA5-27EF-34E0-A956-29354BB0ECA9}"/>
          </ac:inkMkLst>
        </pc:inkChg>
        <pc:inkChg chg="add del">
          <ac:chgData name="MINATI RATH ." userId="c069ce78-7b3e-49df-863c-37cd5cba8d18" providerId="ADAL" clId="{88DB0432-0257-4B9C-AC44-4607F71EAFFD}" dt="2026-01-24T13:56:09.878" v="2670"/>
          <ac:inkMkLst>
            <pc:docMk/>
            <pc:sldMk cId="943646317" sldId="321"/>
            <ac:inkMk id="273" creationId="{8CEC525F-40CD-79B7-E2FF-51DA7B40EA7C}"/>
          </ac:inkMkLst>
        </pc:inkChg>
        <pc:inkChg chg="add reco">
          <ac:chgData name="MINATI RATH ." userId="c069ce78-7b3e-49df-863c-37cd5cba8d18" providerId="ADAL" clId="{88DB0432-0257-4B9C-AC44-4607F71EAFFD}" dt="2026-01-24T13:56:09.878" v="2670"/>
          <ac:inkMkLst>
            <pc:docMk/>
            <pc:sldMk cId="943646317" sldId="321"/>
            <ac:inkMk id="274" creationId="{3B3D4CF0-18D1-745A-B393-63DC0FFCC67E}"/>
          </ac:inkMkLst>
        </pc:inkChg>
        <pc:inkChg chg="add">
          <ac:chgData name="MINATI RATH ." userId="c069ce78-7b3e-49df-863c-37cd5cba8d18" providerId="ADAL" clId="{88DB0432-0257-4B9C-AC44-4607F71EAFFD}" dt="2026-01-24T13:56:18.854" v="2671"/>
          <ac:inkMkLst>
            <pc:docMk/>
            <pc:sldMk cId="943646317" sldId="321"/>
            <ac:inkMk id="275" creationId="{002DB3B5-8D6E-B7E8-8DDF-744105649430}"/>
          </ac:inkMkLst>
        </pc:inkChg>
        <pc:inkChg chg="add del">
          <ac:chgData name="MINATI RATH ." userId="c069ce78-7b3e-49df-863c-37cd5cba8d18" providerId="ADAL" clId="{88DB0432-0257-4B9C-AC44-4607F71EAFFD}" dt="2026-01-24T13:56:21.469" v="2674"/>
          <ac:inkMkLst>
            <pc:docMk/>
            <pc:sldMk cId="943646317" sldId="321"/>
            <ac:inkMk id="276" creationId="{5E9D2381-BD0D-1076-86F0-81B0732D9F29}"/>
          </ac:inkMkLst>
        </pc:inkChg>
        <pc:inkChg chg="add del">
          <ac:chgData name="MINATI RATH ." userId="c069ce78-7b3e-49df-863c-37cd5cba8d18" providerId="ADAL" clId="{88DB0432-0257-4B9C-AC44-4607F71EAFFD}" dt="2026-01-24T13:56:21.469" v="2674"/>
          <ac:inkMkLst>
            <pc:docMk/>
            <pc:sldMk cId="943646317" sldId="321"/>
            <ac:inkMk id="277" creationId="{12BFA08B-0CBD-8433-89CC-9332D80D12F8}"/>
          </ac:inkMkLst>
        </pc:inkChg>
        <pc:inkChg chg="add reco">
          <ac:chgData name="MINATI RATH ." userId="c069ce78-7b3e-49df-863c-37cd5cba8d18" providerId="ADAL" clId="{88DB0432-0257-4B9C-AC44-4607F71EAFFD}" dt="2026-01-24T13:56:21.469" v="2674"/>
          <ac:inkMkLst>
            <pc:docMk/>
            <pc:sldMk cId="943646317" sldId="321"/>
            <ac:inkMk id="278" creationId="{E4DAA9F6-FC22-EFEA-AB0D-5E6B6A2B95D8}"/>
          </ac:inkMkLst>
        </pc:inkChg>
        <pc:inkChg chg="add">
          <ac:chgData name="MINATI RATH ." userId="c069ce78-7b3e-49df-863c-37cd5cba8d18" providerId="ADAL" clId="{88DB0432-0257-4B9C-AC44-4607F71EAFFD}" dt="2026-01-24T13:57:02.391" v="2686"/>
          <ac:inkMkLst>
            <pc:docMk/>
            <pc:sldMk cId="943646317" sldId="321"/>
            <ac:inkMk id="279" creationId="{5DF889DF-CAC1-50C9-80BA-8BA07FDA8782}"/>
          </ac:inkMkLst>
        </pc:inkChg>
        <pc:inkChg chg="add del">
          <ac:chgData name="MINATI RATH ." userId="c069ce78-7b3e-49df-863c-37cd5cba8d18" providerId="ADAL" clId="{88DB0432-0257-4B9C-AC44-4607F71EAFFD}" dt="2026-01-24T13:57:06.206" v="2689"/>
          <ac:inkMkLst>
            <pc:docMk/>
            <pc:sldMk cId="943646317" sldId="321"/>
            <ac:inkMk id="280" creationId="{DAF682C9-66A7-C559-B854-FC7BB6F81640}"/>
          </ac:inkMkLst>
        </pc:inkChg>
        <pc:inkChg chg="add del">
          <ac:chgData name="MINATI RATH ." userId="c069ce78-7b3e-49df-863c-37cd5cba8d18" providerId="ADAL" clId="{88DB0432-0257-4B9C-AC44-4607F71EAFFD}" dt="2026-01-24T13:57:06.206" v="2689"/>
          <ac:inkMkLst>
            <pc:docMk/>
            <pc:sldMk cId="943646317" sldId="321"/>
            <ac:inkMk id="281" creationId="{9734CFEF-1AA9-3455-3594-D51E5CFED529}"/>
          </ac:inkMkLst>
        </pc:inkChg>
        <pc:inkChg chg="add reco">
          <ac:chgData name="MINATI RATH ." userId="c069ce78-7b3e-49df-863c-37cd5cba8d18" providerId="ADAL" clId="{88DB0432-0257-4B9C-AC44-4607F71EAFFD}" dt="2026-01-24T13:57:06.206" v="2689"/>
          <ac:inkMkLst>
            <pc:docMk/>
            <pc:sldMk cId="943646317" sldId="321"/>
            <ac:inkMk id="282" creationId="{F9531A1B-C8C0-DFB2-2882-7B9CA657E6DB}"/>
          </ac:inkMkLst>
        </pc:inkChg>
        <pc:inkChg chg="add">
          <ac:chgData name="MINATI RATH ." userId="c069ce78-7b3e-49df-863c-37cd5cba8d18" providerId="ADAL" clId="{88DB0432-0257-4B9C-AC44-4607F71EAFFD}" dt="2026-01-24T13:57:08.399" v="2690"/>
          <ac:inkMkLst>
            <pc:docMk/>
            <pc:sldMk cId="943646317" sldId="321"/>
            <ac:inkMk id="283" creationId="{CB6451B5-31A7-A414-BD84-6D4A025F0BBF}"/>
          </ac:inkMkLst>
        </pc:inkChg>
      </pc:sldChg>
      <pc:sldChg chg="addSp delSp mod">
        <pc:chgData name="MINATI RATH ." userId="c069ce78-7b3e-49df-863c-37cd5cba8d18" providerId="ADAL" clId="{88DB0432-0257-4B9C-AC44-4607F71EAFFD}" dt="2026-01-24T13:23:59.078" v="1707"/>
        <pc:sldMkLst>
          <pc:docMk/>
          <pc:sldMk cId="3803097987" sldId="324"/>
        </pc:sldMkLst>
        <pc:inkChg chg="add del">
          <ac:chgData name="MINATI RATH ." userId="c069ce78-7b3e-49df-863c-37cd5cba8d18" providerId="ADAL" clId="{88DB0432-0257-4B9C-AC44-4607F71EAFFD}" dt="2026-01-24T13:23:18.346" v="1694"/>
          <ac:inkMkLst>
            <pc:docMk/>
            <pc:sldMk cId="3803097987" sldId="324"/>
            <ac:inkMk id="3" creationId="{D3DEAA0D-6E54-2D67-0E6A-EF72DEE96370}"/>
          </ac:inkMkLst>
        </pc:inkChg>
        <pc:inkChg chg="add del">
          <ac:chgData name="MINATI RATH ." userId="c069ce78-7b3e-49df-863c-37cd5cba8d18" providerId="ADAL" clId="{88DB0432-0257-4B9C-AC44-4607F71EAFFD}" dt="2026-01-24T13:23:18.346" v="1694"/>
          <ac:inkMkLst>
            <pc:docMk/>
            <pc:sldMk cId="3803097987" sldId="324"/>
            <ac:inkMk id="4" creationId="{BCB86395-555D-CCDA-E1E3-9FEE45739634}"/>
          </ac:inkMkLst>
        </pc:inkChg>
        <pc:inkChg chg="add reco">
          <ac:chgData name="MINATI RATH ." userId="c069ce78-7b3e-49df-863c-37cd5cba8d18" providerId="ADAL" clId="{88DB0432-0257-4B9C-AC44-4607F71EAFFD}" dt="2026-01-24T13:23:18.346" v="1694"/>
          <ac:inkMkLst>
            <pc:docMk/>
            <pc:sldMk cId="3803097987" sldId="324"/>
            <ac:inkMk id="5" creationId="{08132C13-1089-9BBF-4B5E-F1C400B72029}"/>
          </ac:inkMkLst>
        </pc:inkChg>
        <pc:inkChg chg="add del">
          <ac:chgData name="MINATI RATH ." userId="c069ce78-7b3e-49df-863c-37cd5cba8d18" providerId="ADAL" clId="{88DB0432-0257-4B9C-AC44-4607F71EAFFD}" dt="2026-01-24T13:23:24.449" v="1697"/>
          <ac:inkMkLst>
            <pc:docMk/>
            <pc:sldMk cId="3803097987" sldId="324"/>
            <ac:inkMk id="6" creationId="{12C3F9F9-7DE7-FC59-31D7-A9EA944C7C97}"/>
          </ac:inkMkLst>
        </pc:inkChg>
        <pc:inkChg chg="add del">
          <ac:chgData name="MINATI RATH ." userId="c069ce78-7b3e-49df-863c-37cd5cba8d18" providerId="ADAL" clId="{88DB0432-0257-4B9C-AC44-4607F71EAFFD}" dt="2026-01-24T13:23:24.449" v="1697"/>
          <ac:inkMkLst>
            <pc:docMk/>
            <pc:sldMk cId="3803097987" sldId="324"/>
            <ac:inkMk id="7" creationId="{D85F524D-6CA7-7563-7C82-45491A675C46}"/>
          </ac:inkMkLst>
        </pc:inkChg>
        <pc:inkChg chg="add reco">
          <ac:chgData name="MINATI RATH ." userId="c069ce78-7b3e-49df-863c-37cd5cba8d18" providerId="ADAL" clId="{88DB0432-0257-4B9C-AC44-4607F71EAFFD}" dt="2026-01-24T13:23:24.449" v="1697"/>
          <ac:inkMkLst>
            <pc:docMk/>
            <pc:sldMk cId="3803097987" sldId="324"/>
            <ac:inkMk id="8" creationId="{A0097780-7CC8-13DD-B6B6-A12C5D12FA3D}"/>
          </ac:inkMkLst>
        </pc:inkChg>
        <pc:inkChg chg="add del">
          <ac:chgData name="MINATI RATH ." userId="c069ce78-7b3e-49df-863c-37cd5cba8d18" providerId="ADAL" clId="{88DB0432-0257-4B9C-AC44-4607F71EAFFD}" dt="2026-01-24T13:23:27.496" v="1700"/>
          <ac:inkMkLst>
            <pc:docMk/>
            <pc:sldMk cId="3803097987" sldId="324"/>
            <ac:inkMk id="9" creationId="{C0B25A2B-4AD6-616F-9C74-F70E999C1B3E}"/>
          </ac:inkMkLst>
        </pc:inkChg>
        <pc:inkChg chg="add del">
          <ac:chgData name="MINATI RATH ." userId="c069ce78-7b3e-49df-863c-37cd5cba8d18" providerId="ADAL" clId="{88DB0432-0257-4B9C-AC44-4607F71EAFFD}" dt="2026-01-24T13:23:27.496" v="1700"/>
          <ac:inkMkLst>
            <pc:docMk/>
            <pc:sldMk cId="3803097987" sldId="324"/>
            <ac:inkMk id="10" creationId="{19CBE0E2-3E81-14FF-E323-984D89900DEE}"/>
          </ac:inkMkLst>
        </pc:inkChg>
        <pc:inkChg chg="add reco">
          <ac:chgData name="MINATI RATH ." userId="c069ce78-7b3e-49df-863c-37cd5cba8d18" providerId="ADAL" clId="{88DB0432-0257-4B9C-AC44-4607F71EAFFD}" dt="2026-01-24T13:23:27.496" v="1700"/>
          <ac:inkMkLst>
            <pc:docMk/>
            <pc:sldMk cId="3803097987" sldId="324"/>
            <ac:inkMk id="11" creationId="{5E3DEC47-622A-2FB9-9B8B-B852FBC374FC}"/>
          </ac:inkMkLst>
        </pc:inkChg>
        <pc:inkChg chg="add del">
          <ac:chgData name="MINATI RATH ." userId="c069ce78-7b3e-49df-863c-37cd5cba8d18" providerId="ADAL" clId="{88DB0432-0257-4B9C-AC44-4607F71EAFFD}" dt="2026-01-24T13:23:30.542" v="1704"/>
          <ac:inkMkLst>
            <pc:docMk/>
            <pc:sldMk cId="3803097987" sldId="324"/>
            <ac:inkMk id="12" creationId="{22D81820-E90B-718A-F238-D08426DE5177}"/>
          </ac:inkMkLst>
        </pc:inkChg>
        <pc:inkChg chg="add del">
          <ac:chgData name="MINATI RATH ." userId="c069ce78-7b3e-49df-863c-37cd5cba8d18" providerId="ADAL" clId="{88DB0432-0257-4B9C-AC44-4607F71EAFFD}" dt="2026-01-24T13:23:30.542" v="1704"/>
          <ac:inkMkLst>
            <pc:docMk/>
            <pc:sldMk cId="3803097987" sldId="324"/>
            <ac:inkMk id="13" creationId="{5F4718F4-54EF-FEC8-5D2C-E8BA5122E618}"/>
          </ac:inkMkLst>
        </pc:inkChg>
        <pc:inkChg chg="add del">
          <ac:chgData name="MINATI RATH ." userId="c069ce78-7b3e-49df-863c-37cd5cba8d18" providerId="ADAL" clId="{88DB0432-0257-4B9C-AC44-4607F71EAFFD}" dt="2026-01-24T13:23:30.542" v="1704"/>
          <ac:inkMkLst>
            <pc:docMk/>
            <pc:sldMk cId="3803097987" sldId="324"/>
            <ac:inkMk id="14" creationId="{74EA6DE9-4E50-F6CC-0BB0-11C41AB6C9A4}"/>
          </ac:inkMkLst>
        </pc:inkChg>
        <pc:inkChg chg="add reco">
          <ac:chgData name="MINATI RATH ." userId="c069ce78-7b3e-49df-863c-37cd5cba8d18" providerId="ADAL" clId="{88DB0432-0257-4B9C-AC44-4607F71EAFFD}" dt="2026-01-24T13:23:30.542" v="1704"/>
          <ac:inkMkLst>
            <pc:docMk/>
            <pc:sldMk cId="3803097987" sldId="324"/>
            <ac:inkMk id="15" creationId="{6A668F9E-E2CA-0871-4A98-C7B525F47E12}"/>
          </ac:inkMkLst>
        </pc:inkChg>
        <pc:inkChg chg="add del">
          <ac:chgData name="MINATI RATH ." userId="c069ce78-7b3e-49df-863c-37cd5cba8d18" providerId="ADAL" clId="{88DB0432-0257-4B9C-AC44-4607F71EAFFD}" dt="2026-01-24T13:23:59.078" v="1707"/>
          <ac:inkMkLst>
            <pc:docMk/>
            <pc:sldMk cId="3803097987" sldId="324"/>
            <ac:inkMk id="16" creationId="{02850AB7-5E1E-5E95-6988-CF303A3959D3}"/>
          </ac:inkMkLst>
        </pc:inkChg>
        <pc:inkChg chg="add del">
          <ac:chgData name="MINATI RATH ." userId="c069ce78-7b3e-49df-863c-37cd5cba8d18" providerId="ADAL" clId="{88DB0432-0257-4B9C-AC44-4607F71EAFFD}" dt="2026-01-24T13:23:59.078" v="1707"/>
          <ac:inkMkLst>
            <pc:docMk/>
            <pc:sldMk cId="3803097987" sldId="324"/>
            <ac:inkMk id="17" creationId="{57429B76-3465-8ADE-3754-7F2EFF85D62B}"/>
          </ac:inkMkLst>
        </pc:inkChg>
        <pc:inkChg chg="add reco">
          <ac:chgData name="MINATI RATH ." userId="c069ce78-7b3e-49df-863c-37cd5cba8d18" providerId="ADAL" clId="{88DB0432-0257-4B9C-AC44-4607F71EAFFD}" dt="2026-01-24T13:23:59.078" v="1707"/>
          <ac:inkMkLst>
            <pc:docMk/>
            <pc:sldMk cId="3803097987" sldId="324"/>
            <ac:inkMk id="18" creationId="{D286543D-DD9C-E9DE-240B-F84820D45DC7}"/>
          </ac:inkMkLst>
        </pc:inkChg>
      </pc:sldChg>
      <pc:sldChg chg="addSp delSp modSp mod">
        <pc:chgData name="MINATI RATH ." userId="c069ce78-7b3e-49df-863c-37cd5cba8d18" providerId="ADAL" clId="{88DB0432-0257-4B9C-AC44-4607F71EAFFD}" dt="2026-01-24T13:32:28.148" v="1964" actId="1076"/>
        <pc:sldMkLst>
          <pc:docMk/>
          <pc:sldMk cId="3941040564" sldId="325"/>
        </pc:sldMkLst>
        <pc:spChg chg="mod">
          <ac:chgData name="MINATI RATH ." userId="c069ce78-7b3e-49df-863c-37cd5cba8d18" providerId="ADAL" clId="{88DB0432-0257-4B9C-AC44-4607F71EAFFD}" dt="2026-01-24T13:32:28.148" v="1964" actId="1076"/>
          <ac:spMkLst>
            <pc:docMk/>
            <pc:sldMk cId="3941040564" sldId="325"/>
            <ac:spMk id="16395" creationId="{00000000-0000-0000-0000-000000000000}"/>
          </ac:spMkLst>
        </pc:spChg>
        <pc:inkChg chg="add del">
          <ac:chgData name="MINATI RATH ." userId="c069ce78-7b3e-49df-863c-37cd5cba8d18" providerId="ADAL" clId="{88DB0432-0257-4B9C-AC44-4607F71EAFFD}" dt="2026-01-24T13:24:12.960" v="1711"/>
          <ac:inkMkLst>
            <pc:docMk/>
            <pc:sldMk cId="3941040564" sldId="325"/>
            <ac:inkMk id="3" creationId="{2751DCFA-43EC-7791-F5A0-B836B3E11B7C}"/>
          </ac:inkMkLst>
        </pc:inkChg>
        <pc:inkChg chg="add del">
          <ac:chgData name="MINATI RATH ." userId="c069ce78-7b3e-49df-863c-37cd5cba8d18" providerId="ADAL" clId="{88DB0432-0257-4B9C-AC44-4607F71EAFFD}" dt="2026-01-24T13:24:12.960" v="1711"/>
          <ac:inkMkLst>
            <pc:docMk/>
            <pc:sldMk cId="3941040564" sldId="325"/>
            <ac:inkMk id="4" creationId="{DA39BBA6-BB5C-3582-2941-49BDC5ECA415}"/>
          </ac:inkMkLst>
        </pc:inkChg>
        <pc:inkChg chg="add del">
          <ac:chgData name="MINATI RATH ." userId="c069ce78-7b3e-49df-863c-37cd5cba8d18" providerId="ADAL" clId="{88DB0432-0257-4B9C-AC44-4607F71EAFFD}" dt="2026-01-24T13:24:12.960" v="1711"/>
          <ac:inkMkLst>
            <pc:docMk/>
            <pc:sldMk cId="3941040564" sldId="325"/>
            <ac:inkMk id="5" creationId="{368374E0-C37A-E726-46B4-741B79EA4151}"/>
          </ac:inkMkLst>
        </pc:inkChg>
        <pc:inkChg chg="add reco">
          <ac:chgData name="MINATI RATH ." userId="c069ce78-7b3e-49df-863c-37cd5cba8d18" providerId="ADAL" clId="{88DB0432-0257-4B9C-AC44-4607F71EAFFD}" dt="2026-01-24T13:24:12.960" v="1711"/>
          <ac:inkMkLst>
            <pc:docMk/>
            <pc:sldMk cId="3941040564" sldId="325"/>
            <ac:inkMk id="6" creationId="{02B13221-F894-FA7B-E64A-8E200AE80D41}"/>
          </ac:inkMkLst>
        </pc:inkChg>
        <pc:inkChg chg="add del">
          <ac:chgData name="MINATI RATH ." userId="c069ce78-7b3e-49df-863c-37cd5cba8d18" providerId="ADAL" clId="{88DB0432-0257-4B9C-AC44-4607F71EAFFD}" dt="2026-01-24T13:24:16.279" v="1714"/>
          <ac:inkMkLst>
            <pc:docMk/>
            <pc:sldMk cId="3941040564" sldId="325"/>
            <ac:inkMk id="7" creationId="{6F03AA4F-B5B1-EB2B-8DC2-7826D8C32A28}"/>
          </ac:inkMkLst>
        </pc:inkChg>
        <pc:inkChg chg="add del">
          <ac:chgData name="MINATI RATH ." userId="c069ce78-7b3e-49df-863c-37cd5cba8d18" providerId="ADAL" clId="{88DB0432-0257-4B9C-AC44-4607F71EAFFD}" dt="2026-01-24T13:24:16.279" v="1714"/>
          <ac:inkMkLst>
            <pc:docMk/>
            <pc:sldMk cId="3941040564" sldId="325"/>
            <ac:inkMk id="8" creationId="{CBBE1A1F-B005-CCB8-ACBA-C17375AB3B6E}"/>
          </ac:inkMkLst>
        </pc:inkChg>
        <pc:inkChg chg="add reco">
          <ac:chgData name="MINATI RATH ." userId="c069ce78-7b3e-49df-863c-37cd5cba8d18" providerId="ADAL" clId="{88DB0432-0257-4B9C-AC44-4607F71EAFFD}" dt="2026-01-24T13:24:16.279" v="1714"/>
          <ac:inkMkLst>
            <pc:docMk/>
            <pc:sldMk cId="3941040564" sldId="325"/>
            <ac:inkMk id="9" creationId="{5ECCCD55-966D-6151-67E3-62E88A321A0B}"/>
          </ac:inkMkLst>
        </pc:inkChg>
        <pc:inkChg chg="add del">
          <ac:chgData name="MINATI RATH ." userId="c069ce78-7b3e-49df-863c-37cd5cba8d18" providerId="ADAL" clId="{88DB0432-0257-4B9C-AC44-4607F71EAFFD}" dt="2026-01-24T13:24:18.324" v="1717"/>
          <ac:inkMkLst>
            <pc:docMk/>
            <pc:sldMk cId="3941040564" sldId="325"/>
            <ac:inkMk id="10" creationId="{9D49FCDE-C36F-B535-E8BD-9C05FA1C0F5A}"/>
          </ac:inkMkLst>
        </pc:inkChg>
        <pc:inkChg chg="add del">
          <ac:chgData name="MINATI RATH ." userId="c069ce78-7b3e-49df-863c-37cd5cba8d18" providerId="ADAL" clId="{88DB0432-0257-4B9C-AC44-4607F71EAFFD}" dt="2026-01-24T13:24:18.324" v="1717"/>
          <ac:inkMkLst>
            <pc:docMk/>
            <pc:sldMk cId="3941040564" sldId="325"/>
            <ac:inkMk id="11" creationId="{11EC77D0-62E8-C2D1-77BC-E2CFAE582475}"/>
          </ac:inkMkLst>
        </pc:inkChg>
        <pc:inkChg chg="add reco">
          <ac:chgData name="MINATI RATH ." userId="c069ce78-7b3e-49df-863c-37cd5cba8d18" providerId="ADAL" clId="{88DB0432-0257-4B9C-AC44-4607F71EAFFD}" dt="2026-01-24T13:24:18.324" v="1717"/>
          <ac:inkMkLst>
            <pc:docMk/>
            <pc:sldMk cId="3941040564" sldId="325"/>
            <ac:inkMk id="12" creationId="{1AB371CA-DA45-CBE4-6DB4-20668AA01C58}"/>
          </ac:inkMkLst>
        </pc:inkChg>
        <pc:inkChg chg="add del">
          <ac:chgData name="MINATI RATH ." userId="c069ce78-7b3e-49df-863c-37cd5cba8d18" providerId="ADAL" clId="{88DB0432-0257-4B9C-AC44-4607F71EAFFD}" dt="2026-01-24T13:24:21.291" v="1721"/>
          <ac:inkMkLst>
            <pc:docMk/>
            <pc:sldMk cId="3941040564" sldId="325"/>
            <ac:inkMk id="13" creationId="{B5F6E4AC-0F9D-AA0A-A6DA-B2B77C6CB8EA}"/>
          </ac:inkMkLst>
        </pc:inkChg>
        <pc:inkChg chg="add del">
          <ac:chgData name="MINATI RATH ." userId="c069ce78-7b3e-49df-863c-37cd5cba8d18" providerId="ADAL" clId="{88DB0432-0257-4B9C-AC44-4607F71EAFFD}" dt="2026-01-24T13:24:21.291" v="1721"/>
          <ac:inkMkLst>
            <pc:docMk/>
            <pc:sldMk cId="3941040564" sldId="325"/>
            <ac:inkMk id="14" creationId="{64BA8F5F-BE93-9F5D-BCD9-DD5735070F72}"/>
          </ac:inkMkLst>
        </pc:inkChg>
        <pc:inkChg chg="add del">
          <ac:chgData name="MINATI RATH ." userId="c069ce78-7b3e-49df-863c-37cd5cba8d18" providerId="ADAL" clId="{88DB0432-0257-4B9C-AC44-4607F71EAFFD}" dt="2026-01-24T13:24:21.291" v="1721"/>
          <ac:inkMkLst>
            <pc:docMk/>
            <pc:sldMk cId="3941040564" sldId="325"/>
            <ac:inkMk id="15" creationId="{B9F852F8-5F7F-E5E3-1AF4-FCDD535CC378}"/>
          </ac:inkMkLst>
        </pc:inkChg>
        <pc:inkChg chg="add reco">
          <ac:chgData name="MINATI RATH ." userId="c069ce78-7b3e-49df-863c-37cd5cba8d18" providerId="ADAL" clId="{88DB0432-0257-4B9C-AC44-4607F71EAFFD}" dt="2026-01-24T13:24:21.291" v="1721"/>
          <ac:inkMkLst>
            <pc:docMk/>
            <pc:sldMk cId="3941040564" sldId="325"/>
            <ac:inkMk id="16" creationId="{74F6D55B-C40B-750C-2637-1DF363EA8F02}"/>
          </ac:inkMkLst>
        </pc:inkChg>
        <pc:inkChg chg="add">
          <ac:chgData name="MINATI RATH ." userId="c069ce78-7b3e-49df-863c-37cd5cba8d18" providerId="ADAL" clId="{88DB0432-0257-4B9C-AC44-4607F71EAFFD}" dt="2026-01-24T13:24:27.006" v="1722"/>
          <ac:inkMkLst>
            <pc:docMk/>
            <pc:sldMk cId="3941040564" sldId="325"/>
            <ac:inkMk id="17" creationId="{EB897590-066A-21EE-3F0E-331B7121B5FC}"/>
          </ac:inkMkLst>
        </pc:inkChg>
        <pc:inkChg chg="add del">
          <ac:chgData name="MINATI RATH ." userId="c069ce78-7b3e-49df-863c-37cd5cba8d18" providerId="ADAL" clId="{88DB0432-0257-4B9C-AC44-4607F71EAFFD}" dt="2026-01-24T13:32:02.553" v="1934"/>
          <ac:inkMkLst>
            <pc:docMk/>
            <pc:sldMk cId="3941040564" sldId="325"/>
            <ac:inkMk id="18" creationId="{797092A2-0027-231C-D4F9-A7FA26C1718A}"/>
          </ac:inkMkLst>
        </pc:inkChg>
        <pc:inkChg chg="add del">
          <ac:chgData name="MINATI RATH ." userId="c069ce78-7b3e-49df-863c-37cd5cba8d18" providerId="ADAL" clId="{88DB0432-0257-4B9C-AC44-4607F71EAFFD}" dt="2026-01-24T13:32:02.553" v="1934"/>
          <ac:inkMkLst>
            <pc:docMk/>
            <pc:sldMk cId="3941040564" sldId="325"/>
            <ac:inkMk id="19" creationId="{4F4493C4-9D65-136E-325D-7503214C889C}"/>
          </ac:inkMkLst>
        </pc:inkChg>
        <pc:inkChg chg="add reco">
          <ac:chgData name="MINATI RATH ." userId="c069ce78-7b3e-49df-863c-37cd5cba8d18" providerId="ADAL" clId="{88DB0432-0257-4B9C-AC44-4607F71EAFFD}" dt="2026-01-24T13:32:02.553" v="1934"/>
          <ac:inkMkLst>
            <pc:docMk/>
            <pc:sldMk cId="3941040564" sldId="325"/>
            <ac:inkMk id="20" creationId="{2FF25844-DFA8-2BF8-43D0-D3B8681261EA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1" creationId="{24242246-F157-7746-45A8-870C09D6D840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2" creationId="{FFE014F2-E491-6902-D1CA-A93F806C18FA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3" creationId="{59A05B15-9A27-D211-0317-E49F4A667106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4" creationId="{377FD25A-31F2-512A-47AC-B41343FEB12C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5" creationId="{1032DB73-0124-5944-484D-B156D60F8777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6" creationId="{50EC68C3-3959-81E7-DB53-93312C8E0E84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7" creationId="{0F02E4C7-C9B9-31B0-65A5-63C2AF1969B7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8" creationId="{2905409C-8DE1-9FA4-5D27-36E4DB721680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29" creationId="{53682769-2455-2DC4-19AB-6403C0AB1671}"/>
          </ac:inkMkLst>
        </pc:inkChg>
        <pc:inkChg chg="add del">
          <ac:chgData name="MINATI RATH ." userId="c069ce78-7b3e-49df-863c-37cd5cba8d18" providerId="ADAL" clId="{88DB0432-0257-4B9C-AC44-4607F71EAFFD}" dt="2026-01-24T13:32:11.379" v="1945"/>
          <ac:inkMkLst>
            <pc:docMk/>
            <pc:sldMk cId="3941040564" sldId="325"/>
            <ac:inkMk id="30" creationId="{5053AED8-47E7-8196-65F7-73C840181245}"/>
          </ac:inkMkLst>
        </pc:inkChg>
        <pc:inkChg chg="add">
          <ac:chgData name="MINATI RATH ." userId="c069ce78-7b3e-49df-863c-37cd5cba8d18" providerId="ADAL" clId="{88DB0432-0257-4B9C-AC44-4607F71EAFFD}" dt="2026-01-24T13:32:12.821" v="1946"/>
          <ac:inkMkLst>
            <pc:docMk/>
            <pc:sldMk cId="3941040564" sldId="325"/>
            <ac:inkMk id="32" creationId="{3D4A73DB-56C2-C2B0-12C4-48C6AF760C2E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33" creationId="{1E10E988-4B6A-9C00-FA59-E19059DE9EA4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34" creationId="{B3F4A880-ACF1-B04D-C710-B1FCD1525ECD}"/>
          </ac:inkMkLst>
        </pc:inkChg>
        <pc:inkChg chg="add">
          <ac:chgData name="MINATI RATH ." userId="c069ce78-7b3e-49df-863c-37cd5cba8d18" providerId="ADAL" clId="{88DB0432-0257-4B9C-AC44-4607F71EAFFD}" dt="2026-01-24T13:32:14.193" v="1949"/>
          <ac:inkMkLst>
            <pc:docMk/>
            <pc:sldMk cId="3941040564" sldId="325"/>
            <ac:inkMk id="35" creationId="{43B6045E-1CE5-C60F-C138-B1334CABA650}"/>
          </ac:inkMkLst>
        </pc:inkChg>
        <pc:inkChg chg="add">
          <ac:chgData name="MINATI RATH ." userId="c069ce78-7b3e-49df-863c-37cd5cba8d18" providerId="ADAL" clId="{88DB0432-0257-4B9C-AC44-4607F71EAFFD}" dt="2026-01-24T13:32:15.237" v="1950"/>
          <ac:inkMkLst>
            <pc:docMk/>
            <pc:sldMk cId="3941040564" sldId="325"/>
            <ac:inkMk id="36" creationId="{D49C4924-541B-26A8-98AE-BC2B6ACA421C}"/>
          </ac:inkMkLst>
        </pc:inkChg>
        <pc:inkChg chg="add">
          <ac:chgData name="MINATI RATH ." userId="c069ce78-7b3e-49df-863c-37cd5cba8d18" providerId="ADAL" clId="{88DB0432-0257-4B9C-AC44-4607F71EAFFD}" dt="2026-01-24T13:32:15.855" v="1951"/>
          <ac:inkMkLst>
            <pc:docMk/>
            <pc:sldMk cId="3941040564" sldId="325"/>
            <ac:inkMk id="37" creationId="{751918D1-DBB1-12CB-FB36-6A025BC5A311}"/>
          </ac:inkMkLst>
        </pc:inkChg>
        <pc:inkChg chg="add">
          <ac:chgData name="MINATI RATH ." userId="c069ce78-7b3e-49df-863c-37cd5cba8d18" providerId="ADAL" clId="{88DB0432-0257-4B9C-AC44-4607F71EAFFD}" dt="2026-01-24T13:32:17.294" v="1952"/>
          <ac:inkMkLst>
            <pc:docMk/>
            <pc:sldMk cId="3941040564" sldId="325"/>
            <ac:inkMk id="38" creationId="{2CD4FDB8-ABBF-AD39-E12B-D40E01D5D0D9}"/>
          </ac:inkMkLst>
        </pc:inkChg>
        <pc:inkChg chg="add">
          <ac:chgData name="MINATI RATH ." userId="c069ce78-7b3e-49df-863c-37cd5cba8d18" providerId="ADAL" clId="{88DB0432-0257-4B9C-AC44-4607F71EAFFD}" dt="2026-01-24T13:32:18.094" v="1953"/>
          <ac:inkMkLst>
            <pc:docMk/>
            <pc:sldMk cId="3941040564" sldId="325"/>
            <ac:inkMk id="39" creationId="{B479C7F8-EB14-F691-D64D-F408EE4B8FD8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0" creationId="{847A81B3-8DEC-86DB-8F5B-E7935A82B7CF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1" creationId="{CEC614DB-90AA-BE35-032E-0B1003D879C9}"/>
          </ac:inkMkLst>
        </pc:inkChg>
        <pc:inkChg chg="add">
          <ac:chgData name="MINATI RATH ." userId="c069ce78-7b3e-49df-863c-37cd5cba8d18" providerId="ADAL" clId="{88DB0432-0257-4B9C-AC44-4607F71EAFFD}" dt="2026-01-24T13:32:19.005" v="1956"/>
          <ac:inkMkLst>
            <pc:docMk/>
            <pc:sldMk cId="3941040564" sldId="325"/>
            <ac:inkMk id="42" creationId="{FFFFF74F-E09F-1A76-4954-6D3FDB88E75D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3" creationId="{45C7C745-36AB-316E-B6AF-6289B76B831B}"/>
          </ac:inkMkLst>
        </pc:inkChg>
        <pc:inkChg chg="add">
          <ac:chgData name="MINATI RATH ." userId="c069ce78-7b3e-49df-863c-37cd5cba8d18" providerId="ADAL" clId="{88DB0432-0257-4B9C-AC44-4607F71EAFFD}" dt="2026-01-24T13:32:19.410" v="1958"/>
          <ac:inkMkLst>
            <pc:docMk/>
            <pc:sldMk cId="3941040564" sldId="325"/>
            <ac:inkMk id="44" creationId="{257E3166-FAFD-DBCD-5B89-E5D586D9D24E}"/>
          </ac:inkMkLst>
        </pc:inkChg>
        <pc:inkChg chg="add">
          <ac:chgData name="MINATI RATH ." userId="c069ce78-7b3e-49df-863c-37cd5cba8d18" providerId="ADAL" clId="{88DB0432-0257-4B9C-AC44-4607F71EAFFD}" dt="2026-01-24T13:32:19.575" v="1959"/>
          <ac:inkMkLst>
            <pc:docMk/>
            <pc:sldMk cId="3941040564" sldId="325"/>
            <ac:inkMk id="45" creationId="{BC82951A-C4DA-C640-0DEA-65DB6CD594C2}"/>
          </ac:inkMkLst>
        </pc:inkChg>
        <pc:inkChg chg="add">
          <ac:chgData name="MINATI RATH ." userId="c069ce78-7b3e-49df-863c-37cd5cba8d18" providerId="ADAL" clId="{88DB0432-0257-4B9C-AC44-4607F71EAFFD}" dt="2026-01-24T13:32:19.687" v="1960"/>
          <ac:inkMkLst>
            <pc:docMk/>
            <pc:sldMk cId="3941040564" sldId="325"/>
            <ac:inkMk id="46" creationId="{94FBE144-14BB-C1A8-EF81-31FCA3BE59AE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7" creationId="{02F0B2C3-9212-23EE-FD6E-C9EA22296001}"/>
          </ac:inkMkLst>
        </pc:inkChg>
        <pc:inkChg chg="add del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8" creationId="{8D57FDB8-4472-BB0C-17CB-868D3344C30F}"/>
          </ac:inkMkLst>
        </pc:inkChg>
        <pc:inkChg chg="add reco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49" creationId="{62D16A18-DB95-2609-402B-E9469F947D88}"/>
          </ac:inkMkLst>
        </pc:inkChg>
        <pc:inkChg chg="add reco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50" creationId="{CAE890BF-9988-16D5-7266-A59EA88F3F71}"/>
          </ac:inkMkLst>
        </pc:inkChg>
        <pc:inkChg chg="add reco">
          <ac:chgData name="MINATI RATH ." userId="c069ce78-7b3e-49df-863c-37cd5cba8d18" providerId="ADAL" clId="{88DB0432-0257-4B9C-AC44-4607F71EAFFD}" dt="2026-01-24T13:32:21.845" v="1963"/>
          <ac:inkMkLst>
            <pc:docMk/>
            <pc:sldMk cId="3941040564" sldId="325"/>
            <ac:inkMk id="51" creationId="{D4C838A6-E1E4-655B-6300-13E1D0EBDDCD}"/>
          </ac:inkMkLst>
        </pc:inkChg>
      </pc:sldChg>
      <pc:sldChg chg="addSp delSp mod">
        <pc:chgData name="MINATI RATH ." userId="c069ce78-7b3e-49df-863c-37cd5cba8d18" providerId="ADAL" clId="{88DB0432-0257-4B9C-AC44-4607F71EAFFD}" dt="2026-01-24T13:32:32.924" v="1965"/>
        <pc:sldMkLst>
          <pc:docMk/>
          <pc:sldMk cId="2346179848" sldId="326"/>
        </pc:sldMkLst>
        <pc:inkChg chg="add del">
          <ac:chgData name="MINATI RATH ." userId="c069ce78-7b3e-49df-863c-37cd5cba8d18" providerId="ADAL" clId="{88DB0432-0257-4B9C-AC44-4607F71EAFFD}" dt="2026-01-24T13:24:48.124" v="1725"/>
          <ac:inkMkLst>
            <pc:docMk/>
            <pc:sldMk cId="2346179848" sldId="326"/>
            <ac:inkMk id="3" creationId="{D9840DDE-0AF1-51CA-2943-264C82ACDAAB}"/>
          </ac:inkMkLst>
        </pc:inkChg>
        <pc:inkChg chg="add del">
          <ac:chgData name="MINATI RATH ." userId="c069ce78-7b3e-49df-863c-37cd5cba8d18" providerId="ADAL" clId="{88DB0432-0257-4B9C-AC44-4607F71EAFFD}" dt="2026-01-24T13:24:48.124" v="1725"/>
          <ac:inkMkLst>
            <pc:docMk/>
            <pc:sldMk cId="2346179848" sldId="326"/>
            <ac:inkMk id="4" creationId="{343C3C53-14A2-E93C-9861-8148F0EA9BA3}"/>
          </ac:inkMkLst>
        </pc:inkChg>
        <pc:inkChg chg="add reco">
          <ac:chgData name="MINATI RATH ." userId="c069ce78-7b3e-49df-863c-37cd5cba8d18" providerId="ADAL" clId="{88DB0432-0257-4B9C-AC44-4607F71EAFFD}" dt="2026-01-24T13:24:48.124" v="1725"/>
          <ac:inkMkLst>
            <pc:docMk/>
            <pc:sldMk cId="2346179848" sldId="326"/>
            <ac:inkMk id="5" creationId="{AA7E1290-1EA8-E020-2221-B52405FC6451}"/>
          </ac:inkMkLst>
        </pc:inkChg>
        <pc:inkChg chg="add">
          <ac:chgData name="MINATI RATH ." userId="c069ce78-7b3e-49df-863c-37cd5cba8d18" providerId="ADAL" clId="{88DB0432-0257-4B9C-AC44-4607F71EAFFD}" dt="2026-01-24T13:24:49.186" v="1726"/>
          <ac:inkMkLst>
            <pc:docMk/>
            <pc:sldMk cId="2346179848" sldId="326"/>
            <ac:inkMk id="6" creationId="{BAC8E7A1-69CC-9C2A-938C-6B34DAF3E7A6}"/>
          </ac:inkMkLst>
        </pc:inkChg>
        <pc:inkChg chg="add">
          <ac:chgData name="MINATI RATH ." userId="c069ce78-7b3e-49df-863c-37cd5cba8d18" providerId="ADAL" clId="{88DB0432-0257-4B9C-AC44-4607F71EAFFD}" dt="2026-01-24T13:24:52.953" v="1727"/>
          <ac:inkMkLst>
            <pc:docMk/>
            <pc:sldMk cId="2346179848" sldId="326"/>
            <ac:inkMk id="7" creationId="{0BBF67D8-0457-5846-5397-45F83B7B99CD}"/>
          </ac:inkMkLst>
        </pc:inkChg>
        <pc:inkChg chg="add">
          <ac:chgData name="MINATI RATH ." userId="c069ce78-7b3e-49df-863c-37cd5cba8d18" providerId="ADAL" clId="{88DB0432-0257-4B9C-AC44-4607F71EAFFD}" dt="2026-01-24T13:24:56.895" v="1728"/>
          <ac:inkMkLst>
            <pc:docMk/>
            <pc:sldMk cId="2346179848" sldId="326"/>
            <ac:inkMk id="8" creationId="{0C35A4C9-8794-5727-BB92-C05253D4CF34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9" creationId="{7281DD5B-A613-8C33-4979-F16C0F0E3B06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0" creationId="{491C6B96-5E53-A22E-B758-307E784C1128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1" creationId="{0E9EA193-DEF0-11EB-12C9-714924756A46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2" creationId="{AC86948E-4B19-B9A0-23E3-F2F2BC7FF5C0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3" creationId="{2FC9387C-C9EB-D707-0841-3E0BFD492D6E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4" creationId="{3EFEE08A-FB7D-FD6A-F8D3-64540CC4C14C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5" creationId="{60C31D37-D503-9398-0BC6-BC3277BE4FF2}"/>
          </ac:inkMkLst>
        </pc:inkChg>
        <pc:inkChg chg="add del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6" creationId="{FB5E0A1C-C563-2909-9B0B-4023709E734A}"/>
          </ac:inkMkLst>
        </pc:inkChg>
        <pc:inkChg chg="add reco">
          <ac:chgData name="MINATI RATH ." userId="c069ce78-7b3e-49df-863c-37cd5cba8d18" providerId="ADAL" clId="{88DB0432-0257-4B9C-AC44-4607F71EAFFD}" dt="2026-01-24T13:25:13.691" v="1737"/>
          <ac:inkMkLst>
            <pc:docMk/>
            <pc:sldMk cId="2346179848" sldId="326"/>
            <ac:inkMk id="17" creationId="{F3A84541-02B9-049D-1617-D0E7005A7C6A}"/>
          </ac:inkMkLst>
        </pc:inkChg>
        <pc:inkChg chg="add del">
          <ac:chgData name="MINATI RATH ." userId="c069ce78-7b3e-49df-863c-37cd5cba8d18" providerId="ADAL" clId="{88DB0432-0257-4B9C-AC44-4607F71EAFFD}" dt="2026-01-24T13:25:15.703" v="1740"/>
          <ac:inkMkLst>
            <pc:docMk/>
            <pc:sldMk cId="2346179848" sldId="326"/>
            <ac:inkMk id="18" creationId="{FAFF6CDC-0728-1CCD-1A9A-AF10F021C9C9}"/>
          </ac:inkMkLst>
        </pc:inkChg>
        <pc:inkChg chg="add del">
          <ac:chgData name="MINATI RATH ." userId="c069ce78-7b3e-49df-863c-37cd5cba8d18" providerId="ADAL" clId="{88DB0432-0257-4B9C-AC44-4607F71EAFFD}" dt="2026-01-24T13:25:15.703" v="1740"/>
          <ac:inkMkLst>
            <pc:docMk/>
            <pc:sldMk cId="2346179848" sldId="326"/>
            <ac:inkMk id="19" creationId="{3A819BA1-8955-A186-56F7-F7575ABAEBEB}"/>
          </ac:inkMkLst>
        </pc:inkChg>
        <pc:inkChg chg="add reco">
          <ac:chgData name="MINATI RATH ." userId="c069ce78-7b3e-49df-863c-37cd5cba8d18" providerId="ADAL" clId="{88DB0432-0257-4B9C-AC44-4607F71EAFFD}" dt="2026-01-24T13:25:15.703" v="1740"/>
          <ac:inkMkLst>
            <pc:docMk/>
            <pc:sldMk cId="2346179848" sldId="326"/>
            <ac:inkMk id="20" creationId="{39E2D572-657A-A556-7D81-FAB186EBF420}"/>
          </ac:inkMkLst>
        </pc:inkChg>
        <pc:inkChg chg="add">
          <ac:chgData name="MINATI RATH ." userId="c069ce78-7b3e-49df-863c-37cd5cba8d18" providerId="ADAL" clId="{88DB0432-0257-4B9C-AC44-4607F71EAFFD}" dt="2026-01-24T13:25:16.681" v="1741"/>
          <ac:inkMkLst>
            <pc:docMk/>
            <pc:sldMk cId="2346179848" sldId="326"/>
            <ac:inkMk id="21" creationId="{266FE24E-A28A-0AFA-B563-A21CDEECF05E}"/>
          </ac:inkMkLst>
        </pc:inkChg>
        <pc:inkChg chg="add del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2" creationId="{444DB77E-BDE8-D074-6A10-AF74C50ECB80}"/>
          </ac:inkMkLst>
        </pc:inkChg>
        <pc:inkChg chg="add del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3" creationId="{CD787D33-772A-CEFA-FCC6-AB2C51E3E186}"/>
          </ac:inkMkLst>
        </pc:inkChg>
        <pc:inkChg chg="add del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4" creationId="{85C6BB42-BDB9-2584-C5F0-A27A4E50B5DB}"/>
          </ac:inkMkLst>
        </pc:inkChg>
        <pc:inkChg chg="add del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5" creationId="{7DEEA0A7-E3A5-224E-4DF8-374AEC7AA6A1}"/>
          </ac:inkMkLst>
        </pc:inkChg>
        <pc:inkChg chg="add del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6" creationId="{742C2026-6CFA-B477-A53C-3B6AA9102C4F}"/>
          </ac:inkMkLst>
        </pc:inkChg>
        <pc:inkChg chg="add reco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7" creationId="{E246187D-CA8F-0A7F-030C-9802DBB4C46F}"/>
          </ac:inkMkLst>
        </pc:inkChg>
        <pc:inkChg chg="add reco">
          <ac:chgData name="MINATI RATH ." userId="c069ce78-7b3e-49df-863c-37cd5cba8d18" providerId="ADAL" clId="{88DB0432-0257-4B9C-AC44-4607F71EAFFD}" dt="2026-01-24T13:25:22.397" v="1747"/>
          <ac:inkMkLst>
            <pc:docMk/>
            <pc:sldMk cId="2346179848" sldId="326"/>
            <ac:inkMk id="28" creationId="{8D004EC1-8461-F73D-C62C-6871FBD7E8CE}"/>
          </ac:inkMkLst>
        </pc:inkChg>
        <pc:inkChg chg="add del">
          <ac:chgData name="MINATI RATH ." userId="c069ce78-7b3e-49df-863c-37cd5cba8d18" providerId="ADAL" clId="{88DB0432-0257-4B9C-AC44-4607F71EAFFD}" dt="2026-01-24T13:25:26.752" v="1751"/>
          <ac:inkMkLst>
            <pc:docMk/>
            <pc:sldMk cId="2346179848" sldId="326"/>
            <ac:inkMk id="29" creationId="{E8737DFC-EFA0-D292-673F-67BF907DBC80}"/>
          </ac:inkMkLst>
        </pc:inkChg>
        <pc:inkChg chg="add del">
          <ac:chgData name="MINATI RATH ." userId="c069ce78-7b3e-49df-863c-37cd5cba8d18" providerId="ADAL" clId="{88DB0432-0257-4B9C-AC44-4607F71EAFFD}" dt="2026-01-24T13:25:26.752" v="1751"/>
          <ac:inkMkLst>
            <pc:docMk/>
            <pc:sldMk cId="2346179848" sldId="326"/>
            <ac:inkMk id="30" creationId="{C2C02CD7-779E-185C-B86B-A5F1447DD6F0}"/>
          </ac:inkMkLst>
        </pc:inkChg>
        <pc:inkChg chg="add del">
          <ac:chgData name="MINATI RATH ." userId="c069ce78-7b3e-49df-863c-37cd5cba8d18" providerId="ADAL" clId="{88DB0432-0257-4B9C-AC44-4607F71EAFFD}" dt="2026-01-24T13:25:26.752" v="1751"/>
          <ac:inkMkLst>
            <pc:docMk/>
            <pc:sldMk cId="2346179848" sldId="326"/>
            <ac:inkMk id="31" creationId="{D56A6F6D-7726-6A68-0158-34FAB5BF9224}"/>
          </ac:inkMkLst>
        </pc:inkChg>
        <pc:inkChg chg="add reco">
          <ac:chgData name="MINATI RATH ." userId="c069ce78-7b3e-49df-863c-37cd5cba8d18" providerId="ADAL" clId="{88DB0432-0257-4B9C-AC44-4607F71EAFFD}" dt="2026-01-24T13:25:26.752" v="1751"/>
          <ac:inkMkLst>
            <pc:docMk/>
            <pc:sldMk cId="2346179848" sldId="326"/>
            <ac:inkMk id="32" creationId="{A3092281-5EE5-DED3-912C-7337463347E8}"/>
          </ac:inkMkLst>
        </pc:inkChg>
        <pc:inkChg chg="add del">
          <ac:chgData name="MINATI RATH ." userId="c069ce78-7b3e-49df-863c-37cd5cba8d18" providerId="ADAL" clId="{88DB0432-0257-4B9C-AC44-4607F71EAFFD}" dt="2026-01-24T13:25:32.743" v="1755"/>
          <ac:inkMkLst>
            <pc:docMk/>
            <pc:sldMk cId="2346179848" sldId="326"/>
            <ac:inkMk id="33" creationId="{27BBF751-3A20-1857-AAE0-6172AD262F42}"/>
          </ac:inkMkLst>
        </pc:inkChg>
        <pc:inkChg chg="add del">
          <ac:chgData name="MINATI RATH ." userId="c069ce78-7b3e-49df-863c-37cd5cba8d18" providerId="ADAL" clId="{88DB0432-0257-4B9C-AC44-4607F71EAFFD}" dt="2026-01-24T13:25:32.743" v="1755"/>
          <ac:inkMkLst>
            <pc:docMk/>
            <pc:sldMk cId="2346179848" sldId="326"/>
            <ac:inkMk id="34" creationId="{F4821E3D-7CA6-4194-1F3B-DED57F3A59C5}"/>
          </ac:inkMkLst>
        </pc:inkChg>
        <pc:inkChg chg="add del">
          <ac:chgData name="MINATI RATH ." userId="c069ce78-7b3e-49df-863c-37cd5cba8d18" providerId="ADAL" clId="{88DB0432-0257-4B9C-AC44-4607F71EAFFD}" dt="2026-01-24T13:25:32.743" v="1755"/>
          <ac:inkMkLst>
            <pc:docMk/>
            <pc:sldMk cId="2346179848" sldId="326"/>
            <ac:inkMk id="35" creationId="{C7924A07-9A3A-5DF7-7793-783860197279}"/>
          </ac:inkMkLst>
        </pc:inkChg>
        <pc:inkChg chg="add reco">
          <ac:chgData name="MINATI RATH ." userId="c069ce78-7b3e-49df-863c-37cd5cba8d18" providerId="ADAL" clId="{88DB0432-0257-4B9C-AC44-4607F71EAFFD}" dt="2026-01-24T13:25:32.743" v="1755"/>
          <ac:inkMkLst>
            <pc:docMk/>
            <pc:sldMk cId="2346179848" sldId="326"/>
            <ac:inkMk id="36" creationId="{D5D0144C-5551-7A77-3931-D6508C32BC08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37" creationId="{60E223E2-32C6-C496-022C-6449E0B0BEEC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38" creationId="{6489E86B-56AC-26FC-44D4-1D7BD68135C1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39" creationId="{123F67E4-0033-AC14-8D70-2755964CFED0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0" creationId="{63E18B3B-9ACB-09CC-E114-C1C2F799D60D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1" creationId="{391971C4-879D-B0F6-7F11-5A8CA19A1E08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2" creationId="{A12A712C-565C-182C-42A0-FCFC84212195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3" creationId="{E210F4EB-D0A2-F6D7-9155-FB3A5F406384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4" creationId="{AA9882C1-734B-1CDF-E71F-2064E3E67969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5" creationId="{D3420745-3B81-7913-C3EB-E69E7AD015D8}"/>
          </ac:inkMkLst>
        </pc:inkChg>
        <pc:inkChg chg="add del">
          <ac:chgData name="MINATI RATH ." userId="c069ce78-7b3e-49df-863c-37cd5cba8d18" providerId="ADAL" clId="{88DB0432-0257-4B9C-AC44-4607F71EAFFD}" dt="2026-01-24T13:25:38.614" v="1766"/>
          <ac:inkMkLst>
            <pc:docMk/>
            <pc:sldMk cId="2346179848" sldId="326"/>
            <ac:inkMk id="46" creationId="{E4C00CD3-3D00-CE2B-78E8-B3F26876D457}"/>
          </ac:inkMkLst>
        </pc:inkChg>
        <pc:inkChg chg="add del">
          <ac:chgData name="MINATI RATH ." userId="c069ce78-7b3e-49df-863c-37cd5cba8d18" providerId="ADAL" clId="{88DB0432-0257-4B9C-AC44-4607F71EAFFD}" dt="2026-01-24T13:25:40.475" v="1769"/>
          <ac:inkMkLst>
            <pc:docMk/>
            <pc:sldMk cId="2346179848" sldId="326"/>
            <ac:inkMk id="49" creationId="{BAA58BE7-F86E-D6C7-F679-5670E2384137}"/>
          </ac:inkMkLst>
        </pc:inkChg>
        <pc:inkChg chg="add del">
          <ac:chgData name="MINATI RATH ." userId="c069ce78-7b3e-49df-863c-37cd5cba8d18" providerId="ADAL" clId="{88DB0432-0257-4B9C-AC44-4607F71EAFFD}" dt="2026-01-24T13:25:40.475" v="1769"/>
          <ac:inkMkLst>
            <pc:docMk/>
            <pc:sldMk cId="2346179848" sldId="326"/>
            <ac:inkMk id="50" creationId="{41FDB2FA-AC9D-DBEF-38E7-E46AB6C30C78}"/>
          </ac:inkMkLst>
        </pc:inkChg>
        <pc:inkChg chg="add reco">
          <ac:chgData name="MINATI RATH ." userId="c069ce78-7b3e-49df-863c-37cd5cba8d18" providerId="ADAL" clId="{88DB0432-0257-4B9C-AC44-4607F71EAFFD}" dt="2026-01-24T13:25:40.475" v="1769"/>
          <ac:inkMkLst>
            <pc:docMk/>
            <pc:sldMk cId="2346179848" sldId="326"/>
            <ac:inkMk id="51" creationId="{7E5C506F-BF30-C83A-2F8D-1A52086731A3}"/>
          </ac:inkMkLst>
        </pc:inkChg>
        <pc:inkChg chg="add del">
          <ac:chgData name="MINATI RATH ." userId="c069ce78-7b3e-49df-863c-37cd5cba8d18" providerId="ADAL" clId="{88DB0432-0257-4B9C-AC44-4607F71EAFFD}" dt="2026-01-24T13:25:43.869" v="1774"/>
          <ac:inkMkLst>
            <pc:docMk/>
            <pc:sldMk cId="2346179848" sldId="326"/>
            <ac:inkMk id="52" creationId="{AD8D6EBF-4848-AE68-655A-53E5EFF1B33D}"/>
          </ac:inkMkLst>
        </pc:inkChg>
        <pc:inkChg chg="add del">
          <ac:chgData name="MINATI RATH ." userId="c069ce78-7b3e-49df-863c-37cd5cba8d18" providerId="ADAL" clId="{88DB0432-0257-4B9C-AC44-4607F71EAFFD}" dt="2026-01-24T13:25:43.869" v="1774"/>
          <ac:inkMkLst>
            <pc:docMk/>
            <pc:sldMk cId="2346179848" sldId="326"/>
            <ac:inkMk id="53" creationId="{0A553AA5-C23F-E16A-429C-14D5351333C3}"/>
          </ac:inkMkLst>
        </pc:inkChg>
        <pc:inkChg chg="add del">
          <ac:chgData name="MINATI RATH ." userId="c069ce78-7b3e-49df-863c-37cd5cba8d18" providerId="ADAL" clId="{88DB0432-0257-4B9C-AC44-4607F71EAFFD}" dt="2026-01-24T13:25:43.869" v="1774"/>
          <ac:inkMkLst>
            <pc:docMk/>
            <pc:sldMk cId="2346179848" sldId="326"/>
            <ac:inkMk id="54" creationId="{939DEF56-DB91-66BF-9AC8-23384A9B122E}"/>
          </ac:inkMkLst>
        </pc:inkChg>
        <pc:inkChg chg="add del">
          <ac:chgData name="MINATI RATH ." userId="c069ce78-7b3e-49df-863c-37cd5cba8d18" providerId="ADAL" clId="{88DB0432-0257-4B9C-AC44-4607F71EAFFD}" dt="2026-01-24T13:25:43.869" v="1774"/>
          <ac:inkMkLst>
            <pc:docMk/>
            <pc:sldMk cId="2346179848" sldId="326"/>
            <ac:inkMk id="55" creationId="{7C8E42A2-3A39-3DF6-DBA1-05F02BF7F77F}"/>
          </ac:inkMkLst>
        </pc:inkChg>
        <pc:inkChg chg="add reco">
          <ac:chgData name="MINATI RATH ." userId="c069ce78-7b3e-49df-863c-37cd5cba8d18" providerId="ADAL" clId="{88DB0432-0257-4B9C-AC44-4607F71EAFFD}" dt="2026-01-24T13:25:43.869" v="1774"/>
          <ac:inkMkLst>
            <pc:docMk/>
            <pc:sldMk cId="2346179848" sldId="326"/>
            <ac:inkMk id="56" creationId="{8DE8264C-0876-7C59-FE7C-427235800386}"/>
          </ac:inkMkLst>
        </pc:inkChg>
        <pc:inkChg chg="add">
          <ac:chgData name="MINATI RATH ." userId="c069ce78-7b3e-49df-863c-37cd5cba8d18" providerId="ADAL" clId="{88DB0432-0257-4B9C-AC44-4607F71EAFFD}" dt="2026-01-24T13:25:46.362" v="1775"/>
          <ac:inkMkLst>
            <pc:docMk/>
            <pc:sldMk cId="2346179848" sldId="326"/>
            <ac:inkMk id="57" creationId="{DEE3A0BE-0598-4114-580E-A26671DFBFB2}"/>
          </ac:inkMkLst>
        </pc:inkChg>
        <pc:inkChg chg="add">
          <ac:chgData name="MINATI RATH ." userId="c069ce78-7b3e-49df-863c-37cd5cba8d18" providerId="ADAL" clId="{88DB0432-0257-4B9C-AC44-4607F71EAFFD}" dt="2026-01-24T13:25:54.273" v="1776"/>
          <ac:inkMkLst>
            <pc:docMk/>
            <pc:sldMk cId="2346179848" sldId="326"/>
            <ac:inkMk id="58" creationId="{878BD8E6-8604-8D43-E03F-E0E8D67A1882}"/>
          </ac:inkMkLst>
        </pc:inkChg>
        <pc:inkChg chg="add">
          <ac:chgData name="MINATI RATH ." userId="c069ce78-7b3e-49df-863c-37cd5cba8d18" providerId="ADAL" clId="{88DB0432-0257-4B9C-AC44-4607F71EAFFD}" dt="2026-01-24T13:25:54.748" v="1777"/>
          <ac:inkMkLst>
            <pc:docMk/>
            <pc:sldMk cId="2346179848" sldId="326"/>
            <ac:inkMk id="59" creationId="{1D71EFD1-6746-EBF5-A236-08B810F5603F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60" creationId="{5C29E43C-DC40-E061-000C-FEFFB3CB0F63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61" creationId="{FD948A73-A67A-D528-ABA1-090152A858F1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62" creationId="{9E1CF1C0-F66B-AB30-3670-FE012B707FC2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63" creationId="{2EBB7449-EA57-9BA2-C30F-713191135F29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56" creationId="{4A65EB62-53F5-0945-CDF6-5D4205BE33B9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57" creationId="{F910E5E3-79E9-0AB9-3235-F0F0E3082BF2}"/>
          </ac:inkMkLst>
        </pc:inkChg>
        <pc:inkChg chg="add">
          <ac:chgData name="MINATI RATH ." userId="c069ce78-7b3e-49df-863c-37cd5cba8d18" providerId="ADAL" clId="{88DB0432-0257-4B9C-AC44-4607F71EAFFD}" dt="2026-01-24T13:25:59.543" v="1784"/>
          <ac:inkMkLst>
            <pc:docMk/>
            <pc:sldMk cId="2346179848" sldId="326"/>
            <ac:inkMk id="19460" creationId="{6182A7BA-8BD6-6C7C-C18B-6F8B40BC5495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61" creationId="{F7DA1270-F424-03CA-0FA9-76B82FE83C65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62" creationId="{F0C31FC0-C1E7-643C-2E27-F02AB86D707B}"/>
          </ac:inkMkLst>
        </pc:inkChg>
        <pc:inkChg chg="add del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63" creationId="{4E70C84F-65F0-6BE1-3BED-93CA72BE3A2F}"/>
          </ac:inkMkLst>
        </pc:inkChg>
        <pc:inkChg chg="add reco">
          <ac:chgData name="MINATI RATH ." userId="c069ce78-7b3e-49df-863c-37cd5cba8d18" providerId="ADAL" clId="{88DB0432-0257-4B9C-AC44-4607F71EAFFD}" dt="2026-01-24T13:26:02.815" v="1788"/>
          <ac:inkMkLst>
            <pc:docMk/>
            <pc:sldMk cId="2346179848" sldId="326"/>
            <ac:inkMk id="19464" creationId="{37358E0F-3ACC-06A7-E7A9-4AB6907C59E5}"/>
          </ac:inkMkLst>
        </pc:inkChg>
        <pc:inkChg chg="add del">
          <ac:chgData name="MINATI RATH ." userId="c069ce78-7b3e-49df-863c-37cd5cba8d18" providerId="ADAL" clId="{88DB0432-0257-4B9C-AC44-4607F71EAFFD}" dt="2026-01-24T13:26:07.848" v="1791"/>
          <ac:inkMkLst>
            <pc:docMk/>
            <pc:sldMk cId="2346179848" sldId="326"/>
            <ac:inkMk id="19465" creationId="{F06A8232-5341-B029-B21F-A991F5B5DB44}"/>
          </ac:inkMkLst>
        </pc:inkChg>
        <pc:inkChg chg="add del">
          <ac:chgData name="MINATI RATH ." userId="c069ce78-7b3e-49df-863c-37cd5cba8d18" providerId="ADAL" clId="{88DB0432-0257-4B9C-AC44-4607F71EAFFD}" dt="2026-01-24T13:26:07.848" v="1791"/>
          <ac:inkMkLst>
            <pc:docMk/>
            <pc:sldMk cId="2346179848" sldId="326"/>
            <ac:inkMk id="19466" creationId="{1FF787E3-5592-1D66-B230-B2B3254B861E}"/>
          </ac:inkMkLst>
        </pc:inkChg>
        <pc:inkChg chg="add reco">
          <ac:chgData name="MINATI RATH ." userId="c069ce78-7b3e-49df-863c-37cd5cba8d18" providerId="ADAL" clId="{88DB0432-0257-4B9C-AC44-4607F71EAFFD}" dt="2026-01-24T13:26:07.848" v="1791"/>
          <ac:inkMkLst>
            <pc:docMk/>
            <pc:sldMk cId="2346179848" sldId="326"/>
            <ac:inkMk id="19467" creationId="{4722AE7B-E631-079D-ACC7-F055B7104E4D}"/>
          </ac:inkMkLst>
        </pc:inkChg>
        <pc:inkChg chg="add del">
          <ac:chgData name="MINATI RATH ." userId="c069ce78-7b3e-49df-863c-37cd5cba8d18" providerId="ADAL" clId="{88DB0432-0257-4B9C-AC44-4607F71EAFFD}" dt="2026-01-24T13:26:11.567" v="1795"/>
          <ac:inkMkLst>
            <pc:docMk/>
            <pc:sldMk cId="2346179848" sldId="326"/>
            <ac:inkMk id="19468" creationId="{F6B5CECB-029F-FFEB-5D7F-55D841729DCB}"/>
          </ac:inkMkLst>
        </pc:inkChg>
        <pc:inkChg chg="add del">
          <ac:chgData name="MINATI RATH ." userId="c069ce78-7b3e-49df-863c-37cd5cba8d18" providerId="ADAL" clId="{88DB0432-0257-4B9C-AC44-4607F71EAFFD}" dt="2026-01-24T13:26:11.567" v="1795"/>
          <ac:inkMkLst>
            <pc:docMk/>
            <pc:sldMk cId="2346179848" sldId="326"/>
            <ac:inkMk id="19469" creationId="{5D868EF0-8EF4-E0DD-3410-BC3205B31515}"/>
          </ac:inkMkLst>
        </pc:inkChg>
        <pc:inkChg chg="add del">
          <ac:chgData name="MINATI RATH ." userId="c069ce78-7b3e-49df-863c-37cd5cba8d18" providerId="ADAL" clId="{88DB0432-0257-4B9C-AC44-4607F71EAFFD}" dt="2026-01-24T13:26:12.335" v="1797"/>
          <ac:inkMkLst>
            <pc:docMk/>
            <pc:sldMk cId="2346179848" sldId="326"/>
            <ac:inkMk id="19470" creationId="{60AAF2AD-379C-1561-527D-9F6562100312}"/>
          </ac:inkMkLst>
        </pc:inkChg>
        <pc:inkChg chg="add reco">
          <ac:chgData name="MINATI RATH ." userId="c069ce78-7b3e-49df-863c-37cd5cba8d18" providerId="ADAL" clId="{88DB0432-0257-4B9C-AC44-4607F71EAFFD}" dt="2026-01-24T13:26:11.567" v="1795"/>
          <ac:inkMkLst>
            <pc:docMk/>
            <pc:sldMk cId="2346179848" sldId="326"/>
            <ac:inkMk id="19471" creationId="{C1E46740-3F34-9008-3589-19A2BCD7CA4F}"/>
          </ac:inkMkLst>
        </pc:inkChg>
        <pc:inkChg chg="add del">
          <ac:chgData name="MINATI RATH ." userId="c069ce78-7b3e-49df-863c-37cd5cba8d18" providerId="ADAL" clId="{88DB0432-0257-4B9C-AC44-4607F71EAFFD}" dt="2026-01-24T13:26:12.335" v="1797"/>
          <ac:inkMkLst>
            <pc:docMk/>
            <pc:sldMk cId="2346179848" sldId="326"/>
            <ac:inkMk id="19472" creationId="{F422DDCE-555F-FBE3-AD7B-128FD3A19468}"/>
          </ac:inkMkLst>
        </pc:inkChg>
        <pc:inkChg chg="add reco">
          <ac:chgData name="MINATI RATH ." userId="c069ce78-7b3e-49df-863c-37cd5cba8d18" providerId="ADAL" clId="{88DB0432-0257-4B9C-AC44-4607F71EAFFD}" dt="2026-01-24T13:26:12.335" v="1797"/>
          <ac:inkMkLst>
            <pc:docMk/>
            <pc:sldMk cId="2346179848" sldId="326"/>
            <ac:inkMk id="19473" creationId="{75EDEDA7-87EB-4BB3-DA84-6A15116B46E1}"/>
          </ac:inkMkLst>
        </pc:inkChg>
        <pc:inkChg chg="add">
          <ac:chgData name="MINATI RATH ." userId="c069ce78-7b3e-49df-863c-37cd5cba8d18" providerId="ADAL" clId="{88DB0432-0257-4B9C-AC44-4607F71EAFFD}" dt="2026-01-24T13:26:13.980" v="1798"/>
          <ac:inkMkLst>
            <pc:docMk/>
            <pc:sldMk cId="2346179848" sldId="326"/>
            <ac:inkMk id="19474" creationId="{8B4B3BBD-59D9-4A94-2332-B5F4F9498199}"/>
          </ac:inkMkLst>
        </pc:inkChg>
        <pc:inkChg chg="add">
          <ac:chgData name="MINATI RATH ." userId="c069ce78-7b3e-49df-863c-37cd5cba8d18" providerId="ADAL" clId="{88DB0432-0257-4B9C-AC44-4607F71EAFFD}" dt="2026-01-24T13:26:30.030" v="1799"/>
          <ac:inkMkLst>
            <pc:docMk/>
            <pc:sldMk cId="2346179848" sldId="326"/>
            <ac:inkMk id="19475" creationId="{21BDEC0B-AAD9-06CB-64F5-A74304B91258}"/>
          </ac:inkMkLst>
        </pc:inkChg>
        <pc:inkChg chg="add del">
          <ac:chgData name="MINATI RATH ." userId="c069ce78-7b3e-49df-863c-37cd5cba8d18" providerId="ADAL" clId="{88DB0432-0257-4B9C-AC44-4607F71EAFFD}" dt="2026-01-24T13:26:51.140" v="1802"/>
          <ac:inkMkLst>
            <pc:docMk/>
            <pc:sldMk cId="2346179848" sldId="326"/>
            <ac:inkMk id="19476" creationId="{6E6F8B5B-8085-2FF5-2DDB-5F5F35187F9A}"/>
          </ac:inkMkLst>
        </pc:inkChg>
        <pc:inkChg chg="add del">
          <ac:chgData name="MINATI RATH ." userId="c069ce78-7b3e-49df-863c-37cd5cba8d18" providerId="ADAL" clId="{88DB0432-0257-4B9C-AC44-4607F71EAFFD}" dt="2026-01-24T13:26:51.140" v="1802"/>
          <ac:inkMkLst>
            <pc:docMk/>
            <pc:sldMk cId="2346179848" sldId="326"/>
            <ac:inkMk id="19477" creationId="{3C72503B-4CC2-A3FF-9BAA-76B703EF41F2}"/>
          </ac:inkMkLst>
        </pc:inkChg>
        <pc:inkChg chg="add reco">
          <ac:chgData name="MINATI RATH ." userId="c069ce78-7b3e-49df-863c-37cd5cba8d18" providerId="ADAL" clId="{88DB0432-0257-4B9C-AC44-4607F71EAFFD}" dt="2026-01-24T13:26:51.140" v="1802"/>
          <ac:inkMkLst>
            <pc:docMk/>
            <pc:sldMk cId="2346179848" sldId="326"/>
            <ac:inkMk id="19478" creationId="{44979E62-16CD-4106-8FDF-47E244E4FF7E}"/>
          </ac:inkMkLst>
        </pc:inkChg>
        <pc:inkChg chg="add">
          <ac:chgData name="MINATI RATH ." userId="c069ce78-7b3e-49df-863c-37cd5cba8d18" providerId="ADAL" clId="{88DB0432-0257-4B9C-AC44-4607F71EAFFD}" dt="2026-01-24T13:26:52.208" v="1803"/>
          <ac:inkMkLst>
            <pc:docMk/>
            <pc:sldMk cId="2346179848" sldId="326"/>
            <ac:inkMk id="19479" creationId="{B83404D7-A09D-911C-B1BC-375D7E4B207C}"/>
          </ac:inkMkLst>
        </pc:inkChg>
        <pc:inkChg chg="add del">
          <ac:chgData name="MINATI RATH ." userId="c069ce78-7b3e-49df-863c-37cd5cba8d18" providerId="ADAL" clId="{88DB0432-0257-4B9C-AC44-4607F71EAFFD}" dt="2026-01-24T13:26:57.402" v="1807"/>
          <ac:inkMkLst>
            <pc:docMk/>
            <pc:sldMk cId="2346179848" sldId="326"/>
            <ac:inkMk id="19480" creationId="{B0BFD139-02C1-1DB7-5A84-3B4247C2CA8C}"/>
          </ac:inkMkLst>
        </pc:inkChg>
        <pc:inkChg chg="add del">
          <ac:chgData name="MINATI RATH ." userId="c069ce78-7b3e-49df-863c-37cd5cba8d18" providerId="ADAL" clId="{88DB0432-0257-4B9C-AC44-4607F71EAFFD}" dt="2026-01-24T13:26:57.402" v="1807"/>
          <ac:inkMkLst>
            <pc:docMk/>
            <pc:sldMk cId="2346179848" sldId="326"/>
            <ac:inkMk id="19481" creationId="{450369EC-3A96-BC3B-FB39-050142AE42D4}"/>
          </ac:inkMkLst>
        </pc:inkChg>
        <pc:inkChg chg="add del">
          <ac:chgData name="MINATI RATH ." userId="c069ce78-7b3e-49df-863c-37cd5cba8d18" providerId="ADAL" clId="{88DB0432-0257-4B9C-AC44-4607F71EAFFD}" dt="2026-01-24T13:26:57.402" v="1807"/>
          <ac:inkMkLst>
            <pc:docMk/>
            <pc:sldMk cId="2346179848" sldId="326"/>
            <ac:inkMk id="19482" creationId="{55DF9D41-E10C-B33B-76AF-DA16601EBDEB}"/>
          </ac:inkMkLst>
        </pc:inkChg>
        <pc:inkChg chg="add reco">
          <ac:chgData name="MINATI RATH ." userId="c069ce78-7b3e-49df-863c-37cd5cba8d18" providerId="ADAL" clId="{88DB0432-0257-4B9C-AC44-4607F71EAFFD}" dt="2026-01-24T13:26:57.402" v="1807"/>
          <ac:inkMkLst>
            <pc:docMk/>
            <pc:sldMk cId="2346179848" sldId="326"/>
            <ac:inkMk id="19483" creationId="{C3A868E8-B5FD-B4B5-9EB7-0D6939000979}"/>
          </ac:inkMkLst>
        </pc:inkChg>
        <pc:inkChg chg="add del">
          <ac:chgData name="MINATI RATH ." userId="c069ce78-7b3e-49df-863c-37cd5cba8d18" providerId="ADAL" clId="{88DB0432-0257-4B9C-AC44-4607F71EAFFD}" dt="2026-01-24T13:27:04.414" v="1811"/>
          <ac:inkMkLst>
            <pc:docMk/>
            <pc:sldMk cId="2346179848" sldId="326"/>
            <ac:inkMk id="19484" creationId="{8742EF4D-F33A-6E96-35EC-D4DB81FEC96F}"/>
          </ac:inkMkLst>
        </pc:inkChg>
        <pc:inkChg chg="add del">
          <ac:chgData name="MINATI RATH ." userId="c069ce78-7b3e-49df-863c-37cd5cba8d18" providerId="ADAL" clId="{88DB0432-0257-4B9C-AC44-4607F71EAFFD}" dt="2026-01-24T13:27:04.414" v="1811"/>
          <ac:inkMkLst>
            <pc:docMk/>
            <pc:sldMk cId="2346179848" sldId="326"/>
            <ac:inkMk id="19485" creationId="{F6E6AF11-4FA6-1B3E-C108-0B4E1AC5EDC5}"/>
          </ac:inkMkLst>
        </pc:inkChg>
        <pc:inkChg chg="add del">
          <ac:chgData name="MINATI RATH ." userId="c069ce78-7b3e-49df-863c-37cd5cba8d18" providerId="ADAL" clId="{88DB0432-0257-4B9C-AC44-4607F71EAFFD}" dt="2026-01-24T13:27:04.414" v="1811"/>
          <ac:inkMkLst>
            <pc:docMk/>
            <pc:sldMk cId="2346179848" sldId="326"/>
            <ac:inkMk id="19486" creationId="{5B1A7307-1BE6-A1AE-4C2C-8C706377B876}"/>
          </ac:inkMkLst>
        </pc:inkChg>
        <pc:inkChg chg="add reco">
          <ac:chgData name="MINATI RATH ." userId="c069ce78-7b3e-49df-863c-37cd5cba8d18" providerId="ADAL" clId="{88DB0432-0257-4B9C-AC44-4607F71EAFFD}" dt="2026-01-24T13:27:04.414" v="1811"/>
          <ac:inkMkLst>
            <pc:docMk/>
            <pc:sldMk cId="2346179848" sldId="326"/>
            <ac:inkMk id="19487" creationId="{E5D61DD8-95D0-422D-E2E3-1E38F94F088C}"/>
          </ac:inkMkLst>
        </pc:inkChg>
        <pc:inkChg chg="add del">
          <ac:chgData name="MINATI RATH ." userId="c069ce78-7b3e-49df-863c-37cd5cba8d18" providerId="ADAL" clId="{88DB0432-0257-4B9C-AC44-4607F71EAFFD}" dt="2026-01-24T13:27:06.747" v="1814"/>
          <ac:inkMkLst>
            <pc:docMk/>
            <pc:sldMk cId="2346179848" sldId="326"/>
            <ac:inkMk id="19488" creationId="{5F29FB11-7944-49C6-4784-A2DDECA9ED8B}"/>
          </ac:inkMkLst>
        </pc:inkChg>
        <pc:inkChg chg="add del">
          <ac:chgData name="MINATI RATH ." userId="c069ce78-7b3e-49df-863c-37cd5cba8d18" providerId="ADAL" clId="{88DB0432-0257-4B9C-AC44-4607F71EAFFD}" dt="2026-01-24T13:27:06.747" v="1814"/>
          <ac:inkMkLst>
            <pc:docMk/>
            <pc:sldMk cId="2346179848" sldId="326"/>
            <ac:inkMk id="19489" creationId="{5155161A-5C0F-C283-954C-67DF831446F9}"/>
          </ac:inkMkLst>
        </pc:inkChg>
        <pc:inkChg chg="add reco">
          <ac:chgData name="MINATI RATH ." userId="c069ce78-7b3e-49df-863c-37cd5cba8d18" providerId="ADAL" clId="{88DB0432-0257-4B9C-AC44-4607F71EAFFD}" dt="2026-01-24T13:27:06.747" v="1814"/>
          <ac:inkMkLst>
            <pc:docMk/>
            <pc:sldMk cId="2346179848" sldId="326"/>
            <ac:inkMk id="19490" creationId="{80FF120F-16EE-843E-138A-F57810491753}"/>
          </ac:inkMkLst>
        </pc:inkChg>
        <pc:inkChg chg="add del">
          <ac:chgData name="MINATI RATH ." userId="c069ce78-7b3e-49df-863c-37cd5cba8d18" providerId="ADAL" clId="{88DB0432-0257-4B9C-AC44-4607F71EAFFD}" dt="2026-01-24T13:27:21.490" v="1817"/>
          <ac:inkMkLst>
            <pc:docMk/>
            <pc:sldMk cId="2346179848" sldId="326"/>
            <ac:inkMk id="19491" creationId="{72349995-4897-74FF-413C-7698F06803FF}"/>
          </ac:inkMkLst>
        </pc:inkChg>
        <pc:inkChg chg="add del">
          <ac:chgData name="MINATI RATH ." userId="c069ce78-7b3e-49df-863c-37cd5cba8d18" providerId="ADAL" clId="{88DB0432-0257-4B9C-AC44-4607F71EAFFD}" dt="2026-01-24T13:27:21.490" v="1817"/>
          <ac:inkMkLst>
            <pc:docMk/>
            <pc:sldMk cId="2346179848" sldId="326"/>
            <ac:inkMk id="19492" creationId="{D710246E-F68E-4D08-3077-8992A7A0B987}"/>
          </ac:inkMkLst>
        </pc:inkChg>
        <pc:inkChg chg="add reco">
          <ac:chgData name="MINATI RATH ." userId="c069ce78-7b3e-49df-863c-37cd5cba8d18" providerId="ADAL" clId="{88DB0432-0257-4B9C-AC44-4607F71EAFFD}" dt="2026-01-24T13:27:21.490" v="1817"/>
          <ac:inkMkLst>
            <pc:docMk/>
            <pc:sldMk cId="2346179848" sldId="326"/>
            <ac:inkMk id="19493" creationId="{4D0E9885-0231-7524-9840-ABCA09813615}"/>
          </ac:inkMkLst>
        </pc:inkChg>
        <pc:inkChg chg="add del">
          <ac:chgData name="MINATI RATH ." userId="c069ce78-7b3e-49df-863c-37cd5cba8d18" providerId="ADAL" clId="{88DB0432-0257-4B9C-AC44-4607F71EAFFD}" dt="2026-01-24T13:27:22.991" v="1820"/>
          <ac:inkMkLst>
            <pc:docMk/>
            <pc:sldMk cId="2346179848" sldId="326"/>
            <ac:inkMk id="19494" creationId="{662D6099-2CFB-9D54-8772-F0ED068A1CE4}"/>
          </ac:inkMkLst>
        </pc:inkChg>
        <pc:inkChg chg="add del">
          <ac:chgData name="MINATI RATH ." userId="c069ce78-7b3e-49df-863c-37cd5cba8d18" providerId="ADAL" clId="{88DB0432-0257-4B9C-AC44-4607F71EAFFD}" dt="2026-01-24T13:27:22.991" v="1820"/>
          <ac:inkMkLst>
            <pc:docMk/>
            <pc:sldMk cId="2346179848" sldId="326"/>
            <ac:inkMk id="19495" creationId="{D11C0191-56C6-59F6-C692-F2D42E30B72A}"/>
          </ac:inkMkLst>
        </pc:inkChg>
        <pc:inkChg chg="add reco">
          <ac:chgData name="MINATI RATH ." userId="c069ce78-7b3e-49df-863c-37cd5cba8d18" providerId="ADAL" clId="{88DB0432-0257-4B9C-AC44-4607F71EAFFD}" dt="2026-01-24T13:27:22.991" v="1820"/>
          <ac:inkMkLst>
            <pc:docMk/>
            <pc:sldMk cId="2346179848" sldId="326"/>
            <ac:inkMk id="19496" creationId="{48A67E1B-CCE2-C2A1-27DA-18B81ED38607}"/>
          </ac:inkMkLst>
        </pc:inkChg>
        <pc:inkChg chg="add">
          <ac:chgData name="MINATI RATH ." userId="c069ce78-7b3e-49df-863c-37cd5cba8d18" providerId="ADAL" clId="{88DB0432-0257-4B9C-AC44-4607F71EAFFD}" dt="2026-01-24T13:27:26.719" v="1821"/>
          <ac:inkMkLst>
            <pc:docMk/>
            <pc:sldMk cId="2346179848" sldId="326"/>
            <ac:inkMk id="19497" creationId="{A75C904B-4FBD-1F54-C35F-FBD23F20A4B1}"/>
          </ac:inkMkLst>
        </pc:inkChg>
        <pc:inkChg chg="add">
          <ac:chgData name="MINATI RATH ." userId="c069ce78-7b3e-49df-863c-37cd5cba8d18" providerId="ADAL" clId="{88DB0432-0257-4B9C-AC44-4607F71EAFFD}" dt="2026-01-24T13:27:35.713" v="1822"/>
          <ac:inkMkLst>
            <pc:docMk/>
            <pc:sldMk cId="2346179848" sldId="326"/>
            <ac:inkMk id="19498" creationId="{A44CB0DA-86E8-22E3-4D11-0E5727F7B397}"/>
          </ac:inkMkLst>
        </pc:inkChg>
        <pc:inkChg chg="add del">
          <ac:chgData name="MINATI RATH ." userId="c069ce78-7b3e-49df-863c-37cd5cba8d18" providerId="ADAL" clId="{88DB0432-0257-4B9C-AC44-4607F71EAFFD}" dt="2026-01-24T13:27:43.376" v="1827"/>
          <ac:inkMkLst>
            <pc:docMk/>
            <pc:sldMk cId="2346179848" sldId="326"/>
            <ac:inkMk id="19499" creationId="{54266F26-EBF4-1E5D-A934-06B4D992D5D1}"/>
          </ac:inkMkLst>
        </pc:inkChg>
        <pc:inkChg chg="add del">
          <ac:chgData name="MINATI RATH ." userId="c069ce78-7b3e-49df-863c-37cd5cba8d18" providerId="ADAL" clId="{88DB0432-0257-4B9C-AC44-4607F71EAFFD}" dt="2026-01-24T13:27:43.376" v="1827"/>
          <ac:inkMkLst>
            <pc:docMk/>
            <pc:sldMk cId="2346179848" sldId="326"/>
            <ac:inkMk id="19500" creationId="{CAF280BD-C7DF-F26D-A2AD-52C13D461BB0}"/>
          </ac:inkMkLst>
        </pc:inkChg>
        <pc:inkChg chg="add del">
          <ac:chgData name="MINATI RATH ." userId="c069ce78-7b3e-49df-863c-37cd5cba8d18" providerId="ADAL" clId="{88DB0432-0257-4B9C-AC44-4607F71EAFFD}" dt="2026-01-24T13:27:43.376" v="1827"/>
          <ac:inkMkLst>
            <pc:docMk/>
            <pc:sldMk cId="2346179848" sldId="326"/>
            <ac:inkMk id="19501" creationId="{C6C40E6A-8497-5D17-D3A3-96411682E0D4}"/>
          </ac:inkMkLst>
        </pc:inkChg>
        <pc:inkChg chg="add del">
          <ac:chgData name="MINATI RATH ." userId="c069ce78-7b3e-49df-863c-37cd5cba8d18" providerId="ADAL" clId="{88DB0432-0257-4B9C-AC44-4607F71EAFFD}" dt="2026-01-24T13:27:43.376" v="1827"/>
          <ac:inkMkLst>
            <pc:docMk/>
            <pc:sldMk cId="2346179848" sldId="326"/>
            <ac:inkMk id="19502" creationId="{2ADD6AE2-EF94-6CC9-A7F0-B9905D3425C4}"/>
          </ac:inkMkLst>
        </pc:inkChg>
        <pc:inkChg chg="add reco">
          <ac:chgData name="MINATI RATH ." userId="c069ce78-7b3e-49df-863c-37cd5cba8d18" providerId="ADAL" clId="{88DB0432-0257-4B9C-AC44-4607F71EAFFD}" dt="2026-01-24T13:27:43.376" v="1827"/>
          <ac:inkMkLst>
            <pc:docMk/>
            <pc:sldMk cId="2346179848" sldId="326"/>
            <ac:inkMk id="19503" creationId="{36E2EF09-4C95-A0D2-5EE7-987DB6780E14}"/>
          </ac:inkMkLst>
        </pc:inkChg>
        <pc:inkChg chg="add del">
          <ac:chgData name="MINATI RATH ." userId="c069ce78-7b3e-49df-863c-37cd5cba8d18" providerId="ADAL" clId="{88DB0432-0257-4B9C-AC44-4607F71EAFFD}" dt="2026-01-24T13:27:47.454" v="1830"/>
          <ac:inkMkLst>
            <pc:docMk/>
            <pc:sldMk cId="2346179848" sldId="326"/>
            <ac:inkMk id="19504" creationId="{EDB01C10-26D9-4BF4-3AA7-B6CB4916BD7A}"/>
          </ac:inkMkLst>
        </pc:inkChg>
        <pc:inkChg chg="add del">
          <ac:chgData name="MINATI RATH ." userId="c069ce78-7b3e-49df-863c-37cd5cba8d18" providerId="ADAL" clId="{88DB0432-0257-4B9C-AC44-4607F71EAFFD}" dt="2026-01-24T13:27:47.454" v="1830"/>
          <ac:inkMkLst>
            <pc:docMk/>
            <pc:sldMk cId="2346179848" sldId="326"/>
            <ac:inkMk id="19505" creationId="{DAFCAFFA-7B3D-52DD-C4F0-EBA72CC8667B}"/>
          </ac:inkMkLst>
        </pc:inkChg>
        <pc:inkChg chg="add reco">
          <ac:chgData name="MINATI RATH ." userId="c069ce78-7b3e-49df-863c-37cd5cba8d18" providerId="ADAL" clId="{88DB0432-0257-4B9C-AC44-4607F71EAFFD}" dt="2026-01-24T13:27:47.454" v="1830"/>
          <ac:inkMkLst>
            <pc:docMk/>
            <pc:sldMk cId="2346179848" sldId="326"/>
            <ac:inkMk id="19506" creationId="{DB893E8A-3E6E-530F-F876-16C29B983F92}"/>
          </ac:inkMkLst>
        </pc:inkChg>
        <pc:inkChg chg="add">
          <ac:chgData name="MINATI RATH ." userId="c069ce78-7b3e-49df-863c-37cd5cba8d18" providerId="ADAL" clId="{88DB0432-0257-4B9C-AC44-4607F71EAFFD}" dt="2026-01-24T13:27:48.901" v="1831"/>
          <ac:inkMkLst>
            <pc:docMk/>
            <pc:sldMk cId="2346179848" sldId="326"/>
            <ac:inkMk id="19507" creationId="{183C2CB7-9B0E-53F9-5841-1FACAEDAD8AE}"/>
          </ac:inkMkLst>
        </pc:inkChg>
        <pc:inkChg chg="add del">
          <ac:chgData name="MINATI RATH ." userId="c069ce78-7b3e-49df-863c-37cd5cba8d18" providerId="ADAL" clId="{88DB0432-0257-4B9C-AC44-4607F71EAFFD}" dt="2026-01-24T13:27:52.427" v="1836"/>
          <ac:inkMkLst>
            <pc:docMk/>
            <pc:sldMk cId="2346179848" sldId="326"/>
            <ac:inkMk id="19508" creationId="{121D4CB4-D2BB-5A9A-CB98-292AF8518095}"/>
          </ac:inkMkLst>
        </pc:inkChg>
        <pc:inkChg chg="add del">
          <ac:chgData name="MINATI RATH ." userId="c069ce78-7b3e-49df-863c-37cd5cba8d18" providerId="ADAL" clId="{88DB0432-0257-4B9C-AC44-4607F71EAFFD}" dt="2026-01-24T13:27:52.427" v="1836"/>
          <ac:inkMkLst>
            <pc:docMk/>
            <pc:sldMk cId="2346179848" sldId="326"/>
            <ac:inkMk id="19509" creationId="{7AABF97F-68CA-AA1F-CB7C-242B400A9E2A}"/>
          </ac:inkMkLst>
        </pc:inkChg>
        <pc:inkChg chg="add del">
          <ac:chgData name="MINATI RATH ." userId="c069ce78-7b3e-49df-863c-37cd5cba8d18" providerId="ADAL" clId="{88DB0432-0257-4B9C-AC44-4607F71EAFFD}" dt="2026-01-24T13:27:52.427" v="1836"/>
          <ac:inkMkLst>
            <pc:docMk/>
            <pc:sldMk cId="2346179848" sldId="326"/>
            <ac:inkMk id="19510" creationId="{96C86675-89C2-5510-DB30-A6CE3CB57A62}"/>
          </ac:inkMkLst>
        </pc:inkChg>
        <pc:inkChg chg="add del">
          <ac:chgData name="MINATI RATH ." userId="c069ce78-7b3e-49df-863c-37cd5cba8d18" providerId="ADAL" clId="{88DB0432-0257-4B9C-AC44-4607F71EAFFD}" dt="2026-01-24T13:27:52.427" v="1836"/>
          <ac:inkMkLst>
            <pc:docMk/>
            <pc:sldMk cId="2346179848" sldId="326"/>
            <ac:inkMk id="19511" creationId="{2644FEAE-B64C-B218-C4EA-CDE11B480E18}"/>
          </ac:inkMkLst>
        </pc:inkChg>
        <pc:inkChg chg="add reco">
          <ac:chgData name="MINATI RATH ." userId="c069ce78-7b3e-49df-863c-37cd5cba8d18" providerId="ADAL" clId="{88DB0432-0257-4B9C-AC44-4607F71EAFFD}" dt="2026-01-24T13:27:52.427" v="1836"/>
          <ac:inkMkLst>
            <pc:docMk/>
            <pc:sldMk cId="2346179848" sldId="326"/>
            <ac:inkMk id="19512" creationId="{EE5E20FB-5FE8-2D23-6E7D-E385C88E2435}"/>
          </ac:inkMkLst>
        </pc:inkChg>
        <pc:inkChg chg="add del">
          <ac:chgData name="MINATI RATH ." userId="c069ce78-7b3e-49df-863c-37cd5cba8d18" providerId="ADAL" clId="{88DB0432-0257-4B9C-AC44-4607F71EAFFD}" dt="2026-01-24T13:27:54.824" v="1839"/>
          <ac:inkMkLst>
            <pc:docMk/>
            <pc:sldMk cId="2346179848" sldId="326"/>
            <ac:inkMk id="19513" creationId="{8467A8A1-B4ED-0F81-3004-FC4E96FB4A9E}"/>
          </ac:inkMkLst>
        </pc:inkChg>
        <pc:inkChg chg="add del">
          <ac:chgData name="MINATI RATH ." userId="c069ce78-7b3e-49df-863c-37cd5cba8d18" providerId="ADAL" clId="{88DB0432-0257-4B9C-AC44-4607F71EAFFD}" dt="2026-01-24T13:27:54.824" v="1839"/>
          <ac:inkMkLst>
            <pc:docMk/>
            <pc:sldMk cId="2346179848" sldId="326"/>
            <ac:inkMk id="19514" creationId="{94B5779D-BDB3-F8F2-31D2-B3A045B05153}"/>
          </ac:inkMkLst>
        </pc:inkChg>
        <pc:inkChg chg="add reco">
          <ac:chgData name="MINATI RATH ." userId="c069ce78-7b3e-49df-863c-37cd5cba8d18" providerId="ADAL" clId="{88DB0432-0257-4B9C-AC44-4607F71EAFFD}" dt="2026-01-24T13:27:54.824" v="1839"/>
          <ac:inkMkLst>
            <pc:docMk/>
            <pc:sldMk cId="2346179848" sldId="326"/>
            <ac:inkMk id="19515" creationId="{DC284229-A3C0-7E8A-7D5B-0F4AF46C9A2C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16" creationId="{E126DBD8-9382-DC7A-148E-A82C25480400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17" creationId="{B8F4EF90-2D13-410A-949D-3EE418D13806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18" creationId="{35300E4A-EA23-0798-5C9E-873C4A3DAB23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19" creationId="{7A4D87A8-4DBB-2016-C687-E7FB0B41BA96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0" creationId="{4B3A252B-EBFD-D218-6EFC-8B76E6840E6F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1" creationId="{A834A894-98A8-2399-B79F-0634787B86FE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2" creationId="{AAA85B77-FB3D-A84A-687D-E7809255C696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3" creationId="{666BE79D-4B9F-2706-9F52-2246DE7ADF79}"/>
          </ac:inkMkLst>
        </pc:inkChg>
        <pc:inkChg chg="add del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4" creationId="{C624B845-0178-77C7-0801-69FA9B84C2C7}"/>
          </ac:inkMkLst>
        </pc:inkChg>
        <pc:inkChg chg="add reco">
          <ac:chgData name="MINATI RATH ." userId="c069ce78-7b3e-49df-863c-37cd5cba8d18" providerId="ADAL" clId="{88DB0432-0257-4B9C-AC44-4607F71EAFFD}" dt="2026-01-24T13:27:59.479" v="1849"/>
          <ac:inkMkLst>
            <pc:docMk/>
            <pc:sldMk cId="2346179848" sldId="326"/>
            <ac:inkMk id="19525" creationId="{BFFFB7B4-5094-9F97-BB30-2508D9BCD777}"/>
          </ac:inkMkLst>
        </pc:inkChg>
        <pc:inkChg chg="add del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26" creationId="{DE6E8ACB-0D18-0763-42DC-24DF2F95106D}"/>
          </ac:inkMkLst>
        </pc:inkChg>
        <pc:inkChg chg="add del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27" creationId="{ACA46FB9-1187-5E68-A46C-524697F34E9F}"/>
          </ac:inkMkLst>
        </pc:inkChg>
        <pc:inkChg chg="add del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28" creationId="{1BB7DD31-45A9-0618-2440-1361F7D1CA22}"/>
          </ac:inkMkLst>
        </pc:inkChg>
        <pc:inkChg chg="add del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29" creationId="{D24A4CF2-53C9-15BA-B6B6-94555472A8F7}"/>
          </ac:inkMkLst>
        </pc:inkChg>
        <pc:inkChg chg="add reco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30" creationId="{C915239E-BF3F-EC32-570B-CB69F1CA3E88}"/>
          </ac:inkMkLst>
        </pc:inkChg>
        <pc:inkChg chg="add reco">
          <ac:chgData name="MINATI RATH ." userId="c069ce78-7b3e-49df-863c-37cd5cba8d18" providerId="ADAL" clId="{88DB0432-0257-4B9C-AC44-4607F71EAFFD}" dt="2026-01-24T13:28:03.590" v="1854"/>
          <ac:inkMkLst>
            <pc:docMk/>
            <pc:sldMk cId="2346179848" sldId="326"/>
            <ac:inkMk id="19531" creationId="{8C3BAD9E-DAB6-C19C-6452-681A1B4F56FF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2" creationId="{E3DE0E9F-242E-6A5B-393A-CAC4354C1044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3" creationId="{A8625588-98F5-918D-D4E5-B9351A94FBDE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4" creationId="{3E365ECC-F07C-8BCD-57A9-0E78DB1858FE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5" creationId="{FD925E96-8057-3514-C671-FC03988B4467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6" creationId="{383AC12A-9F98-FC9D-6642-06FF7D820D30}"/>
          </ac:inkMkLst>
        </pc:inkChg>
        <pc:inkChg chg="add del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7" creationId="{887E333E-5E48-0558-92D5-CA5439B9DDF3}"/>
          </ac:inkMkLst>
        </pc:inkChg>
        <pc:inkChg chg="add reco">
          <ac:chgData name="MINATI RATH ." userId="c069ce78-7b3e-49df-863c-37cd5cba8d18" providerId="ADAL" clId="{88DB0432-0257-4B9C-AC44-4607F71EAFFD}" dt="2026-01-24T13:28:13.312" v="1861"/>
          <ac:inkMkLst>
            <pc:docMk/>
            <pc:sldMk cId="2346179848" sldId="326"/>
            <ac:inkMk id="19538" creationId="{E629732D-4C8A-602F-9276-F8D7B46EB7ED}"/>
          </ac:inkMkLst>
        </pc:inkChg>
        <pc:inkChg chg="add">
          <ac:chgData name="MINATI RATH ." userId="c069ce78-7b3e-49df-863c-37cd5cba8d18" providerId="ADAL" clId="{88DB0432-0257-4B9C-AC44-4607F71EAFFD}" dt="2026-01-24T13:28:18.566" v="1862"/>
          <ac:inkMkLst>
            <pc:docMk/>
            <pc:sldMk cId="2346179848" sldId="326"/>
            <ac:inkMk id="19539" creationId="{5816E26B-2861-14FE-724E-ADECD780D4C8}"/>
          </ac:inkMkLst>
        </pc:inkChg>
        <pc:inkChg chg="add">
          <ac:chgData name="MINATI RATH ." userId="c069ce78-7b3e-49df-863c-37cd5cba8d18" providerId="ADAL" clId="{88DB0432-0257-4B9C-AC44-4607F71EAFFD}" dt="2026-01-24T13:28:19.212" v="1863"/>
          <ac:inkMkLst>
            <pc:docMk/>
            <pc:sldMk cId="2346179848" sldId="326"/>
            <ac:inkMk id="19540" creationId="{E2D41244-FAED-8926-7F9D-9CF32FBD53D1}"/>
          </ac:inkMkLst>
        </pc:inkChg>
        <pc:inkChg chg="add del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1" creationId="{C80BEADA-C908-4C62-DE20-E2C205B27922}"/>
          </ac:inkMkLst>
        </pc:inkChg>
        <pc:inkChg chg="add del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2" creationId="{2D842573-B6C8-4647-D07C-20FFEE017699}"/>
          </ac:inkMkLst>
        </pc:inkChg>
        <pc:inkChg chg="add del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3" creationId="{60C5D5BF-56C7-D771-BA07-7A4934E83962}"/>
          </ac:inkMkLst>
        </pc:inkChg>
        <pc:inkChg chg="add del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4" creationId="{469844C3-2DA1-5516-8388-35019122C8B6}"/>
          </ac:inkMkLst>
        </pc:inkChg>
        <pc:inkChg chg="add reco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5" creationId="{C6A3338F-46F4-3395-851C-2CDC20FDB629}"/>
          </ac:inkMkLst>
        </pc:inkChg>
        <pc:inkChg chg="add reco">
          <ac:chgData name="MINATI RATH ." userId="c069ce78-7b3e-49df-863c-37cd5cba8d18" providerId="ADAL" clId="{88DB0432-0257-4B9C-AC44-4607F71EAFFD}" dt="2026-01-24T13:28:28.505" v="1868"/>
          <ac:inkMkLst>
            <pc:docMk/>
            <pc:sldMk cId="2346179848" sldId="326"/>
            <ac:inkMk id="19546" creationId="{759CCF30-02E8-AF11-5439-AD20A9A8CAD9}"/>
          </ac:inkMkLst>
        </pc:inkChg>
        <pc:inkChg chg="add">
          <ac:chgData name="MINATI RATH ." userId="c069ce78-7b3e-49df-863c-37cd5cba8d18" providerId="ADAL" clId="{88DB0432-0257-4B9C-AC44-4607F71EAFFD}" dt="2026-01-24T13:28:34.259" v="1869"/>
          <ac:inkMkLst>
            <pc:docMk/>
            <pc:sldMk cId="2346179848" sldId="326"/>
            <ac:inkMk id="19547" creationId="{467DAFFA-4F5D-0BA3-03CB-47F55ADDFAA9}"/>
          </ac:inkMkLst>
        </pc:inkChg>
        <pc:inkChg chg="add del">
          <ac:chgData name="MINATI RATH ." userId="c069ce78-7b3e-49df-863c-37cd5cba8d18" providerId="ADAL" clId="{88DB0432-0257-4B9C-AC44-4607F71EAFFD}" dt="2026-01-24T13:28:38.397" v="1872"/>
          <ac:inkMkLst>
            <pc:docMk/>
            <pc:sldMk cId="2346179848" sldId="326"/>
            <ac:inkMk id="19548" creationId="{D90AD4C4-F1BA-DBD2-3C39-92CC4F3A4584}"/>
          </ac:inkMkLst>
        </pc:inkChg>
        <pc:inkChg chg="add del">
          <ac:chgData name="MINATI RATH ." userId="c069ce78-7b3e-49df-863c-37cd5cba8d18" providerId="ADAL" clId="{88DB0432-0257-4B9C-AC44-4607F71EAFFD}" dt="2026-01-24T13:28:38.397" v="1872"/>
          <ac:inkMkLst>
            <pc:docMk/>
            <pc:sldMk cId="2346179848" sldId="326"/>
            <ac:inkMk id="19549" creationId="{FEABA70F-292C-0865-8EDB-718798C5F7E3}"/>
          </ac:inkMkLst>
        </pc:inkChg>
        <pc:inkChg chg="add reco">
          <ac:chgData name="MINATI RATH ." userId="c069ce78-7b3e-49df-863c-37cd5cba8d18" providerId="ADAL" clId="{88DB0432-0257-4B9C-AC44-4607F71EAFFD}" dt="2026-01-24T13:28:38.397" v="1872"/>
          <ac:inkMkLst>
            <pc:docMk/>
            <pc:sldMk cId="2346179848" sldId="326"/>
            <ac:inkMk id="19550" creationId="{3C238945-A5EF-F0ED-F226-20CC5E5414BA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1" creationId="{E283FCBA-A352-E15D-EF6F-58C90BE5C2C6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2" creationId="{47225A34-169D-D59E-8CC9-8219C32F909F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3" creationId="{B8137A1D-7488-1F0D-8266-58A89FA0A9BC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4" creationId="{0BBEC249-FB8B-59BC-CC8D-A85F253EDCB5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5" creationId="{31610CA2-8685-8C3D-A8CF-0C2F70BC07B1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6" creationId="{8C9EF804-8DEA-A47B-1569-1A9FA381F210}"/>
          </ac:inkMkLst>
        </pc:inkChg>
        <pc:inkChg chg="add del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7" creationId="{959E996A-977B-44AB-5034-B003A05538D5}"/>
          </ac:inkMkLst>
        </pc:inkChg>
        <pc:inkChg chg="add reco">
          <ac:chgData name="MINATI RATH ." userId="c069ce78-7b3e-49df-863c-37cd5cba8d18" providerId="ADAL" clId="{88DB0432-0257-4B9C-AC44-4607F71EAFFD}" dt="2026-01-24T13:28:44.200" v="1880"/>
          <ac:inkMkLst>
            <pc:docMk/>
            <pc:sldMk cId="2346179848" sldId="326"/>
            <ac:inkMk id="19558" creationId="{731027D2-DACB-E98C-3DA0-EA3E2EEF4195}"/>
          </ac:inkMkLst>
        </pc:inkChg>
        <pc:inkChg chg="add">
          <ac:chgData name="MINATI RATH ." userId="c069ce78-7b3e-49df-863c-37cd5cba8d18" providerId="ADAL" clId="{88DB0432-0257-4B9C-AC44-4607F71EAFFD}" dt="2026-01-24T13:28:46.249" v="1881"/>
          <ac:inkMkLst>
            <pc:docMk/>
            <pc:sldMk cId="2346179848" sldId="326"/>
            <ac:inkMk id="19559" creationId="{870EDF25-06AB-8196-D909-2AFEFABC828A}"/>
          </ac:inkMkLst>
        </pc:inkChg>
        <pc:inkChg chg="add del">
          <ac:chgData name="MINATI RATH ." userId="c069ce78-7b3e-49df-863c-37cd5cba8d18" providerId="ADAL" clId="{88DB0432-0257-4B9C-AC44-4607F71EAFFD}" dt="2026-01-24T13:28:49.811" v="1884"/>
          <ac:inkMkLst>
            <pc:docMk/>
            <pc:sldMk cId="2346179848" sldId="326"/>
            <ac:inkMk id="19560" creationId="{F451B46E-BD11-8F95-7A02-BECFFCC39970}"/>
          </ac:inkMkLst>
        </pc:inkChg>
        <pc:inkChg chg="add del">
          <ac:chgData name="MINATI RATH ." userId="c069ce78-7b3e-49df-863c-37cd5cba8d18" providerId="ADAL" clId="{88DB0432-0257-4B9C-AC44-4607F71EAFFD}" dt="2026-01-24T13:28:49.811" v="1884"/>
          <ac:inkMkLst>
            <pc:docMk/>
            <pc:sldMk cId="2346179848" sldId="326"/>
            <ac:inkMk id="19561" creationId="{65576D2D-0BDC-565C-3B7B-6F632FB448A8}"/>
          </ac:inkMkLst>
        </pc:inkChg>
        <pc:inkChg chg="add reco">
          <ac:chgData name="MINATI RATH ." userId="c069ce78-7b3e-49df-863c-37cd5cba8d18" providerId="ADAL" clId="{88DB0432-0257-4B9C-AC44-4607F71EAFFD}" dt="2026-01-24T13:28:49.811" v="1884"/>
          <ac:inkMkLst>
            <pc:docMk/>
            <pc:sldMk cId="2346179848" sldId="326"/>
            <ac:inkMk id="19562" creationId="{3552BCEA-1FC1-61A1-E64B-06F81E6457FE}"/>
          </ac:inkMkLst>
        </pc:inkChg>
        <pc:inkChg chg="add">
          <ac:chgData name="MINATI RATH ." userId="c069ce78-7b3e-49df-863c-37cd5cba8d18" providerId="ADAL" clId="{88DB0432-0257-4B9C-AC44-4607F71EAFFD}" dt="2026-01-24T13:29:13.642" v="1885"/>
          <ac:inkMkLst>
            <pc:docMk/>
            <pc:sldMk cId="2346179848" sldId="326"/>
            <ac:inkMk id="19563" creationId="{9F7A9021-4E9E-A83A-88F9-FBE8193BAAE4}"/>
          </ac:inkMkLst>
        </pc:inkChg>
        <pc:inkChg chg="add del">
          <ac:chgData name="MINATI RATH ." userId="c069ce78-7b3e-49df-863c-37cd5cba8d18" providerId="ADAL" clId="{88DB0432-0257-4B9C-AC44-4607F71EAFFD}" dt="2026-01-24T13:29:29.286" v="1888"/>
          <ac:inkMkLst>
            <pc:docMk/>
            <pc:sldMk cId="2346179848" sldId="326"/>
            <ac:inkMk id="19564" creationId="{693B9644-7C1B-FB43-9B85-710CA87BA1CB}"/>
          </ac:inkMkLst>
        </pc:inkChg>
        <pc:inkChg chg="add del">
          <ac:chgData name="MINATI RATH ." userId="c069ce78-7b3e-49df-863c-37cd5cba8d18" providerId="ADAL" clId="{88DB0432-0257-4B9C-AC44-4607F71EAFFD}" dt="2026-01-24T13:29:29.286" v="1888"/>
          <ac:inkMkLst>
            <pc:docMk/>
            <pc:sldMk cId="2346179848" sldId="326"/>
            <ac:inkMk id="19565" creationId="{57447A05-B379-FD69-427A-30DEDBD9CAD1}"/>
          </ac:inkMkLst>
        </pc:inkChg>
        <pc:inkChg chg="add reco">
          <ac:chgData name="MINATI RATH ." userId="c069ce78-7b3e-49df-863c-37cd5cba8d18" providerId="ADAL" clId="{88DB0432-0257-4B9C-AC44-4607F71EAFFD}" dt="2026-01-24T13:29:29.286" v="1888"/>
          <ac:inkMkLst>
            <pc:docMk/>
            <pc:sldMk cId="2346179848" sldId="326"/>
            <ac:inkMk id="19566" creationId="{A907E6EC-899C-2475-5247-9EB6FE6088CE}"/>
          </ac:inkMkLst>
        </pc:inkChg>
        <pc:inkChg chg="add del">
          <ac:chgData name="MINATI RATH ." userId="c069ce78-7b3e-49df-863c-37cd5cba8d18" providerId="ADAL" clId="{88DB0432-0257-4B9C-AC44-4607F71EAFFD}" dt="2026-01-24T13:29:33.514" v="1891"/>
          <ac:inkMkLst>
            <pc:docMk/>
            <pc:sldMk cId="2346179848" sldId="326"/>
            <ac:inkMk id="19567" creationId="{725159E5-F484-A621-EA82-465F33A6329A}"/>
          </ac:inkMkLst>
        </pc:inkChg>
        <pc:inkChg chg="add del">
          <ac:chgData name="MINATI RATH ." userId="c069ce78-7b3e-49df-863c-37cd5cba8d18" providerId="ADAL" clId="{88DB0432-0257-4B9C-AC44-4607F71EAFFD}" dt="2026-01-24T13:29:33.514" v="1891"/>
          <ac:inkMkLst>
            <pc:docMk/>
            <pc:sldMk cId="2346179848" sldId="326"/>
            <ac:inkMk id="19568" creationId="{CC8E89BD-1ABD-D7FB-891C-B023F80038EE}"/>
          </ac:inkMkLst>
        </pc:inkChg>
        <pc:inkChg chg="add reco">
          <ac:chgData name="MINATI RATH ." userId="c069ce78-7b3e-49df-863c-37cd5cba8d18" providerId="ADAL" clId="{88DB0432-0257-4B9C-AC44-4607F71EAFFD}" dt="2026-01-24T13:29:33.514" v="1891"/>
          <ac:inkMkLst>
            <pc:docMk/>
            <pc:sldMk cId="2346179848" sldId="326"/>
            <ac:inkMk id="19569" creationId="{6FB516D8-334F-0BF7-139F-B52A19CE1C01}"/>
          </ac:inkMkLst>
        </pc:inkChg>
        <pc:inkChg chg="add del">
          <ac:chgData name="MINATI RATH ." userId="c069ce78-7b3e-49df-863c-37cd5cba8d18" providerId="ADAL" clId="{88DB0432-0257-4B9C-AC44-4607F71EAFFD}" dt="2026-01-24T13:29:42.418" v="1894"/>
          <ac:inkMkLst>
            <pc:docMk/>
            <pc:sldMk cId="2346179848" sldId="326"/>
            <ac:inkMk id="19570" creationId="{8EE9AE62-A375-8043-0875-B8A7737DC02F}"/>
          </ac:inkMkLst>
        </pc:inkChg>
        <pc:inkChg chg="add del">
          <ac:chgData name="MINATI RATH ." userId="c069ce78-7b3e-49df-863c-37cd5cba8d18" providerId="ADAL" clId="{88DB0432-0257-4B9C-AC44-4607F71EAFFD}" dt="2026-01-24T13:29:42.418" v="1894"/>
          <ac:inkMkLst>
            <pc:docMk/>
            <pc:sldMk cId="2346179848" sldId="326"/>
            <ac:inkMk id="19571" creationId="{09FD4C95-B1B6-024E-A3EB-0B340593CD20}"/>
          </ac:inkMkLst>
        </pc:inkChg>
        <pc:inkChg chg="add reco">
          <ac:chgData name="MINATI RATH ." userId="c069ce78-7b3e-49df-863c-37cd5cba8d18" providerId="ADAL" clId="{88DB0432-0257-4B9C-AC44-4607F71EAFFD}" dt="2026-01-24T13:29:42.418" v="1894"/>
          <ac:inkMkLst>
            <pc:docMk/>
            <pc:sldMk cId="2346179848" sldId="326"/>
            <ac:inkMk id="19572" creationId="{76469949-4BB4-17E3-3A21-72BE4572941A}"/>
          </ac:inkMkLst>
        </pc:inkChg>
        <pc:inkChg chg="add del">
          <ac:chgData name="MINATI RATH ." userId="c069ce78-7b3e-49df-863c-37cd5cba8d18" providerId="ADAL" clId="{88DB0432-0257-4B9C-AC44-4607F71EAFFD}" dt="2026-01-24T13:29:54.348" v="1897"/>
          <ac:inkMkLst>
            <pc:docMk/>
            <pc:sldMk cId="2346179848" sldId="326"/>
            <ac:inkMk id="19573" creationId="{79320A5F-CFD5-FA58-9551-2E8B18781244}"/>
          </ac:inkMkLst>
        </pc:inkChg>
        <pc:inkChg chg="add del">
          <ac:chgData name="MINATI RATH ." userId="c069ce78-7b3e-49df-863c-37cd5cba8d18" providerId="ADAL" clId="{88DB0432-0257-4B9C-AC44-4607F71EAFFD}" dt="2026-01-24T13:29:54.348" v="1897"/>
          <ac:inkMkLst>
            <pc:docMk/>
            <pc:sldMk cId="2346179848" sldId="326"/>
            <ac:inkMk id="19574" creationId="{C6F8992A-047D-9FA2-EA87-1DC707493175}"/>
          </ac:inkMkLst>
        </pc:inkChg>
        <pc:inkChg chg="add reco">
          <ac:chgData name="MINATI RATH ." userId="c069ce78-7b3e-49df-863c-37cd5cba8d18" providerId="ADAL" clId="{88DB0432-0257-4B9C-AC44-4607F71EAFFD}" dt="2026-01-24T13:29:54.348" v="1897"/>
          <ac:inkMkLst>
            <pc:docMk/>
            <pc:sldMk cId="2346179848" sldId="326"/>
            <ac:inkMk id="19575" creationId="{9E0A2D07-B7C1-3EB4-05B8-DBA2C9C660DF}"/>
          </ac:inkMkLst>
        </pc:inkChg>
        <pc:inkChg chg="add del">
          <ac:chgData name="MINATI RATH ." userId="c069ce78-7b3e-49df-863c-37cd5cba8d18" providerId="ADAL" clId="{88DB0432-0257-4B9C-AC44-4607F71EAFFD}" dt="2026-01-24T13:29:59.396" v="1900"/>
          <ac:inkMkLst>
            <pc:docMk/>
            <pc:sldMk cId="2346179848" sldId="326"/>
            <ac:inkMk id="19576" creationId="{21D05C47-D8FD-A61A-20C6-541FCEF3E843}"/>
          </ac:inkMkLst>
        </pc:inkChg>
        <pc:inkChg chg="add del">
          <ac:chgData name="MINATI RATH ." userId="c069ce78-7b3e-49df-863c-37cd5cba8d18" providerId="ADAL" clId="{88DB0432-0257-4B9C-AC44-4607F71EAFFD}" dt="2026-01-24T13:29:59.396" v="1900"/>
          <ac:inkMkLst>
            <pc:docMk/>
            <pc:sldMk cId="2346179848" sldId="326"/>
            <ac:inkMk id="19577" creationId="{E0E79C4A-457B-A199-444C-A4F9E7EB85B6}"/>
          </ac:inkMkLst>
        </pc:inkChg>
        <pc:inkChg chg="add reco">
          <ac:chgData name="MINATI RATH ." userId="c069ce78-7b3e-49df-863c-37cd5cba8d18" providerId="ADAL" clId="{88DB0432-0257-4B9C-AC44-4607F71EAFFD}" dt="2026-01-24T13:29:59.396" v="1900"/>
          <ac:inkMkLst>
            <pc:docMk/>
            <pc:sldMk cId="2346179848" sldId="326"/>
            <ac:inkMk id="19578" creationId="{8AFAF565-9059-D77F-5B74-CA836B38E840}"/>
          </ac:inkMkLst>
        </pc:inkChg>
        <pc:inkChg chg="add">
          <ac:chgData name="MINATI RATH ." userId="c069ce78-7b3e-49df-863c-37cd5cba8d18" providerId="ADAL" clId="{88DB0432-0257-4B9C-AC44-4607F71EAFFD}" dt="2026-01-24T13:30:05.832" v="1901"/>
          <ac:inkMkLst>
            <pc:docMk/>
            <pc:sldMk cId="2346179848" sldId="326"/>
            <ac:inkMk id="19579" creationId="{6922E4E0-773C-E141-ECE5-66B3518EF23D}"/>
          </ac:inkMkLst>
        </pc:inkChg>
        <pc:inkChg chg="add">
          <ac:chgData name="MINATI RATH ." userId="c069ce78-7b3e-49df-863c-37cd5cba8d18" providerId="ADAL" clId="{88DB0432-0257-4B9C-AC44-4607F71EAFFD}" dt="2026-01-24T13:30:38.224" v="1902"/>
          <ac:inkMkLst>
            <pc:docMk/>
            <pc:sldMk cId="2346179848" sldId="326"/>
            <ac:inkMk id="19580" creationId="{63A03DAB-FAD9-F8AA-3E82-6A718DD53465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1" creationId="{0D10E190-E3BB-5A53-4F1D-480D5D255C3B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2" creationId="{F7133188-E610-78C3-DB56-D7AE6844F75B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3" creationId="{69754BF3-2AD1-B5BF-DB21-24055018B8D8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4" creationId="{05CE678C-F11F-4FCD-8360-92B4FA347746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5" creationId="{7ED81A73-CBCA-E551-3C05-CD8385D40715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6" creationId="{68067445-3666-6A7F-48F8-51D33BCD8BC0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7" creationId="{C93FAD7E-B033-F9DE-7968-94D1C1D20F84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8" creationId="{3B6B0F45-9A39-B905-83AE-D8E80054E9E2}"/>
          </ac:inkMkLst>
        </pc:inkChg>
        <pc:inkChg chg="add del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89" creationId="{9AD67159-4262-7E0F-30A2-149DDF053971}"/>
          </ac:inkMkLst>
        </pc:inkChg>
        <pc:inkChg chg="add">
          <ac:chgData name="MINATI RATH ." userId="c069ce78-7b3e-49df-863c-37cd5cba8d18" providerId="ADAL" clId="{88DB0432-0257-4B9C-AC44-4607F71EAFFD}" dt="2026-01-24T13:30:42.880" v="1912"/>
          <ac:inkMkLst>
            <pc:docMk/>
            <pc:sldMk cId="2346179848" sldId="326"/>
            <ac:inkMk id="19590" creationId="{304ECF84-641C-0CF9-575A-95BA4556B446}"/>
          </ac:inkMkLst>
        </pc:inkChg>
        <pc:inkChg chg="add">
          <ac:chgData name="MINATI RATH ." userId="c069ce78-7b3e-49df-863c-37cd5cba8d18" providerId="ADAL" clId="{88DB0432-0257-4B9C-AC44-4607F71EAFFD}" dt="2026-01-24T13:30:43.719" v="1913"/>
          <ac:inkMkLst>
            <pc:docMk/>
            <pc:sldMk cId="2346179848" sldId="326"/>
            <ac:inkMk id="19591" creationId="{23D54FDF-17FA-3F77-4894-2BB4DDFD9D92}"/>
          </ac:inkMkLst>
        </pc:inkChg>
        <pc:inkChg chg="add reco">
          <ac:chgData name="MINATI RATH ." userId="c069ce78-7b3e-49df-863c-37cd5cba8d18" providerId="ADAL" clId="{88DB0432-0257-4B9C-AC44-4607F71EAFFD}" dt="2026-01-24T13:30:44.501" v="1914"/>
          <ac:inkMkLst>
            <pc:docMk/>
            <pc:sldMk cId="2346179848" sldId="326"/>
            <ac:inkMk id="19592" creationId="{BDB36649-575E-B2FC-C590-2CCC0829609B}"/>
          </ac:inkMkLst>
        </pc:inkChg>
        <pc:inkChg chg="add del">
          <ac:chgData name="MINATI RATH ." userId="c069ce78-7b3e-49df-863c-37cd5cba8d18" providerId="ADAL" clId="{88DB0432-0257-4B9C-AC44-4607F71EAFFD}" dt="2026-01-24T13:30:47.772" v="1917"/>
          <ac:inkMkLst>
            <pc:docMk/>
            <pc:sldMk cId="2346179848" sldId="326"/>
            <ac:inkMk id="19593" creationId="{A4708A30-F7B3-E648-D15B-D427FF06FB8C}"/>
          </ac:inkMkLst>
        </pc:inkChg>
        <pc:inkChg chg="add del">
          <ac:chgData name="MINATI RATH ." userId="c069ce78-7b3e-49df-863c-37cd5cba8d18" providerId="ADAL" clId="{88DB0432-0257-4B9C-AC44-4607F71EAFFD}" dt="2026-01-24T13:30:47.772" v="1917"/>
          <ac:inkMkLst>
            <pc:docMk/>
            <pc:sldMk cId="2346179848" sldId="326"/>
            <ac:inkMk id="19594" creationId="{A46F9469-38F2-FCB7-3D44-1EB1B2B331F6}"/>
          </ac:inkMkLst>
        </pc:inkChg>
        <pc:inkChg chg="add reco">
          <ac:chgData name="MINATI RATH ." userId="c069ce78-7b3e-49df-863c-37cd5cba8d18" providerId="ADAL" clId="{88DB0432-0257-4B9C-AC44-4607F71EAFFD}" dt="2026-01-24T13:30:47.772" v="1917"/>
          <ac:inkMkLst>
            <pc:docMk/>
            <pc:sldMk cId="2346179848" sldId="326"/>
            <ac:inkMk id="19595" creationId="{9A730BED-E335-279E-D985-A2702185621D}"/>
          </ac:inkMkLst>
        </pc:inkChg>
        <pc:inkChg chg="add del">
          <ac:chgData name="MINATI RATH ." userId="c069ce78-7b3e-49df-863c-37cd5cba8d18" providerId="ADAL" clId="{88DB0432-0257-4B9C-AC44-4607F71EAFFD}" dt="2026-01-24T13:30:49.962" v="1920"/>
          <ac:inkMkLst>
            <pc:docMk/>
            <pc:sldMk cId="2346179848" sldId="326"/>
            <ac:inkMk id="19596" creationId="{AD4E42AA-C3B8-FCE0-AD23-54F34DAC0747}"/>
          </ac:inkMkLst>
        </pc:inkChg>
        <pc:inkChg chg="add del">
          <ac:chgData name="MINATI RATH ." userId="c069ce78-7b3e-49df-863c-37cd5cba8d18" providerId="ADAL" clId="{88DB0432-0257-4B9C-AC44-4607F71EAFFD}" dt="2026-01-24T13:30:49.962" v="1920"/>
          <ac:inkMkLst>
            <pc:docMk/>
            <pc:sldMk cId="2346179848" sldId="326"/>
            <ac:inkMk id="19597" creationId="{ED244943-5EEB-5C51-91CD-1E66F872B02C}"/>
          </ac:inkMkLst>
        </pc:inkChg>
        <pc:inkChg chg="add reco">
          <ac:chgData name="MINATI RATH ." userId="c069ce78-7b3e-49df-863c-37cd5cba8d18" providerId="ADAL" clId="{88DB0432-0257-4B9C-AC44-4607F71EAFFD}" dt="2026-01-24T13:30:49.962" v="1920"/>
          <ac:inkMkLst>
            <pc:docMk/>
            <pc:sldMk cId="2346179848" sldId="326"/>
            <ac:inkMk id="19598" creationId="{5E8FF280-3839-3749-1741-49AA9F6A0013}"/>
          </ac:inkMkLst>
        </pc:inkChg>
        <pc:inkChg chg="add">
          <ac:chgData name="MINATI RATH ." userId="c069ce78-7b3e-49df-863c-37cd5cba8d18" providerId="ADAL" clId="{88DB0432-0257-4B9C-AC44-4607F71EAFFD}" dt="2026-01-24T13:30:51.478" v="1921"/>
          <ac:inkMkLst>
            <pc:docMk/>
            <pc:sldMk cId="2346179848" sldId="326"/>
            <ac:inkMk id="19599" creationId="{9B8E580F-7132-8E90-B365-127258E60B36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0" creationId="{B5C67F8B-84F2-43A6-E01B-924D90EAF0B4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1" creationId="{6FADF210-6F2A-8BC4-CBF3-C9FF446E2424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2" creationId="{ADF3E7F5-32AE-691F-406E-2A8624322EE4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3" creationId="{FBAF57A8-C799-18EA-3725-C3C53676E8FD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4" creationId="{7949DAC4-E314-5B4A-0490-0118BF1A8203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5" creationId="{A698DD8B-FFAC-00FE-BCA3-30C82772369E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6" creationId="{49C0884E-33FC-8295-C774-C107DF5FE9EE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7" creationId="{1ABE4B73-70BF-D41B-C90B-C444FE98307D}"/>
          </ac:inkMkLst>
        </pc:inkChg>
        <pc:inkChg chg="add del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8" creationId="{1A5328BD-A957-9B3F-0489-4A38F0F36DDF}"/>
          </ac:inkMkLst>
        </pc:inkChg>
        <pc:inkChg chg="add reco">
          <ac:chgData name="MINATI RATH ." userId="c069ce78-7b3e-49df-863c-37cd5cba8d18" providerId="ADAL" clId="{88DB0432-0257-4B9C-AC44-4607F71EAFFD}" dt="2026-01-24T13:31:10.572" v="1931"/>
          <ac:inkMkLst>
            <pc:docMk/>
            <pc:sldMk cId="2346179848" sldId="326"/>
            <ac:inkMk id="19609" creationId="{F64AF3FF-E448-3DBB-11BF-8606C7B5A828}"/>
          </ac:inkMkLst>
        </pc:inkChg>
        <pc:inkChg chg="add">
          <ac:chgData name="MINATI RATH ." userId="c069ce78-7b3e-49df-863c-37cd5cba8d18" providerId="ADAL" clId="{88DB0432-0257-4B9C-AC44-4607F71EAFFD}" dt="2026-01-24T13:32:32.924" v="1965"/>
          <ac:inkMkLst>
            <pc:docMk/>
            <pc:sldMk cId="2346179848" sldId="326"/>
            <ac:inkMk id="19610" creationId="{A496BDA3-2369-2295-BFAE-CDE5AB42A064}"/>
          </ac:inkMkLst>
        </pc:inkChg>
      </pc:sldChg>
      <pc:sldChg chg="addSp delSp mod">
        <pc:chgData name="MINATI RATH ." userId="c069ce78-7b3e-49df-863c-37cd5cba8d18" providerId="ADAL" clId="{88DB0432-0257-4B9C-AC44-4607F71EAFFD}" dt="2026-01-24T13:36:38.228" v="2032"/>
        <pc:sldMkLst>
          <pc:docMk/>
          <pc:sldMk cId="3657673430" sldId="327"/>
        </pc:sldMkLst>
        <pc:inkChg chg="add del">
          <ac:chgData name="MINATI RATH ." userId="c069ce78-7b3e-49df-863c-37cd5cba8d18" providerId="ADAL" clId="{88DB0432-0257-4B9C-AC44-4607F71EAFFD}" dt="2026-01-24T13:33:40.615" v="1968"/>
          <ac:inkMkLst>
            <pc:docMk/>
            <pc:sldMk cId="3657673430" sldId="327"/>
            <ac:inkMk id="3" creationId="{2770C3C3-46E6-0552-149D-0A91C08C49F2}"/>
          </ac:inkMkLst>
        </pc:inkChg>
        <pc:inkChg chg="add del">
          <ac:chgData name="MINATI RATH ." userId="c069ce78-7b3e-49df-863c-37cd5cba8d18" providerId="ADAL" clId="{88DB0432-0257-4B9C-AC44-4607F71EAFFD}" dt="2026-01-24T13:33:40.615" v="1968"/>
          <ac:inkMkLst>
            <pc:docMk/>
            <pc:sldMk cId="3657673430" sldId="327"/>
            <ac:inkMk id="4" creationId="{4736A651-518F-6C54-206C-371215D143D0}"/>
          </ac:inkMkLst>
        </pc:inkChg>
        <pc:inkChg chg="add reco">
          <ac:chgData name="MINATI RATH ." userId="c069ce78-7b3e-49df-863c-37cd5cba8d18" providerId="ADAL" clId="{88DB0432-0257-4B9C-AC44-4607F71EAFFD}" dt="2026-01-24T13:33:40.615" v="1968"/>
          <ac:inkMkLst>
            <pc:docMk/>
            <pc:sldMk cId="3657673430" sldId="327"/>
            <ac:inkMk id="5" creationId="{6B2DE4A2-C124-5923-9CC5-915F6E9A5759}"/>
          </ac:inkMkLst>
        </pc:inkChg>
        <pc:inkChg chg="add">
          <ac:chgData name="MINATI RATH ." userId="c069ce78-7b3e-49df-863c-37cd5cba8d18" providerId="ADAL" clId="{88DB0432-0257-4B9C-AC44-4607F71EAFFD}" dt="2026-01-24T13:33:45.685" v="1969"/>
          <ac:inkMkLst>
            <pc:docMk/>
            <pc:sldMk cId="3657673430" sldId="327"/>
            <ac:inkMk id="6" creationId="{9AA872EB-03DC-EDD5-57D0-879B0ECEC055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7" creationId="{7079A58E-3085-8ED5-905D-6BAC057135CE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8" creationId="{F0D95D65-D61E-60AD-CD11-45F3C05A7DD9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9" creationId="{2E4F873B-71E1-B9BE-E131-2384AB987302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0" creationId="{C95D1C84-66BD-A096-0A88-A02FB56C8FED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1" creationId="{9C168630-C753-EEAD-B885-737A287CB23D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2" creationId="{B779A5D2-CD75-7EEE-7B76-79AB75B8BE18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3" creationId="{D20059FE-5887-3633-A3AF-E7E5C33C7ED1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4" creationId="{CA45B07C-0C42-40BE-8D8A-5450CF69B013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5" creationId="{5EDC6D45-93A7-3EB5-0C6F-0C6501D4ACC7}"/>
          </ac:inkMkLst>
        </pc:inkChg>
        <pc:inkChg chg="add del">
          <ac:chgData name="MINATI RATH ." userId="c069ce78-7b3e-49df-863c-37cd5cba8d18" providerId="ADAL" clId="{88DB0432-0257-4B9C-AC44-4607F71EAFFD}" dt="2026-01-24T13:33:52.868" v="1980"/>
          <ac:inkMkLst>
            <pc:docMk/>
            <pc:sldMk cId="3657673430" sldId="327"/>
            <ac:inkMk id="16" creationId="{BB6270E5-EADD-A8AC-4F89-527B3D571982}"/>
          </ac:inkMkLst>
        </pc:inkChg>
        <pc:inkChg chg="add del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18" creationId="{11854C36-811D-1DA9-E410-46F70FB8AD37}"/>
          </ac:inkMkLst>
        </pc:inkChg>
        <pc:inkChg chg="add del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19" creationId="{CE2EA8A9-8FFC-D637-2978-CA8673E196E3}"/>
          </ac:inkMkLst>
        </pc:inkChg>
        <pc:inkChg chg="add del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20" creationId="{480A58B6-3B1E-7B8E-9D8D-07E879015B62}"/>
          </ac:inkMkLst>
        </pc:inkChg>
        <pc:inkChg chg="add del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21" creationId="{24F70A9C-F1AD-B854-E25A-949AF8ABCADA}"/>
          </ac:inkMkLst>
        </pc:inkChg>
        <pc:inkChg chg="add del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22" creationId="{2CEE1EA3-D65B-B82A-3CD7-D00F7C81D688}"/>
          </ac:inkMkLst>
        </pc:inkChg>
        <pc:inkChg chg="add reco">
          <ac:chgData name="MINATI RATH ." userId="c069ce78-7b3e-49df-863c-37cd5cba8d18" providerId="ADAL" clId="{88DB0432-0257-4B9C-AC44-4607F71EAFFD}" dt="2026-01-24T13:33:56.444" v="1986"/>
          <ac:inkMkLst>
            <pc:docMk/>
            <pc:sldMk cId="3657673430" sldId="327"/>
            <ac:inkMk id="23" creationId="{0BDE97D4-3566-3D9A-B1CC-50C99ACB01C7}"/>
          </ac:inkMkLst>
        </pc:inkChg>
        <pc:inkChg chg="add">
          <ac:chgData name="MINATI RATH ." userId="c069ce78-7b3e-49df-863c-37cd5cba8d18" providerId="ADAL" clId="{88DB0432-0257-4B9C-AC44-4607F71EAFFD}" dt="2026-01-24T13:35:02.648" v="1987"/>
          <ac:inkMkLst>
            <pc:docMk/>
            <pc:sldMk cId="3657673430" sldId="327"/>
            <ac:inkMk id="24" creationId="{B28779AB-3F2A-C6BE-B15D-78DCE707C4E7}"/>
          </ac:inkMkLst>
        </pc:inkChg>
        <pc:inkChg chg="add del">
          <ac:chgData name="MINATI RATH ." userId="c069ce78-7b3e-49df-863c-37cd5cba8d18" providerId="ADAL" clId="{88DB0432-0257-4B9C-AC44-4607F71EAFFD}" dt="2026-01-24T13:35:07.585" v="1990"/>
          <ac:inkMkLst>
            <pc:docMk/>
            <pc:sldMk cId="3657673430" sldId="327"/>
            <ac:inkMk id="25" creationId="{E46929C5-3FA6-DF3B-472A-CD170DF15367}"/>
          </ac:inkMkLst>
        </pc:inkChg>
        <pc:inkChg chg="add del">
          <ac:chgData name="MINATI RATH ." userId="c069ce78-7b3e-49df-863c-37cd5cba8d18" providerId="ADAL" clId="{88DB0432-0257-4B9C-AC44-4607F71EAFFD}" dt="2026-01-24T13:35:07.585" v="1990"/>
          <ac:inkMkLst>
            <pc:docMk/>
            <pc:sldMk cId="3657673430" sldId="327"/>
            <ac:inkMk id="26" creationId="{D5CEA019-D09E-982B-2BCF-03D61B8B3F1E}"/>
          </ac:inkMkLst>
        </pc:inkChg>
        <pc:inkChg chg="add reco">
          <ac:chgData name="MINATI RATH ." userId="c069ce78-7b3e-49df-863c-37cd5cba8d18" providerId="ADAL" clId="{88DB0432-0257-4B9C-AC44-4607F71EAFFD}" dt="2026-01-24T13:35:07.585" v="1990"/>
          <ac:inkMkLst>
            <pc:docMk/>
            <pc:sldMk cId="3657673430" sldId="327"/>
            <ac:inkMk id="27" creationId="{A4F9E9E0-4F79-C25D-3013-F28A306D21EA}"/>
          </ac:inkMkLst>
        </pc:inkChg>
        <pc:inkChg chg="add del">
          <ac:chgData name="MINATI RATH ." userId="c069ce78-7b3e-49df-863c-37cd5cba8d18" providerId="ADAL" clId="{88DB0432-0257-4B9C-AC44-4607F71EAFFD}" dt="2026-01-24T13:35:22.704" v="1993"/>
          <ac:inkMkLst>
            <pc:docMk/>
            <pc:sldMk cId="3657673430" sldId="327"/>
            <ac:inkMk id="28" creationId="{2A9F18CD-31C9-28F6-98F8-1C770C92F080}"/>
          </ac:inkMkLst>
        </pc:inkChg>
        <pc:inkChg chg="add del">
          <ac:chgData name="MINATI RATH ." userId="c069ce78-7b3e-49df-863c-37cd5cba8d18" providerId="ADAL" clId="{88DB0432-0257-4B9C-AC44-4607F71EAFFD}" dt="2026-01-24T13:35:22.704" v="1993"/>
          <ac:inkMkLst>
            <pc:docMk/>
            <pc:sldMk cId="3657673430" sldId="327"/>
            <ac:inkMk id="29" creationId="{385E3F08-57BF-DF26-A56F-2A845B3A02D3}"/>
          </ac:inkMkLst>
        </pc:inkChg>
        <pc:inkChg chg="add reco">
          <ac:chgData name="MINATI RATH ." userId="c069ce78-7b3e-49df-863c-37cd5cba8d18" providerId="ADAL" clId="{88DB0432-0257-4B9C-AC44-4607F71EAFFD}" dt="2026-01-24T13:35:22.704" v="1993"/>
          <ac:inkMkLst>
            <pc:docMk/>
            <pc:sldMk cId="3657673430" sldId="327"/>
            <ac:inkMk id="30" creationId="{B57B6BA9-37FD-E6BE-B146-942AD19FF315}"/>
          </ac:inkMkLst>
        </pc:inkChg>
        <pc:inkChg chg="add del">
          <ac:chgData name="MINATI RATH ." userId="c069ce78-7b3e-49df-863c-37cd5cba8d18" providerId="ADAL" clId="{88DB0432-0257-4B9C-AC44-4607F71EAFFD}" dt="2026-01-24T13:35:47.287" v="1996"/>
          <ac:inkMkLst>
            <pc:docMk/>
            <pc:sldMk cId="3657673430" sldId="327"/>
            <ac:inkMk id="31" creationId="{21C62AF4-6248-4F93-DDB2-26A4709999E4}"/>
          </ac:inkMkLst>
        </pc:inkChg>
        <pc:inkChg chg="add del">
          <ac:chgData name="MINATI RATH ." userId="c069ce78-7b3e-49df-863c-37cd5cba8d18" providerId="ADAL" clId="{88DB0432-0257-4B9C-AC44-4607F71EAFFD}" dt="2026-01-24T13:35:47.287" v="1996"/>
          <ac:inkMkLst>
            <pc:docMk/>
            <pc:sldMk cId="3657673430" sldId="327"/>
            <ac:inkMk id="32" creationId="{68F7D262-32CB-3EF5-A063-850D754A552C}"/>
          </ac:inkMkLst>
        </pc:inkChg>
        <pc:inkChg chg="add reco">
          <ac:chgData name="MINATI RATH ." userId="c069ce78-7b3e-49df-863c-37cd5cba8d18" providerId="ADAL" clId="{88DB0432-0257-4B9C-AC44-4607F71EAFFD}" dt="2026-01-24T13:35:47.287" v="1996"/>
          <ac:inkMkLst>
            <pc:docMk/>
            <pc:sldMk cId="3657673430" sldId="327"/>
            <ac:inkMk id="33" creationId="{3377BB3A-C8E0-552F-F1E8-4FD270E36F43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4" creationId="{46B8C03D-0B48-8D5A-7F70-3BC89DEEC735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5" creationId="{A481D0FD-4C0C-1140-B89A-E059000C4980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6" creationId="{A099A60F-04D5-83A4-8A8A-964D7586884C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7" creationId="{B66C6CC7-81AB-506C-9F9C-974B23AFEF8F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8" creationId="{74B35F04-3E9C-B741-AC36-3A4D87BF3D74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39" creationId="{0B830F13-A9D1-4163-4A86-7F3C6081C06D}"/>
          </ac:inkMkLst>
        </pc:inkChg>
        <pc:inkChg chg="add del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40" creationId="{8B95E580-97DE-669E-3FA9-0AA36B119522}"/>
          </ac:inkMkLst>
        </pc:inkChg>
        <pc:inkChg chg="add reco">
          <ac:chgData name="MINATI RATH ." userId="c069ce78-7b3e-49df-863c-37cd5cba8d18" providerId="ADAL" clId="{88DB0432-0257-4B9C-AC44-4607F71EAFFD}" dt="2026-01-24T13:35:53.325" v="2004"/>
          <ac:inkMkLst>
            <pc:docMk/>
            <pc:sldMk cId="3657673430" sldId="327"/>
            <ac:inkMk id="41" creationId="{4AD250F7-CF74-E68A-E67A-D7E6616FC00B}"/>
          </ac:inkMkLst>
        </pc:inkChg>
        <pc:inkChg chg="add del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2" creationId="{492AECDE-6598-59EA-4875-1151C1B00354}"/>
          </ac:inkMkLst>
        </pc:inkChg>
        <pc:inkChg chg="add del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3" creationId="{DD1C43B3-4E13-5549-73C7-D005FEFF7DF4}"/>
          </ac:inkMkLst>
        </pc:inkChg>
        <pc:inkChg chg="add del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4" creationId="{4D05DB76-27B6-4198-86D7-577749A2B458}"/>
          </ac:inkMkLst>
        </pc:inkChg>
        <pc:inkChg chg="add del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5" creationId="{42120604-DA3E-91CD-1F03-F2416F6F31D5}"/>
          </ac:inkMkLst>
        </pc:inkChg>
        <pc:inkChg chg="add del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6" creationId="{EA0C7B00-5ACA-CD84-B5A5-A10220F293F4}"/>
          </ac:inkMkLst>
        </pc:inkChg>
        <pc:inkChg chg="add reco">
          <ac:chgData name="MINATI RATH ." userId="c069ce78-7b3e-49df-863c-37cd5cba8d18" providerId="ADAL" clId="{88DB0432-0257-4B9C-AC44-4607F71EAFFD}" dt="2026-01-24T13:35:56.993" v="2010"/>
          <ac:inkMkLst>
            <pc:docMk/>
            <pc:sldMk cId="3657673430" sldId="327"/>
            <ac:inkMk id="47" creationId="{D1ADF371-384D-C487-FF15-F0B7DEFE1BE2}"/>
          </ac:inkMkLst>
        </pc:inkChg>
        <pc:inkChg chg="add del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48" creationId="{8F947ABE-ED6C-60F6-1898-1DE1A5D29712}"/>
          </ac:inkMkLst>
        </pc:inkChg>
        <pc:inkChg chg="add del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49" creationId="{43433718-4CD1-E41A-83EB-25D888420EAA}"/>
          </ac:inkMkLst>
        </pc:inkChg>
        <pc:inkChg chg="add del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50" creationId="{86752A4D-E49C-E6C4-F322-F46FC1117D98}"/>
          </ac:inkMkLst>
        </pc:inkChg>
        <pc:inkChg chg="add del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51" creationId="{71696C5B-1EDE-733E-DFDA-C8A090466E3C}"/>
          </ac:inkMkLst>
        </pc:inkChg>
        <pc:inkChg chg="add del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52" creationId="{E6D1AE77-3F68-71A1-E3C9-EFC19D4981FF}"/>
          </ac:inkMkLst>
        </pc:inkChg>
        <pc:inkChg chg="add reco">
          <ac:chgData name="MINATI RATH ." userId="c069ce78-7b3e-49df-863c-37cd5cba8d18" providerId="ADAL" clId="{88DB0432-0257-4B9C-AC44-4607F71EAFFD}" dt="2026-01-24T13:36:09.724" v="2016"/>
          <ac:inkMkLst>
            <pc:docMk/>
            <pc:sldMk cId="3657673430" sldId="327"/>
            <ac:inkMk id="53" creationId="{4327EA57-BB9A-00DB-7C50-017E6678E201}"/>
          </ac:inkMkLst>
        </pc:inkChg>
        <pc:inkChg chg="add del">
          <ac:chgData name="MINATI RATH ." userId="c069ce78-7b3e-49df-863c-37cd5cba8d18" providerId="ADAL" clId="{88DB0432-0257-4B9C-AC44-4607F71EAFFD}" dt="2026-01-24T13:36:13.945" v="2019"/>
          <ac:inkMkLst>
            <pc:docMk/>
            <pc:sldMk cId="3657673430" sldId="327"/>
            <ac:inkMk id="54" creationId="{331043EB-EAA8-3AF8-D399-F86019374AAA}"/>
          </ac:inkMkLst>
        </pc:inkChg>
        <pc:inkChg chg="add del">
          <ac:chgData name="MINATI RATH ." userId="c069ce78-7b3e-49df-863c-37cd5cba8d18" providerId="ADAL" clId="{88DB0432-0257-4B9C-AC44-4607F71EAFFD}" dt="2026-01-24T13:36:13.945" v="2019"/>
          <ac:inkMkLst>
            <pc:docMk/>
            <pc:sldMk cId="3657673430" sldId="327"/>
            <ac:inkMk id="55" creationId="{77CDD250-C50B-FADA-D269-9EF11984AB03}"/>
          </ac:inkMkLst>
        </pc:inkChg>
        <pc:inkChg chg="add reco">
          <ac:chgData name="MINATI RATH ." userId="c069ce78-7b3e-49df-863c-37cd5cba8d18" providerId="ADAL" clId="{88DB0432-0257-4B9C-AC44-4607F71EAFFD}" dt="2026-01-24T13:36:13.945" v="2019"/>
          <ac:inkMkLst>
            <pc:docMk/>
            <pc:sldMk cId="3657673430" sldId="327"/>
            <ac:inkMk id="56" creationId="{FB76AD9F-D0B3-7B5C-6D74-0F36FEACE46D}"/>
          </ac:inkMkLst>
        </pc:inkChg>
        <pc:inkChg chg="add del">
          <ac:chgData name="MINATI RATH ." userId="c069ce78-7b3e-49df-863c-37cd5cba8d18" providerId="ADAL" clId="{88DB0432-0257-4B9C-AC44-4607F71EAFFD}" dt="2026-01-24T13:36:19.355" v="2022"/>
          <ac:inkMkLst>
            <pc:docMk/>
            <pc:sldMk cId="3657673430" sldId="327"/>
            <ac:inkMk id="57" creationId="{ADBD92E1-BE35-6556-0DE9-D4AED26F1690}"/>
          </ac:inkMkLst>
        </pc:inkChg>
        <pc:inkChg chg="add del">
          <ac:chgData name="MINATI RATH ." userId="c069ce78-7b3e-49df-863c-37cd5cba8d18" providerId="ADAL" clId="{88DB0432-0257-4B9C-AC44-4607F71EAFFD}" dt="2026-01-24T13:36:19.355" v="2022"/>
          <ac:inkMkLst>
            <pc:docMk/>
            <pc:sldMk cId="3657673430" sldId="327"/>
            <ac:inkMk id="58" creationId="{A9E9DA59-497F-C843-9723-83C18230D470}"/>
          </ac:inkMkLst>
        </pc:inkChg>
        <pc:inkChg chg="add reco">
          <ac:chgData name="MINATI RATH ." userId="c069ce78-7b3e-49df-863c-37cd5cba8d18" providerId="ADAL" clId="{88DB0432-0257-4B9C-AC44-4607F71EAFFD}" dt="2026-01-24T13:36:19.355" v="2022"/>
          <ac:inkMkLst>
            <pc:docMk/>
            <pc:sldMk cId="3657673430" sldId="327"/>
            <ac:inkMk id="59" creationId="{F764E449-1BFD-1A63-0802-22F75180CF2A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60" creationId="{77B8E2F0-0C8E-A2A6-8045-63B5AE66C07F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61" creationId="{4EFC804C-20B1-2145-0144-637ED8CD0C9B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62" creationId="{C446C6CF-3D54-0CA3-2B91-C88F522C9FCD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63" creationId="{B266F9B3-1538-E4E7-0DDD-AC51E84009A0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18432" creationId="{05DF4948-D850-CAF7-E6D5-63B55890D61D}"/>
          </ac:inkMkLst>
        </pc:inkChg>
        <pc:inkChg chg="add del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18433" creationId="{80C5DD6A-BF34-A101-9369-8D3204987BE4}"/>
          </ac:inkMkLst>
        </pc:inkChg>
        <pc:inkChg chg="add reco">
          <ac:chgData name="MINATI RATH ." userId="c069ce78-7b3e-49df-863c-37cd5cba8d18" providerId="ADAL" clId="{88DB0432-0257-4B9C-AC44-4607F71EAFFD}" dt="2026-01-24T13:36:26.936" v="2029"/>
          <ac:inkMkLst>
            <pc:docMk/>
            <pc:sldMk cId="3657673430" sldId="327"/>
            <ac:inkMk id="18434" creationId="{3A64FF60-5D50-2B9D-3F33-58313245D4CD}"/>
          </ac:inkMkLst>
        </pc:inkChg>
        <pc:inkChg chg="add del">
          <ac:chgData name="MINATI RATH ." userId="c069ce78-7b3e-49df-863c-37cd5cba8d18" providerId="ADAL" clId="{88DB0432-0257-4B9C-AC44-4607F71EAFFD}" dt="2026-01-24T13:36:38.228" v="2032"/>
          <ac:inkMkLst>
            <pc:docMk/>
            <pc:sldMk cId="3657673430" sldId="327"/>
            <ac:inkMk id="18435" creationId="{5ABAFDE3-3B12-87AF-C15F-BD5879AE4C43}"/>
          </ac:inkMkLst>
        </pc:inkChg>
        <pc:inkChg chg="add del">
          <ac:chgData name="MINATI RATH ." userId="c069ce78-7b3e-49df-863c-37cd5cba8d18" providerId="ADAL" clId="{88DB0432-0257-4B9C-AC44-4607F71EAFFD}" dt="2026-01-24T13:36:38.228" v="2032"/>
          <ac:inkMkLst>
            <pc:docMk/>
            <pc:sldMk cId="3657673430" sldId="327"/>
            <ac:inkMk id="18436" creationId="{47D437CD-C031-150D-9DCA-153D07E23422}"/>
          </ac:inkMkLst>
        </pc:inkChg>
        <pc:inkChg chg="add reco">
          <ac:chgData name="MINATI RATH ." userId="c069ce78-7b3e-49df-863c-37cd5cba8d18" providerId="ADAL" clId="{88DB0432-0257-4B9C-AC44-4607F71EAFFD}" dt="2026-01-24T13:36:38.228" v="2032"/>
          <ac:inkMkLst>
            <pc:docMk/>
            <pc:sldMk cId="3657673430" sldId="327"/>
            <ac:inkMk id="18437" creationId="{B4D348F8-DD6A-24E3-CA22-7387355920B7}"/>
          </ac:inkMkLst>
        </pc:inkChg>
      </pc:sldChg>
      <pc:sldChg chg="addSp delSp mod">
        <pc:chgData name="MINATI RATH ." userId="c069ce78-7b3e-49df-863c-37cd5cba8d18" providerId="ADAL" clId="{88DB0432-0257-4B9C-AC44-4607F71EAFFD}" dt="2026-01-24T14:06:57.587" v="3004"/>
        <pc:sldMkLst>
          <pc:docMk/>
          <pc:sldMk cId="726064143" sldId="328"/>
        </pc:sldMkLst>
        <pc:inkChg chg="add del">
          <ac:chgData name="MINATI RATH ." userId="c069ce78-7b3e-49df-863c-37cd5cba8d18" providerId="ADAL" clId="{88DB0432-0257-4B9C-AC44-4607F71EAFFD}" dt="2026-01-24T13:37:16.514" v="2035"/>
          <ac:inkMkLst>
            <pc:docMk/>
            <pc:sldMk cId="726064143" sldId="328"/>
            <ac:inkMk id="3" creationId="{C4D12600-727C-57B0-2572-E1C47214E1AC}"/>
          </ac:inkMkLst>
        </pc:inkChg>
        <pc:inkChg chg="add del">
          <ac:chgData name="MINATI RATH ." userId="c069ce78-7b3e-49df-863c-37cd5cba8d18" providerId="ADAL" clId="{88DB0432-0257-4B9C-AC44-4607F71EAFFD}" dt="2026-01-24T13:37:16.514" v="2035"/>
          <ac:inkMkLst>
            <pc:docMk/>
            <pc:sldMk cId="726064143" sldId="328"/>
            <ac:inkMk id="4" creationId="{215D0ED6-9729-081B-DC07-14639A67D974}"/>
          </ac:inkMkLst>
        </pc:inkChg>
        <pc:inkChg chg="add reco">
          <ac:chgData name="MINATI RATH ." userId="c069ce78-7b3e-49df-863c-37cd5cba8d18" providerId="ADAL" clId="{88DB0432-0257-4B9C-AC44-4607F71EAFFD}" dt="2026-01-24T13:37:16.514" v="2035"/>
          <ac:inkMkLst>
            <pc:docMk/>
            <pc:sldMk cId="726064143" sldId="328"/>
            <ac:inkMk id="5" creationId="{E942EDD7-F419-AC4F-9020-120B4E8DE37B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6" creationId="{BAEA5C87-DE79-9420-04A5-066D8B53D436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7" creationId="{38016F35-41FF-7B47-11C8-67B309F090E4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8" creationId="{B2EDF06D-1A47-752C-2915-719BB4FF00E7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9" creationId="{AED6E70B-7E9F-573F-F7B1-7894342B6087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10" creationId="{0FE1F2B0-B986-2D91-F2BE-2620D00CDC89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11" creationId="{0377442F-7EA0-9F3B-7F23-B149FC15D3E6}"/>
          </ac:inkMkLst>
        </pc:inkChg>
        <pc:inkChg chg="add del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12" creationId="{1BFE7449-F637-D0E4-EDC9-9D8170DD3F02}"/>
          </ac:inkMkLst>
        </pc:inkChg>
        <pc:inkChg chg="add reco">
          <ac:chgData name="MINATI RATH ." userId="c069ce78-7b3e-49df-863c-37cd5cba8d18" providerId="ADAL" clId="{88DB0432-0257-4B9C-AC44-4607F71EAFFD}" dt="2026-01-24T13:37:26.935" v="2043"/>
          <ac:inkMkLst>
            <pc:docMk/>
            <pc:sldMk cId="726064143" sldId="328"/>
            <ac:inkMk id="13" creationId="{131F810F-C613-118A-20EF-A51185D99933}"/>
          </ac:inkMkLst>
        </pc:inkChg>
        <pc:inkChg chg="add del">
          <ac:chgData name="MINATI RATH ." userId="c069ce78-7b3e-49df-863c-37cd5cba8d18" providerId="ADAL" clId="{88DB0432-0257-4B9C-AC44-4607F71EAFFD}" dt="2026-01-24T13:37:30.881" v="2046"/>
          <ac:inkMkLst>
            <pc:docMk/>
            <pc:sldMk cId="726064143" sldId="328"/>
            <ac:inkMk id="14" creationId="{41645145-2BE3-3E5B-D36D-707BF2BC86C0}"/>
          </ac:inkMkLst>
        </pc:inkChg>
        <pc:inkChg chg="add del">
          <ac:chgData name="MINATI RATH ." userId="c069ce78-7b3e-49df-863c-37cd5cba8d18" providerId="ADAL" clId="{88DB0432-0257-4B9C-AC44-4607F71EAFFD}" dt="2026-01-24T13:37:30.881" v="2046"/>
          <ac:inkMkLst>
            <pc:docMk/>
            <pc:sldMk cId="726064143" sldId="328"/>
            <ac:inkMk id="15" creationId="{79EBFC65-37EC-010D-3277-8B06C64FB90E}"/>
          </ac:inkMkLst>
        </pc:inkChg>
        <pc:inkChg chg="add reco">
          <ac:chgData name="MINATI RATH ." userId="c069ce78-7b3e-49df-863c-37cd5cba8d18" providerId="ADAL" clId="{88DB0432-0257-4B9C-AC44-4607F71EAFFD}" dt="2026-01-24T13:37:30.881" v="2046"/>
          <ac:inkMkLst>
            <pc:docMk/>
            <pc:sldMk cId="726064143" sldId="328"/>
            <ac:inkMk id="16" creationId="{8A2F4942-054E-0589-3314-947F04F6C8A1}"/>
          </ac:inkMkLst>
        </pc:inkChg>
        <pc:inkChg chg="add del">
          <ac:chgData name="MINATI RATH ." userId="c069ce78-7b3e-49df-863c-37cd5cba8d18" providerId="ADAL" clId="{88DB0432-0257-4B9C-AC44-4607F71EAFFD}" dt="2026-01-24T13:37:34.704" v="2050"/>
          <ac:inkMkLst>
            <pc:docMk/>
            <pc:sldMk cId="726064143" sldId="328"/>
            <ac:inkMk id="17" creationId="{F0DBFC36-9907-DA6B-F811-E05F7AB56D5A}"/>
          </ac:inkMkLst>
        </pc:inkChg>
        <pc:inkChg chg="add del">
          <ac:chgData name="MINATI RATH ." userId="c069ce78-7b3e-49df-863c-37cd5cba8d18" providerId="ADAL" clId="{88DB0432-0257-4B9C-AC44-4607F71EAFFD}" dt="2026-01-24T13:37:34.704" v="2050"/>
          <ac:inkMkLst>
            <pc:docMk/>
            <pc:sldMk cId="726064143" sldId="328"/>
            <ac:inkMk id="18" creationId="{73A008DE-DC6E-605E-457F-438EF527B333}"/>
          </ac:inkMkLst>
        </pc:inkChg>
        <pc:inkChg chg="add">
          <ac:chgData name="MINATI RATH ." userId="c069ce78-7b3e-49df-863c-37cd5cba8d18" providerId="ADAL" clId="{88DB0432-0257-4B9C-AC44-4607F71EAFFD}" dt="2026-01-24T13:37:33.751" v="2049"/>
          <ac:inkMkLst>
            <pc:docMk/>
            <pc:sldMk cId="726064143" sldId="328"/>
            <ac:inkMk id="19" creationId="{04856CAD-EF7E-2258-7627-55B2C4E8A3DC}"/>
          </ac:inkMkLst>
        </pc:inkChg>
        <pc:inkChg chg="add reco">
          <ac:chgData name="MINATI RATH ." userId="c069ce78-7b3e-49df-863c-37cd5cba8d18" providerId="ADAL" clId="{88DB0432-0257-4B9C-AC44-4607F71EAFFD}" dt="2026-01-24T13:37:34.704" v="2050"/>
          <ac:inkMkLst>
            <pc:docMk/>
            <pc:sldMk cId="726064143" sldId="328"/>
            <ac:inkMk id="20" creationId="{022CB35E-2656-8EDD-4350-1FB9B79DB3A8}"/>
          </ac:inkMkLst>
        </pc:inkChg>
        <pc:inkChg chg="add">
          <ac:chgData name="MINATI RATH ." userId="c069ce78-7b3e-49df-863c-37cd5cba8d18" providerId="ADAL" clId="{88DB0432-0257-4B9C-AC44-4607F71EAFFD}" dt="2026-01-24T13:37:40.987" v="2051"/>
          <ac:inkMkLst>
            <pc:docMk/>
            <pc:sldMk cId="726064143" sldId="328"/>
            <ac:inkMk id="21" creationId="{FB55E239-C0E1-05B7-83B2-F6B1AC663E73}"/>
          </ac:inkMkLst>
        </pc:inkChg>
        <pc:inkChg chg="add del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2" creationId="{04DA1627-91F3-E55C-5BEA-02C4E4654B1E}"/>
          </ac:inkMkLst>
        </pc:inkChg>
        <pc:inkChg chg="add del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3" creationId="{6F19DCAF-49E6-6A62-D94C-345B528A0624}"/>
          </ac:inkMkLst>
        </pc:inkChg>
        <pc:inkChg chg="add del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4" creationId="{3AB4B5E4-533B-D151-603B-8A30CED075AC}"/>
          </ac:inkMkLst>
        </pc:inkChg>
        <pc:inkChg chg="add del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5" creationId="{08773ECB-E53B-F0EE-0EC5-7AB99FBA4BAD}"/>
          </ac:inkMkLst>
        </pc:inkChg>
        <pc:inkChg chg="add del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6" creationId="{AA3E52BF-B747-C0C8-7B68-FE6BA32A554D}"/>
          </ac:inkMkLst>
        </pc:inkChg>
        <pc:inkChg chg="add reco">
          <ac:chgData name="MINATI RATH ." userId="c069ce78-7b3e-49df-863c-37cd5cba8d18" providerId="ADAL" clId="{88DB0432-0257-4B9C-AC44-4607F71EAFFD}" dt="2026-01-24T13:37:48.092" v="2057"/>
          <ac:inkMkLst>
            <pc:docMk/>
            <pc:sldMk cId="726064143" sldId="328"/>
            <ac:inkMk id="27" creationId="{5E1C8540-F79F-B8AC-1580-4847FF9D7684}"/>
          </ac:inkMkLst>
        </pc:inkChg>
        <pc:inkChg chg="add del">
          <ac:chgData name="MINATI RATH ." userId="c069ce78-7b3e-49df-863c-37cd5cba8d18" providerId="ADAL" clId="{88DB0432-0257-4B9C-AC44-4607F71EAFFD}" dt="2026-01-24T13:37:50.655" v="2061"/>
          <ac:inkMkLst>
            <pc:docMk/>
            <pc:sldMk cId="726064143" sldId="328"/>
            <ac:inkMk id="28" creationId="{5ED01DBA-D093-64A9-47A5-3F8C81DDA3C6}"/>
          </ac:inkMkLst>
        </pc:inkChg>
        <pc:inkChg chg="add del">
          <ac:chgData name="MINATI RATH ." userId="c069ce78-7b3e-49df-863c-37cd5cba8d18" providerId="ADAL" clId="{88DB0432-0257-4B9C-AC44-4607F71EAFFD}" dt="2026-01-24T13:37:50.655" v="2061"/>
          <ac:inkMkLst>
            <pc:docMk/>
            <pc:sldMk cId="726064143" sldId="328"/>
            <ac:inkMk id="29" creationId="{B0808B4E-F0D8-1DF4-15B2-4C5EC86EFE47}"/>
          </ac:inkMkLst>
        </pc:inkChg>
        <pc:inkChg chg="add del">
          <ac:chgData name="MINATI RATH ." userId="c069ce78-7b3e-49df-863c-37cd5cba8d18" providerId="ADAL" clId="{88DB0432-0257-4B9C-AC44-4607F71EAFFD}" dt="2026-01-24T13:37:50.655" v="2061"/>
          <ac:inkMkLst>
            <pc:docMk/>
            <pc:sldMk cId="726064143" sldId="328"/>
            <ac:inkMk id="30" creationId="{1B38D0A0-C488-BBA8-855B-577162A0D274}"/>
          </ac:inkMkLst>
        </pc:inkChg>
        <pc:inkChg chg="add reco">
          <ac:chgData name="MINATI RATH ." userId="c069ce78-7b3e-49df-863c-37cd5cba8d18" providerId="ADAL" clId="{88DB0432-0257-4B9C-AC44-4607F71EAFFD}" dt="2026-01-24T13:37:50.655" v="2061"/>
          <ac:inkMkLst>
            <pc:docMk/>
            <pc:sldMk cId="726064143" sldId="328"/>
            <ac:inkMk id="31" creationId="{0FBE41CE-E80E-96F4-0656-B36D10261298}"/>
          </ac:inkMkLst>
        </pc:inkChg>
        <pc:inkChg chg="add del">
          <ac:chgData name="MINATI RATH ." userId="c069ce78-7b3e-49df-863c-37cd5cba8d18" providerId="ADAL" clId="{88DB0432-0257-4B9C-AC44-4607F71EAFFD}" dt="2026-01-24T13:37:56.459" v="2065"/>
          <ac:inkMkLst>
            <pc:docMk/>
            <pc:sldMk cId="726064143" sldId="328"/>
            <ac:inkMk id="32" creationId="{FE6673E3-B167-2707-F320-87DA24A1B139}"/>
          </ac:inkMkLst>
        </pc:inkChg>
        <pc:inkChg chg="add del">
          <ac:chgData name="MINATI RATH ." userId="c069ce78-7b3e-49df-863c-37cd5cba8d18" providerId="ADAL" clId="{88DB0432-0257-4B9C-AC44-4607F71EAFFD}" dt="2026-01-24T13:37:56.459" v="2065"/>
          <ac:inkMkLst>
            <pc:docMk/>
            <pc:sldMk cId="726064143" sldId="328"/>
            <ac:inkMk id="33" creationId="{45441381-9C51-B4AA-26FD-6CE6F528179A}"/>
          </ac:inkMkLst>
        </pc:inkChg>
        <pc:inkChg chg="add del">
          <ac:chgData name="MINATI RATH ." userId="c069ce78-7b3e-49df-863c-37cd5cba8d18" providerId="ADAL" clId="{88DB0432-0257-4B9C-AC44-4607F71EAFFD}" dt="2026-01-24T13:37:56.459" v="2065"/>
          <ac:inkMkLst>
            <pc:docMk/>
            <pc:sldMk cId="726064143" sldId="328"/>
            <ac:inkMk id="34" creationId="{36936B46-2AD0-3210-4003-2772D1F6F8BF}"/>
          </ac:inkMkLst>
        </pc:inkChg>
        <pc:inkChg chg="add reco">
          <ac:chgData name="MINATI RATH ." userId="c069ce78-7b3e-49df-863c-37cd5cba8d18" providerId="ADAL" clId="{88DB0432-0257-4B9C-AC44-4607F71EAFFD}" dt="2026-01-24T13:37:56.459" v="2065"/>
          <ac:inkMkLst>
            <pc:docMk/>
            <pc:sldMk cId="726064143" sldId="328"/>
            <ac:inkMk id="35" creationId="{339BA3A9-D88B-0DAB-B8A5-A8FF0DEC2C29}"/>
          </ac:inkMkLst>
        </pc:inkChg>
        <pc:inkChg chg="add">
          <ac:chgData name="MINATI RATH ." userId="c069ce78-7b3e-49df-863c-37cd5cba8d18" providerId="ADAL" clId="{88DB0432-0257-4B9C-AC44-4607F71EAFFD}" dt="2026-01-24T13:38:04.826" v="2066"/>
          <ac:inkMkLst>
            <pc:docMk/>
            <pc:sldMk cId="726064143" sldId="328"/>
            <ac:inkMk id="36" creationId="{E6311504-FE57-4A34-C7F8-5FF5FED6E211}"/>
          </ac:inkMkLst>
        </pc:inkChg>
        <pc:inkChg chg="add del">
          <ac:chgData name="MINATI RATH ." userId="c069ce78-7b3e-49df-863c-37cd5cba8d18" providerId="ADAL" clId="{88DB0432-0257-4B9C-AC44-4607F71EAFFD}" dt="2026-01-24T13:38:10.643" v="2071"/>
          <ac:inkMkLst>
            <pc:docMk/>
            <pc:sldMk cId="726064143" sldId="328"/>
            <ac:inkMk id="37" creationId="{0A95BE0C-B866-D506-E5D2-8C93C5C9AD31}"/>
          </ac:inkMkLst>
        </pc:inkChg>
        <pc:inkChg chg="add del">
          <ac:chgData name="MINATI RATH ." userId="c069ce78-7b3e-49df-863c-37cd5cba8d18" providerId="ADAL" clId="{88DB0432-0257-4B9C-AC44-4607F71EAFFD}" dt="2026-01-24T13:38:10.643" v="2071"/>
          <ac:inkMkLst>
            <pc:docMk/>
            <pc:sldMk cId="726064143" sldId="328"/>
            <ac:inkMk id="38" creationId="{0069BBC2-B67E-4F6B-C430-110C9DA2D0EE}"/>
          </ac:inkMkLst>
        </pc:inkChg>
        <pc:inkChg chg="add del">
          <ac:chgData name="MINATI RATH ." userId="c069ce78-7b3e-49df-863c-37cd5cba8d18" providerId="ADAL" clId="{88DB0432-0257-4B9C-AC44-4607F71EAFFD}" dt="2026-01-24T13:38:10.643" v="2071"/>
          <ac:inkMkLst>
            <pc:docMk/>
            <pc:sldMk cId="726064143" sldId="328"/>
            <ac:inkMk id="39" creationId="{58E3DE05-7FA6-2D16-DB0F-37AC1FD5D81D}"/>
          </ac:inkMkLst>
        </pc:inkChg>
        <pc:inkChg chg="add del">
          <ac:chgData name="MINATI RATH ." userId="c069ce78-7b3e-49df-863c-37cd5cba8d18" providerId="ADAL" clId="{88DB0432-0257-4B9C-AC44-4607F71EAFFD}" dt="2026-01-24T13:38:10.643" v="2071"/>
          <ac:inkMkLst>
            <pc:docMk/>
            <pc:sldMk cId="726064143" sldId="328"/>
            <ac:inkMk id="40" creationId="{3631815F-1FB4-0845-3270-25C08ADD1D84}"/>
          </ac:inkMkLst>
        </pc:inkChg>
        <pc:inkChg chg="add reco">
          <ac:chgData name="MINATI RATH ." userId="c069ce78-7b3e-49df-863c-37cd5cba8d18" providerId="ADAL" clId="{88DB0432-0257-4B9C-AC44-4607F71EAFFD}" dt="2026-01-24T13:38:10.643" v="2071"/>
          <ac:inkMkLst>
            <pc:docMk/>
            <pc:sldMk cId="726064143" sldId="328"/>
            <ac:inkMk id="41" creationId="{BF1B67F4-602D-1961-82B1-FDD40C5DD33F}"/>
          </ac:inkMkLst>
        </pc:inkChg>
        <pc:inkChg chg="add">
          <ac:chgData name="MINATI RATH ." userId="c069ce78-7b3e-49df-863c-37cd5cba8d18" providerId="ADAL" clId="{88DB0432-0257-4B9C-AC44-4607F71EAFFD}" dt="2026-01-24T13:38:12.701" v="2072"/>
          <ac:inkMkLst>
            <pc:docMk/>
            <pc:sldMk cId="726064143" sldId="328"/>
            <ac:inkMk id="42" creationId="{DC117300-FE44-CEEC-F317-29E6BDC06AD2}"/>
          </ac:inkMkLst>
        </pc:inkChg>
        <pc:inkChg chg="add">
          <ac:chgData name="MINATI RATH ." userId="c069ce78-7b3e-49df-863c-37cd5cba8d18" providerId="ADAL" clId="{88DB0432-0257-4B9C-AC44-4607F71EAFFD}" dt="2026-01-24T13:38:16.059" v="2073"/>
          <ac:inkMkLst>
            <pc:docMk/>
            <pc:sldMk cId="726064143" sldId="328"/>
            <ac:inkMk id="43" creationId="{85F62B89-93E1-C7AC-A810-F762080308E4}"/>
          </ac:inkMkLst>
        </pc:inkChg>
        <pc:inkChg chg="add del">
          <ac:chgData name="MINATI RATH ." userId="c069ce78-7b3e-49df-863c-37cd5cba8d18" providerId="ADAL" clId="{88DB0432-0257-4B9C-AC44-4607F71EAFFD}" dt="2026-01-24T13:38:18.237" v="2076"/>
          <ac:inkMkLst>
            <pc:docMk/>
            <pc:sldMk cId="726064143" sldId="328"/>
            <ac:inkMk id="44" creationId="{0AD3BF8E-49C5-FB75-D57A-543BA127FC3D}"/>
          </ac:inkMkLst>
        </pc:inkChg>
        <pc:inkChg chg="add del">
          <ac:chgData name="MINATI RATH ." userId="c069ce78-7b3e-49df-863c-37cd5cba8d18" providerId="ADAL" clId="{88DB0432-0257-4B9C-AC44-4607F71EAFFD}" dt="2026-01-24T13:38:18.237" v="2076"/>
          <ac:inkMkLst>
            <pc:docMk/>
            <pc:sldMk cId="726064143" sldId="328"/>
            <ac:inkMk id="45" creationId="{175B78CC-2B0F-91E0-8F0B-6DA3C0962914}"/>
          </ac:inkMkLst>
        </pc:inkChg>
        <pc:inkChg chg="add reco">
          <ac:chgData name="MINATI RATH ." userId="c069ce78-7b3e-49df-863c-37cd5cba8d18" providerId="ADAL" clId="{88DB0432-0257-4B9C-AC44-4607F71EAFFD}" dt="2026-01-24T13:38:18.237" v="2076"/>
          <ac:inkMkLst>
            <pc:docMk/>
            <pc:sldMk cId="726064143" sldId="328"/>
            <ac:inkMk id="46" creationId="{C46B1796-2E7E-2ED2-A540-70AC55FBDA79}"/>
          </ac:inkMkLst>
        </pc:inkChg>
        <pc:inkChg chg="add del">
          <ac:chgData name="MINATI RATH ." userId="c069ce78-7b3e-49df-863c-37cd5cba8d18" providerId="ADAL" clId="{88DB0432-0257-4B9C-AC44-4607F71EAFFD}" dt="2026-01-24T13:38:20.436" v="2079"/>
          <ac:inkMkLst>
            <pc:docMk/>
            <pc:sldMk cId="726064143" sldId="328"/>
            <ac:inkMk id="47" creationId="{5563F121-6EA0-75F5-6945-B5B1FCDA491B}"/>
          </ac:inkMkLst>
        </pc:inkChg>
        <pc:inkChg chg="add del">
          <ac:chgData name="MINATI RATH ." userId="c069ce78-7b3e-49df-863c-37cd5cba8d18" providerId="ADAL" clId="{88DB0432-0257-4B9C-AC44-4607F71EAFFD}" dt="2026-01-24T13:38:20.436" v="2079"/>
          <ac:inkMkLst>
            <pc:docMk/>
            <pc:sldMk cId="726064143" sldId="328"/>
            <ac:inkMk id="48" creationId="{3112C625-F4D1-DE11-A74D-94A2A78DD40C}"/>
          </ac:inkMkLst>
        </pc:inkChg>
        <pc:inkChg chg="add reco">
          <ac:chgData name="MINATI RATH ." userId="c069ce78-7b3e-49df-863c-37cd5cba8d18" providerId="ADAL" clId="{88DB0432-0257-4B9C-AC44-4607F71EAFFD}" dt="2026-01-24T13:38:20.436" v="2079"/>
          <ac:inkMkLst>
            <pc:docMk/>
            <pc:sldMk cId="726064143" sldId="328"/>
            <ac:inkMk id="49" creationId="{D6A224D3-0967-06E1-0CC6-3943FE3EEF9C}"/>
          </ac:inkMkLst>
        </pc:inkChg>
        <pc:inkChg chg="add del">
          <ac:chgData name="MINATI RATH ." userId="c069ce78-7b3e-49df-863c-37cd5cba8d18" providerId="ADAL" clId="{88DB0432-0257-4B9C-AC44-4607F71EAFFD}" dt="2026-01-24T13:38:21.707" v="2082"/>
          <ac:inkMkLst>
            <pc:docMk/>
            <pc:sldMk cId="726064143" sldId="328"/>
            <ac:inkMk id="50" creationId="{92F77EA9-C9C9-DC3F-7E5B-5812B92E1BCE}"/>
          </ac:inkMkLst>
        </pc:inkChg>
        <pc:inkChg chg="add del">
          <ac:chgData name="MINATI RATH ." userId="c069ce78-7b3e-49df-863c-37cd5cba8d18" providerId="ADAL" clId="{88DB0432-0257-4B9C-AC44-4607F71EAFFD}" dt="2026-01-24T13:38:21.707" v="2082"/>
          <ac:inkMkLst>
            <pc:docMk/>
            <pc:sldMk cId="726064143" sldId="328"/>
            <ac:inkMk id="51" creationId="{6C195935-DF99-9049-0490-14C60A98ACF7}"/>
          </ac:inkMkLst>
        </pc:inkChg>
        <pc:inkChg chg="add reco">
          <ac:chgData name="MINATI RATH ." userId="c069ce78-7b3e-49df-863c-37cd5cba8d18" providerId="ADAL" clId="{88DB0432-0257-4B9C-AC44-4607F71EAFFD}" dt="2026-01-24T13:38:21.707" v="2082"/>
          <ac:inkMkLst>
            <pc:docMk/>
            <pc:sldMk cId="726064143" sldId="328"/>
            <ac:inkMk id="52" creationId="{7ABEEE3D-B3C9-3F9F-9A7A-AAD48533D15E}"/>
          </ac:inkMkLst>
        </pc:inkChg>
        <pc:inkChg chg="add del">
          <ac:chgData name="MINATI RATH ." userId="c069ce78-7b3e-49df-863c-37cd5cba8d18" providerId="ADAL" clId="{88DB0432-0257-4B9C-AC44-4607F71EAFFD}" dt="2026-01-24T13:38:24.994" v="2086"/>
          <ac:inkMkLst>
            <pc:docMk/>
            <pc:sldMk cId="726064143" sldId="328"/>
            <ac:inkMk id="53" creationId="{13823F59-175E-A6BB-B6AA-18D0434FF9A1}"/>
          </ac:inkMkLst>
        </pc:inkChg>
        <pc:inkChg chg="add del">
          <ac:chgData name="MINATI RATH ." userId="c069ce78-7b3e-49df-863c-37cd5cba8d18" providerId="ADAL" clId="{88DB0432-0257-4B9C-AC44-4607F71EAFFD}" dt="2026-01-24T13:38:24.994" v="2086"/>
          <ac:inkMkLst>
            <pc:docMk/>
            <pc:sldMk cId="726064143" sldId="328"/>
            <ac:inkMk id="54" creationId="{08A8BD51-672A-1918-090A-D38CF13071AE}"/>
          </ac:inkMkLst>
        </pc:inkChg>
        <pc:inkChg chg="add del">
          <ac:chgData name="MINATI RATH ." userId="c069ce78-7b3e-49df-863c-37cd5cba8d18" providerId="ADAL" clId="{88DB0432-0257-4B9C-AC44-4607F71EAFFD}" dt="2026-01-24T13:38:24.994" v="2086"/>
          <ac:inkMkLst>
            <pc:docMk/>
            <pc:sldMk cId="726064143" sldId="328"/>
            <ac:inkMk id="55" creationId="{EC0BA197-EB85-C390-9284-B91D08EBA355}"/>
          </ac:inkMkLst>
        </pc:inkChg>
        <pc:inkChg chg="add reco">
          <ac:chgData name="MINATI RATH ." userId="c069ce78-7b3e-49df-863c-37cd5cba8d18" providerId="ADAL" clId="{88DB0432-0257-4B9C-AC44-4607F71EAFFD}" dt="2026-01-24T13:38:24.994" v="2086"/>
          <ac:inkMkLst>
            <pc:docMk/>
            <pc:sldMk cId="726064143" sldId="328"/>
            <ac:inkMk id="56" creationId="{C321C893-E974-C0D1-584A-A666D37E5DD6}"/>
          </ac:inkMkLst>
        </pc:inkChg>
        <pc:inkChg chg="add del">
          <ac:chgData name="MINATI RATH ." userId="c069ce78-7b3e-49df-863c-37cd5cba8d18" providerId="ADAL" clId="{88DB0432-0257-4B9C-AC44-4607F71EAFFD}" dt="2026-01-24T13:38:57.652" v="2091"/>
          <ac:inkMkLst>
            <pc:docMk/>
            <pc:sldMk cId="726064143" sldId="328"/>
            <ac:inkMk id="57" creationId="{D7A30D1F-A396-6C0B-3712-73DA61C8359D}"/>
          </ac:inkMkLst>
        </pc:inkChg>
        <pc:inkChg chg="add del">
          <ac:chgData name="MINATI RATH ." userId="c069ce78-7b3e-49df-863c-37cd5cba8d18" providerId="ADAL" clId="{88DB0432-0257-4B9C-AC44-4607F71EAFFD}" dt="2026-01-24T13:38:57.652" v="2091"/>
          <ac:inkMkLst>
            <pc:docMk/>
            <pc:sldMk cId="726064143" sldId="328"/>
            <ac:inkMk id="58" creationId="{B193E900-6AA0-715E-A136-657317B88397}"/>
          </ac:inkMkLst>
        </pc:inkChg>
        <pc:inkChg chg="add del">
          <ac:chgData name="MINATI RATH ." userId="c069ce78-7b3e-49df-863c-37cd5cba8d18" providerId="ADAL" clId="{88DB0432-0257-4B9C-AC44-4607F71EAFFD}" dt="2026-01-24T13:38:57.652" v="2091"/>
          <ac:inkMkLst>
            <pc:docMk/>
            <pc:sldMk cId="726064143" sldId="328"/>
            <ac:inkMk id="59" creationId="{3ABD30D3-1F51-A58E-0ADE-114B07564A7A}"/>
          </ac:inkMkLst>
        </pc:inkChg>
        <pc:inkChg chg="add del">
          <ac:chgData name="MINATI RATH ." userId="c069ce78-7b3e-49df-863c-37cd5cba8d18" providerId="ADAL" clId="{88DB0432-0257-4B9C-AC44-4607F71EAFFD}" dt="2026-01-24T13:38:57.652" v="2091"/>
          <ac:inkMkLst>
            <pc:docMk/>
            <pc:sldMk cId="726064143" sldId="328"/>
            <ac:inkMk id="60" creationId="{A85892C2-19F7-6933-ED7D-FB4C67B456E0}"/>
          </ac:inkMkLst>
        </pc:inkChg>
        <pc:inkChg chg="add reco">
          <ac:chgData name="MINATI RATH ." userId="c069ce78-7b3e-49df-863c-37cd5cba8d18" providerId="ADAL" clId="{88DB0432-0257-4B9C-AC44-4607F71EAFFD}" dt="2026-01-24T13:38:57.652" v="2091"/>
          <ac:inkMkLst>
            <pc:docMk/>
            <pc:sldMk cId="726064143" sldId="328"/>
            <ac:inkMk id="61" creationId="{17FA2E6A-C949-721B-2241-880B82DAE5FF}"/>
          </ac:inkMkLst>
        </pc:inkChg>
        <pc:inkChg chg="add">
          <ac:chgData name="MINATI RATH ." userId="c069ce78-7b3e-49df-863c-37cd5cba8d18" providerId="ADAL" clId="{88DB0432-0257-4B9C-AC44-4607F71EAFFD}" dt="2026-01-24T13:39:04.195" v="2092"/>
          <ac:inkMkLst>
            <pc:docMk/>
            <pc:sldMk cId="726064143" sldId="328"/>
            <ac:inkMk id="62" creationId="{E1661AF0-B3D0-9ED9-AF6E-E6DFBF925420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63" creationId="{640DCF24-EECF-44A0-221C-A961D0344B15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0544" creationId="{96F46793-6A30-D8BC-4081-33EA5770D389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0545" creationId="{1C08EEB7-BA92-A571-43BF-231391B647BB}"/>
          </ac:inkMkLst>
        </pc:inkChg>
        <pc:inkChg chg="add reco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0547" creationId="{58E48DC2-AC7B-98EA-48AF-F79554F0AFDE}"/>
          </ac:inkMkLst>
        </pc:inkChg>
        <pc:inkChg chg="add del">
          <ac:chgData name="MINATI RATH ." userId="c069ce78-7b3e-49df-863c-37cd5cba8d18" providerId="ADAL" clId="{88DB0432-0257-4B9C-AC44-4607F71EAFFD}" dt="2026-01-24T13:40:15.168" v="2161"/>
          <ac:inkMkLst>
            <pc:docMk/>
            <pc:sldMk cId="726064143" sldId="328"/>
            <ac:inkMk id="20549" creationId="{AC8C942B-A07A-78E0-9F47-A15159B1D1CF}"/>
          </ac:inkMkLst>
        </pc:inkChg>
        <pc:inkChg chg="add del">
          <ac:chgData name="MINATI RATH ." userId="c069ce78-7b3e-49df-863c-37cd5cba8d18" providerId="ADAL" clId="{88DB0432-0257-4B9C-AC44-4607F71EAFFD}" dt="2026-01-24T13:40:15.168" v="2161"/>
          <ac:inkMkLst>
            <pc:docMk/>
            <pc:sldMk cId="726064143" sldId="328"/>
            <ac:inkMk id="20550" creationId="{45892F3B-EBDB-6C32-DBF2-1C6CAFE59925}"/>
          </ac:inkMkLst>
        </pc:inkChg>
        <pc:inkChg chg="add del">
          <ac:chgData name="MINATI RATH ." userId="c069ce78-7b3e-49df-863c-37cd5cba8d18" providerId="ADAL" clId="{88DB0432-0257-4B9C-AC44-4607F71EAFFD}" dt="2026-01-24T13:40:15.168" v="2161"/>
          <ac:inkMkLst>
            <pc:docMk/>
            <pc:sldMk cId="726064143" sldId="328"/>
            <ac:inkMk id="20551" creationId="{CF0695EE-FC93-103F-86DA-18242C43A8DA}"/>
          </ac:inkMkLst>
        </pc:inkChg>
        <pc:inkChg chg="add del">
          <ac:chgData name="MINATI RATH ." userId="c069ce78-7b3e-49df-863c-37cd5cba8d18" providerId="ADAL" clId="{88DB0432-0257-4B9C-AC44-4607F71EAFFD}" dt="2026-01-24T13:40:15.168" v="2161"/>
          <ac:inkMkLst>
            <pc:docMk/>
            <pc:sldMk cId="726064143" sldId="328"/>
            <ac:inkMk id="20552" creationId="{2FFF168A-00E5-CB6F-65AE-9CC71FB72FA2}"/>
          </ac:inkMkLst>
        </pc:inkChg>
        <pc:inkChg chg="add reco">
          <ac:chgData name="MINATI RATH ." userId="c069ce78-7b3e-49df-863c-37cd5cba8d18" providerId="ADAL" clId="{88DB0432-0257-4B9C-AC44-4607F71EAFFD}" dt="2026-01-24T13:40:15.168" v="2161"/>
          <ac:inkMkLst>
            <pc:docMk/>
            <pc:sldMk cId="726064143" sldId="328"/>
            <ac:inkMk id="20553" creationId="{90AC4AAD-0D62-B0D2-C029-8B10CFE1FCF1}"/>
          </ac:inkMkLst>
        </pc:inkChg>
        <pc:inkChg chg="add del">
          <ac:chgData name="MINATI RATH ." userId="c069ce78-7b3e-49df-863c-37cd5cba8d18" providerId="ADAL" clId="{88DB0432-0257-4B9C-AC44-4607F71EAFFD}" dt="2026-01-24T13:40:18.624" v="2164"/>
          <ac:inkMkLst>
            <pc:docMk/>
            <pc:sldMk cId="726064143" sldId="328"/>
            <ac:inkMk id="20554" creationId="{22AD77CB-0770-EFDB-CFF7-C295FF159910}"/>
          </ac:inkMkLst>
        </pc:inkChg>
        <pc:inkChg chg="add del">
          <ac:chgData name="MINATI RATH ." userId="c069ce78-7b3e-49df-863c-37cd5cba8d18" providerId="ADAL" clId="{88DB0432-0257-4B9C-AC44-4607F71EAFFD}" dt="2026-01-24T13:40:18.624" v="2164"/>
          <ac:inkMkLst>
            <pc:docMk/>
            <pc:sldMk cId="726064143" sldId="328"/>
            <ac:inkMk id="20555" creationId="{3E5009D5-7E38-ED70-4B31-CDC395EDE8BE}"/>
          </ac:inkMkLst>
        </pc:inkChg>
        <pc:inkChg chg="add reco">
          <ac:chgData name="MINATI RATH ." userId="c069ce78-7b3e-49df-863c-37cd5cba8d18" providerId="ADAL" clId="{88DB0432-0257-4B9C-AC44-4607F71EAFFD}" dt="2026-01-24T13:40:18.624" v="2164"/>
          <ac:inkMkLst>
            <pc:docMk/>
            <pc:sldMk cId="726064143" sldId="328"/>
            <ac:inkMk id="20556" creationId="{96422EFA-288F-A194-6C9C-580D4EA82296}"/>
          </ac:inkMkLst>
        </pc:inkChg>
        <pc:inkChg chg="add">
          <ac:chgData name="MINATI RATH ." userId="c069ce78-7b3e-49df-863c-37cd5cba8d18" providerId="ADAL" clId="{88DB0432-0257-4B9C-AC44-4607F71EAFFD}" dt="2026-01-24T13:40:22.535" v="2165"/>
          <ac:inkMkLst>
            <pc:docMk/>
            <pc:sldMk cId="726064143" sldId="328"/>
            <ac:inkMk id="20557" creationId="{567A859A-AE5C-3681-056B-2B45D5E2D225}"/>
          </ac:inkMkLst>
        </pc:inkChg>
        <pc:inkChg chg="add">
          <ac:chgData name="MINATI RATH ." userId="c069ce78-7b3e-49df-863c-37cd5cba8d18" providerId="ADAL" clId="{88DB0432-0257-4B9C-AC44-4607F71EAFFD}" dt="2026-01-24T13:40:26.479" v="2166"/>
          <ac:inkMkLst>
            <pc:docMk/>
            <pc:sldMk cId="726064143" sldId="328"/>
            <ac:inkMk id="20558" creationId="{AF7F8609-64DA-F0CA-CE40-5C4D47776CD0}"/>
          </ac:inkMkLst>
        </pc:inkChg>
        <pc:inkChg chg="add">
          <ac:chgData name="MINATI RATH ." userId="c069ce78-7b3e-49df-863c-37cd5cba8d18" providerId="ADAL" clId="{88DB0432-0257-4B9C-AC44-4607F71EAFFD}" dt="2026-01-24T13:40:29.268" v="2167"/>
          <ac:inkMkLst>
            <pc:docMk/>
            <pc:sldMk cId="726064143" sldId="328"/>
            <ac:inkMk id="20559" creationId="{899228D8-289C-21EB-D07C-8B23D3F94060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0" creationId="{71C7058F-1332-B6DD-7D9E-4FAEF7F0DB47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1" creationId="{787B1F47-665E-C267-531D-4E16539C71D9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2" creationId="{824C292A-A70B-13CB-A078-18DE28253EDC}"/>
          </ac:inkMkLst>
        </pc:inkChg>
        <pc:inkChg chg="add">
          <ac:chgData name="MINATI RATH ." userId="c069ce78-7b3e-49df-863c-37cd5cba8d18" providerId="ADAL" clId="{88DB0432-0257-4B9C-AC44-4607F71EAFFD}" dt="2026-01-24T13:40:30.983" v="2171"/>
          <ac:inkMkLst>
            <pc:docMk/>
            <pc:sldMk cId="726064143" sldId="328"/>
            <ac:inkMk id="20563" creationId="{BE987B38-C1B2-E381-76F7-9C3D5D093385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4" creationId="{A5F2FA4B-7281-0E4C-4E59-3508DD2E66A7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5" creationId="{5FBDF897-F2C4-053B-7D7D-12CB82FF8001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6" creationId="{5B08DFED-7F5B-E355-C450-3FCE573887B7}"/>
          </ac:inkMkLst>
        </pc:inkChg>
        <pc:inkChg chg="add">
          <ac:chgData name="MINATI RATH ." userId="c069ce78-7b3e-49df-863c-37cd5cba8d18" providerId="ADAL" clId="{88DB0432-0257-4B9C-AC44-4607F71EAFFD}" dt="2026-01-24T13:40:32.863" v="2175"/>
          <ac:inkMkLst>
            <pc:docMk/>
            <pc:sldMk cId="726064143" sldId="328"/>
            <ac:inkMk id="20567" creationId="{CC531B97-61F0-46CC-26ED-52F650592A6F}"/>
          </ac:inkMkLst>
        </pc:inkChg>
        <pc:inkChg chg="add">
          <ac:chgData name="MINATI RATH ." userId="c069ce78-7b3e-49df-863c-37cd5cba8d18" providerId="ADAL" clId="{88DB0432-0257-4B9C-AC44-4607F71EAFFD}" dt="2026-01-24T13:40:33.430" v="2176"/>
          <ac:inkMkLst>
            <pc:docMk/>
            <pc:sldMk cId="726064143" sldId="328"/>
            <ac:inkMk id="20568" creationId="{EBF495A7-CCD5-A02C-C4F0-41545DA1C033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69" creationId="{D646ED89-A0CB-8078-1DC8-42BC7776E102}"/>
          </ac:inkMkLst>
        </pc:inkChg>
        <pc:inkChg chg="add">
          <ac:chgData name="MINATI RATH ." userId="c069ce78-7b3e-49df-863c-37cd5cba8d18" providerId="ADAL" clId="{88DB0432-0257-4B9C-AC44-4607F71EAFFD}" dt="2026-01-24T13:40:35.006" v="2178"/>
          <ac:inkMkLst>
            <pc:docMk/>
            <pc:sldMk cId="726064143" sldId="328"/>
            <ac:inkMk id="20570" creationId="{44ED5CAC-C9EB-4E1F-C281-FC7491FF4E19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71" creationId="{F3BD4B5F-0A0F-F690-98CB-0B02BCC5FD4E}"/>
          </ac:inkMkLst>
        </pc:inkChg>
        <pc:inkChg chg="add del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72" creationId="{6B7803B3-0A00-248B-C916-2D955D6C7958}"/>
          </ac:inkMkLst>
        </pc:inkChg>
        <pc:inkChg chg="add reco">
          <ac:chgData name="MINATI RATH ." userId="c069ce78-7b3e-49df-863c-37cd5cba8d18" providerId="ADAL" clId="{88DB0432-0257-4B9C-AC44-4607F71EAFFD}" dt="2026-01-24T13:40:36.680" v="2181"/>
          <ac:inkMkLst>
            <pc:docMk/>
            <pc:sldMk cId="726064143" sldId="328"/>
            <ac:inkMk id="20574" creationId="{9116D2AF-BCBF-DD62-01F6-611BE9DFA825}"/>
          </ac:inkMkLst>
        </pc:inkChg>
        <pc:inkChg chg="add">
          <ac:chgData name="MINATI RATH ." userId="c069ce78-7b3e-49df-863c-37cd5cba8d18" providerId="ADAL" clId="{88DB0432-0257-4B9C-AC44-4607F71EAFFD}" dt="2026-01-24T13:40:39.916" v="2182"/>
          <ac:inkMkLst>
            <pc:docMk/>
            <pc:sldMk cId="726064143" sldId="328"/>
            <ac:inkMk id="20575" creationId="{401F151D-9297-6557-78A0-8FCFE3BDCC86}"/>
          </ac:inkMkLst>
        </pc:inkChg>
        <pc:inkChg chg="add">
          <ac:chgData name="MINATI RATH ." userId="c069ce78-7b3e-49df-863c-37cd5cba8d18" providerId="ADAL" clId="{88DB0432-0257-4B9C-AC44-4607F71EAFFD}" dt="2026-01-24T13:40:43.270" v="2183"/>
          <ac:inkMkLst>
            <pc:docMk/>
            <pc:sldMk cId="726064143" sldId="328"/>
            <ac:inkMk id="20576" creationId="{4C0B0A3E-A380-E816-B502-D6E7528B9A8D}"/>
          </ac:inkMkLst>
        </pc:inkChg>
        <pc:inkChg chg="add">
          <ac:chgData name="MINATI RATH ." userId="c069ce78-7b3e-49df-863c-37cd5cba8d18" providerId="ADAL" clId="{88DB0432-0257-4B9C-AC44-4607F71EAFFD}" dt="2026-01-24T13:40:48.118" v="2184"/>
          <ac:inkMkLst>
            <pc:docMk/>
            <pc:sldMk cId="726064143" sldId="328"/>
            <ac:inkMk id="20577" creationId="{2A017B61-F61C-F1CC-3103-8A2E3659D6F3}"/>
          </ac:inkMkLst>
        </pc:inkChg>
        <pc:inkChg chg="add del">
          <ac:chgData name="MINATI RATH ." userId="c069ce78-7b3e-49df-863c-37cd5cba8d18" providerId="ADAL" clId="{88DB0432-0257-4B9C-AC44-4607F71EAFFD}" dt="2026-01-24T13:40:57.147" v="2188"/>
          <ac:inkMkLst>
            <pc:docMk/>
            <pc:sldMk cId="726064143" sldId="328"/>
            <ac:inkMk id="20578" creationId="{941720D2-3FF3-60A6-56F0-780FDC36F384}"/>
          </ac:inkMkLst>
        </pc:inkChg>
        <pc:inkChg chg="add del">
          <ac:chgData name="MINATI RATH ." userId="c069ce78-7b3e-49df-863c-37cd5cba8d18" providerId="ADAL" clId="{88DB0432-0257-4B9C-AC44-4607F71EAFFD}" dt="2026-01-24T13:40:57.147" v="2188"/>
          <ac:inkMkLst>
            <pc:docMk/>
            <pc:sldMk cId="726064143" sldId="328"/>
            <ac:inkMk id="20579" creationId="{85EF3321-1720-1E93-C8B4-27E9FAF3EC9F}"/>
          </ac:inkMkLst>
        </pc:inkChg>
        <pc:inkChg chg="add del">
          <ac:chgData name="MINATI RATH ." userId="c069ce78-7b3e-49df-863c-37cd5cba8d18" providerId="ADAL" clId="{88DB0432-0257-4B9C-AC44-4607F71EAFFD}" dt="2026-01-24T13:40:57.147" v="2188"/>
          <ac:inkMkLst>
            <pc:docMk/>
            <pc:sldMk cId="726064143" sldId="328"/>
            <ac:inkMk id="20580" creationId="{B9C3FA87-71BB-4B3E-E4FE-A8A17D24D992}"/>
          </ac:inkMkLst>
        </pc:inkChg>
        <pc:inkChg chg="add reco">
          <ac:chgData name="MINATI RATH ." userId="c069ce78-7b3e-49df-863c-37cd5cba8d18" providerId="ADAL" clId="{88DB0432-0257-4B9C-AC44-4607F71EAFFD}" dt="2026-01-24T13:40:57.147" v="2188"/>
          <ac:inkMkLst>
            <pc:docMk/>
            <pc:sldMk cId="726064143" sldId="328"/>
            <ac:inkMk id="20581" creationId="{C3DA0D31-667B-ABB7-5CF2-E7B9E6DB4DA8}"/>
          </ac:inkMkLst>
        </pc:inkChg>
        <pc:inkChg chg="add">
          <ac:chgData name="MINATI RATH ." userId="c069ce78-7b3e-49df-863c-37cd5cba8d18" providerId="ADAL" clId="{88DB0432-0257-4B9C-AC44-4607F71EAFFD}" dt="2026-01-24T13:40:59.914" v="2189"/>
          <ac:inkMkLst>
            <pc:docMk/>
            <pc:sldMk cId="726064143" sldId="328"/>
            <ac:inkMk id="20582" creationId="{A8E2EABE-1640-2D40-B1D8-C0EEF71FD814}"/>
          </ac:inkMkLst>
        </pc:inkChg>
        <pc:inkChg chg="add del">
          <ac:chgData name="MINATI RATH ." userId="c069ce78-7b3e-49df-863c-37cd5cba8d18" providerId="ADAL" clId="{88DB0432-0257-4B9C-AC44-4607F71EAFFD}" dt="2026-01-24T13:41:19.320" v="2192"/>
          <ac:inkMkLst>
            <pc:docMk/>
            <pc:sldMk cId="726064143" sldId="328"/>
            <ac:inkMk id="20583" creationId="{F4A5C4EC-4255-D202-7895-2144E3675965}"/>
          </ac:inkMkLst>
        </pc:inkChg>
        <pc:inkChg chg="add del">
          <ac:chgData name="MINATI RATH ." userId="c069ce78-7b3e-49df-863c-37cd5cba8d18" providerId="ADAL" clId="{88DB0432-0257-4B9C-AC44-4607F71EAFFD}" dt="2026-01-24T13:41:19.320" v="2192"/>
          <ac:inkMkLst>
            <pc:docMk/>
            <pc:sldMk cId="726064143" sldId="328"/>
            <ac:inkMk id="20584" creationId="{4DD83842-4256-BFB5-32FA-FD8EBE1A9A47}"/>
          </ac:inkMkLst>
        </pc:inkChg>
        <pc:inkChg chg="add reco">
          <ac:chgData name="MINATI RATH ." userId="c069ce78-7b3e-49df-863c-37cd5cba8d18" providerId="ADAL" clId="{88DB0432-0257-4B9C-AC44-4607F71EAFFD}" dt="2026-01-24T13:41:19.320" v="2192"/>
          <ac:inkMkLst>
            <pc:docMk/>
            <pc:sldMk cId="726064143" sldId="328"/>
            <ac:inkMk id="20585" creationId="{805D269F-291E-B3C2-DA52-1D1989CDDD91}"/>
          </ac:inkMkLst>
        </pc:inkChg>
        <pc:inkChg chg="add">
          <ac:chgData name="MINATI RATH ." userId="c069ce78-7b3e-49df-863c-37cd5cba8d18" providerId="ADAL" clId="{88DB0432-0257-4B9C-AC44-4607F71EAFFD}" dt="2026-01-24T13:41:39.515" v="2193"/>
          <ac:inkMkLst>
            <pc:docMk/>
            <pc:sldMk cId="726064143" sldId="328"/>
            <ac:inkMk id="20586" creationId="{E4D0C433-1FBC-F0DB-1352-2E7E351F30F9}"/>
          </ac:inkMkLst>
        </pc:inkChg>
        <pc:inkChg chg="add del">
          <ac:chgData name="MINATI RATH ." userId="c069ce78-7b3e-49df-863c-37cd5cba8d18" providerId="ADAL" clId="{88DB0432-0257-4B9C-AC44-4607F71EAFFD}" dt="2026-01-24T13:41:43.934" v="2198"/>
          <ac:inkMkLst>
            <pc:docMk/>
            <pc:sldMk cId="726064143" sldId="328"/>
            <ac:inkMk id="20587" creationId="{EE18B99F-F64D-A944-B887-5D6910140F71}"/>
          </ac:inkMkLst>
        </pc:inkChg>
        <pc:inkChg chg="add del">
          <ac:chgData name="MINATI RATH ." userId="c069ce78-7b3e-49df-863c-37cd5cba8d18" providerId="ADAL" clId="{88DB0432-0257-4B9C-AC44-4607F71EAFFD}" dt="2026-01-24T13:41:43.934" v="2198"/>
          <ac:inkMkLst>
            <pc:docMk/>
            <pc:sldMk cId="726064143" sldId="328"/>
            <ac:inkMk id="20588" creationId="{51943419-A269-886C-4AA8-0664D7E8B309}"/>
          </ac:inkMkLst>
        </pc:inkChg>
        <pc:inkChg chg="add del">
          <ac:chgData name="MINATI RATH ." userId="c069ce78-7b3e-49df-863c-37cd5cba8d18" providerId="ADAL" clId="{88DB0432-0257-4B9C-AC44-4607F71EAFFD}" dt="2026-01-24T13:41:43.934" v="2198"/>
          <ac:inkMkLst>
            <pc:docMk/>
            <pc:sldMk cId="726064143" sldId="328"/>
            <ac:inkMk id="20589" creationId="{CB464DB9-D4ED-F74C-2581-AE7133C131B5}"/>
          </ac:inkMkLst>
        </pc:inkChg>
        <pc:inkChg chg="add del">
          <ac:chgData name="MINATI RATH ." userId="c069ce78-7b3e-49df-863c-37cd5cba8d18" providerId="ADAL" clId="{88DB0432-0257-4B9C-AC44-4607F71EAFFD}" dt="2026-01-24T13:41:43.934" v="2198"/>
          <ac:inkMkLst>
            <pc:docMk/>
            <pc:sldMk cId="726064143" sldId="328"/>
            <ac:inkMk id="20590" creationId="{669D694A-0175-DF96-C7DC-3CBF3069AD04}"/>
          </ac:inkMkLst>
        </pc:inkChg>
        <pc:inkChg chg="add reco">
          <ac:chgData name="MINATI RATH ." userId="c069ce78-7b3e-49df-863c-37cd5cba8d18" providerId="ADAL" clId="{88DB0432-0257-4B9C-AC44-4607F71EAFFD}" dt="2026-01-24T13:41:43.934" v="2198"/>
          <ac:inkMkLst>
            <pc:docMk/>
            <pc:sldMk cId="726064143" sldId="328"/>
            <ac:inkMk id="20591" creationId="{584B9CE7-32EE-81C6-D973-EC3CE256A5C5}"/>
          </ac:inkMkLst>
        </pc:inkChg>
        <pc:inkChg chg="add">
          <ac:chgData name="MINATI RATH ." userId="c069ce78-7b3e-49df-863c-37cd5cba8d18" providerId="ADAL" clId="{88DB0432-0257-4B9C-AC44-4607F71EAFFD}" dt="2026-01-24T13:41:48.145" v="2199"/>
          <ac:inkMkLst>
            <pc:docMk/>
            <pc:sldMk cId="726064143" sldId="328"/>
            <ac:inkMk id="20592" creationId="{66004F1F-0554-B4CA-6E31-BA8C1D042F53}"/>
          </ac:inkMkLst>
        </pc:inkChg>
        <pc:inkChg chg="add del">
          <ac:chgData name="MINATI RATH ." userId="c069ce78-7b3e-49df-863c-37cd5cba8d18" providerId="ADAL" clId="{88DB0432-0257-4B9C-AC44-4607F71EAFFD}" dt="2026-01-24T13:41:54.549" v="2202"/>
          <ac:inkMkLst>
            <pc:docMk/>
            <pc:sldMk cId="726064143" sldId="328"/>
            <ac:inkMk id="20593" creationId="{66B2342B-781F-1ACB-1E04-6C3FCE73447F}"/>
          </ac:inkMkLst>
        </pc:inkChg>
        <pc:inkChg chg="add del">
          <ac:chgData name="MINATI RATH ." userId="c069ce78-7b3e-49df-863c-37cd5cba8d18" providerId="ADAL" clId="{88DB0432-0257-4B9C-AC44-4607F71EAFFD}" dt="2026-01-24T13:41:54.549" v="2202"/>
          <ac:inkMkLst>
            <pc:docMk/>
            <pc:sldMk cId="726064143" sldId="328"/>
            <ac:inkMk id="20594" creationId="{9E877DA6-FB9A-306B-BB8E-048DE6D17432}"/>
          </ac:inkMkLst>
        </pc:inkChg>
        <pc:inkChg chg="add reco">
          <ac:chgData name="MINATI RATH ." userId="c069ce78-7b3e-49df-863c-37cd5cba8d18" providerId="ADAL" clId="{88DB0432-0257-4B9C-AC44-4607F71EAFFD}" dt="2026-01-24T13:41:54.549" v="2202"/>
          <ac:inkMkLst>
            <pc:docMk/>
            <pc:sldMk cId="726064143" sldId="328"/>
            <ac:inkMk id="20595" creationId="{95E27D1E-53F7-E31F-E2A3-7C7AF91B793C}"/>
          </ac:inkMkLst>
        </pc:inkChg>
        <pc:inkChg chg="add">
          <ac:chgData name="MINATI RATH ." userId="c069ce78-7b3e-49df-863c-37cd5cba8d18" providerId="ADAL" clId="{88DB0432-0257-4B9C-AC44-4607F71EAFFD}" dt="2026-01-24T13:42:02.225" v="2203"/>
          <ac:inkMkLst>
            <pc:docMk/>
            <pc:sldMk cId="726064143" sldId="328"/>
            <ac:inkMk id="20596" creationId="{C0270E41-6114-AE30-C3E3-A966B4D7E6F6}"/>
          </ac:inkMkLst>
        </pc:inkChg>
        <pc:inkChg chg="add">
          <ac:chgData name="MINATI RATH ." userId="c069ce78-7b3e-49df-863c-37cd5cba8d18" providerId="ADAL" clId="{88DB0432-0257-4B9C-AC44-4607F71EAFFD}" dt="2026-01-24T13:42:03.629" v="2204"/>
          <ac:inkMkLst>
            <pc:docMk/>
            <pc:sldMk cId="726064143" sldId="328"/>
            <ac:inkMk id="20597" creationId="{B71E98E2-C7C8-75AC-4FEC-288F44AD7DFE}"/>
          </ac:inkMkLst>
        </pc:inkChg>
        <pc:inkChg chg="add">
          <ac:chgData name="MINATI RATH ." userId="c069ce78-7b3e-49df-863c-37cd5cba8d18" providerId="ADAL" clId="{88DB0432-0257-4B9C-AC44-4607F71EAFFD}" dt="2026-01-24T13:42:05.846" v="2205"/>
          <ac:inkMkLst>
            <pc:docMk/>
            <pc:sldMk cId="726064143" sldId="328"/>
            <ac:inkMk id="20598" creationId="{6A84DA49-F15D-14FD-5526-0100794A6D6B}"/>
          </ac:inkMkLst>
        </pc:inkChg>
        <pc:inkChg chg="add del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599" creationId="{2FE4FC3D-821B-D1C2-9D9E-B790D8899335}"/>
          </ac:inkMkLst>
        </pc:inkChg>
        <pc:inkChg chg="add del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600" creationId="{AF1662E6-9CD2-7911-DB0E-1E9B1381437D}"/>
          </ac:inkMkLst>
        </pc:inkChg>
        <pc:inkChg chg="add del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601" creationId="{7A656E7F-230A-5D5E-8AEC-475EF2CBCF94}"/>
          </ac:inkMkLst>
        </pc:inkChg>
        <pc:inkChg chg="add del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602" creationId="{F7A4DE5D-4E92-563A-5E6A-9CC41BE0BC7F}"/>
          </ac:inkMkLst>
        </pc:inkChg>
        <pc:inkChg chg="add del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603" creationId="{0035AB20-DFE3-3027-8C1F-B8B75D882448}"/>
          </ac:inkMkLst>
        </pc:inkChg>
        <pc:inkChg chg="add reco">
          <ac:chgData name="MINATI RATH ." userId="c069ce78-7b3e-49df-863c-37cd5cba8d18" providerId="ADAL" clId="{88DB0432-0257-4B9C-AC44-4607F71EAFFD}" dt="2026-01-24T13:42:16.729" v="2211"/>
          <ac:inkMkLst>
            <pc:docMk/>
            <pc:sldMk cId="726064143" sldId="328"/>
            <ac:inkMk id="20604" creationId="{24F66FBE-63AC-CF45-116D-C49311CA51E5}"/>
          </ac:inkMkLst>
        </pc:inkChg>
        <pc:inkChg chg="add">
          <ac:chgData name="MINATI RATH ." userId="c069ce78-7b3e-49df-863c-37cd5cba8d18" providerId="ADAL" clId="{88DB0432-0257-4B9C-AC44-4607F71EAFFD}" dt="2026-01-24T13:42:19.450" v="2212"/>
          <ac:inkMkLst>
            <pc:docMk/>
            <pc:sldMk cId="726064143" sldId="328"/>
            <ac:inkMk id="20605" creationId="{1CA49B5C-3072-9668-D1C7-9781F46FAB86}"/>
          </ac:inkMkLst>
        </pc:inkChg>
        <pc:inkChg chg="add del">
          <ac:chgData name="MINATI RATH ." userId="c069ce78-7b3e-49df-863c-37cd5cba8d18" providerId="ADAL" clId="{88DB0432-0257-4B9C-AC44-4607F71EAFFD}" dt="2026-01-24T13:42:24.865" v="2215"/>
          <ac:inkMkLst>
            <pc:docMk/>
            <pc:sldMk cId="726064143" sldId="328"/>
            <ac:inkMk id="20606" creationId="{EBB9A26C-94A9-64CB-A35D-AF172CD7B3FF}"/>
          </ac:inkMkLst>
        </pc:inkChg>
        <pc:inkChg chg="add del">
          <ac:chgData name="MINATI RATH ." userId="c069ce78-7b3e-49df-863c-37cd5cba8d18" providerId="ADAL" clId="{88DB0432-0257-4B9C-AC44-4607F71EAFFD}" dt="2026-01-24T13:42:24.865" v="2215"/>
          <ac:inkMkLst>
            <pc:docMk/>
            <pc:sldMk cId="726064143" sldId="328"/>
            <ac:inkMk id="20607" creationId="{A92EAAD6-EEF5-4F86-F32A-0D75696203D8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04" creationId="{6F8AECBB-938B-4A26-6A30-5251DE84CB84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05" creationId="{F1711BD8-1BDD-99FC-348E-FF64270FBFA8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09" creationId="{7A8CB444-1120-4F4D-FE9A-F0DC64B56BA5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0" creationId="{08409652-17BE-604A-EEE1-EF6B76D2C987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1" creationId="{FC369E82-589F-7919-483C-3A909DABAD95}"/>
          </ac:inkMkLst>
        </pc:inkChg>
        <pc:inkChg chg="add">
          <ac:chgData name="MINATI RATH ." userId="c069ce78-7b3e-49df-863c-37cd5cba8d18" providerId="ADAL" clId="{88DB0432-0257-4B9C-AC44-4607F71EAFFD}" dt="2026-01-24T13:39:09.559" v="2099"/>
          <ac:inkMkLst>
            <pc:docMk/>
            <pc:sldMk cId="726064143" sldId="328"/>
            <ac:inkMk id="21512" creationId="{80FA8337-C853-6374-B18F-4563576566C1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3" creationId="{EFF7EB51-8B34-086C-B37C-CC2743281E3A}"/>
          </ac:inkMkLst>
        </pc:inkChg>
        <pc:inkChg chg="add del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4" creationId="{8D98DAA3-06C7-4B2E-8564-AF4DB20B0392}"/>
          </ac:inkMkLst>
        </pc:inkChg>
        <pc:inkChg chg="add reco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5" creationId="{41B0E27E-0BE9-2811-7F0F-3A595DE01F5F}"/>
          </ac:inkMkLst>
        </pc:inkChg>
        <pc:inkChg chg="add reco">
          <ac:chgData name="MINATI RATH ." userId="c069ce78-7b3e-49df-863c-37cd5cba8d18" providerId="ADAL" clId="{88DB0432-0257-4B9C-AC44-4607F71EAFFD}" dt="2026-01-24T13:39:10.869" v="2102"/>
          <ac:inkMkLst>
            <pc:docMk/>
            <pc:sldMk cId="726064143" sldId="328"/>
            <ac:inkMk id="21516" creationId="{BFB0008D-75D8-7FB7-F539-CC01D43AC7BF}"/>
          </ac:inkMkLst>
        </pc:inkChg>
        <pc:inkChg chg="add del">
          <ac:chgData name="MINATI RATH ." userId="c069ce78-7b3e-49df-863c-37cd5cba8d18" providerId="ADAL" clId="{88DB0432-0257-4B9C-AC44-4607F71EAFFD}" dt="2026-01-24T13:39:17.360" v="2106"/>
          <ac:inkMkLst>
            <pc:docMk/>
            <pc:sldMk cId="726064143" sldId="328"/>
            <ac:inkMk id="21517" creationId="{46F86979-A417-8C82-132A-DFCEBB4066A1}"/>
          </ac:inkMkLst>
        </pc:inkChg>
        <pc:inkChg chg="add del">
          <ac:chgData name="MINATI RATH ." userId="c069ce78-7b3e-49df-863c-37cd5cba8d18" providerId="ADAL" clId="{88DB0432-0257-4B9C-AC44-4607F71EAFFD}" dt="2026-01-24T13:39:17.360" v="2106"/>
          <ac:inkMkLst>
            <pc:docMk/>
            <pc:sldMk cId="726064143" sldId="328"/>
            <ac:inkMk id="21518" creationId="{2C62A227-DD02-E7CA-34A9-E70116ACAB7F}"/>
          </ac:inkMkLst>
        </pc:inkChg>
        <pc:inkChg chg="add del">
          <ac:chgData name="MINATI RATH ." userId="c069ce78-7b3e-49df-863c-37cd5cba8d18" providerId="ADAL" clId="{88DB0432-0257-4B9C-AC44-4607F71EAFFD}" dt="2026-01-24T13:39:17.360" v="2106"/>
          <ac:inkMkLst>
            <pc:docMk/>
            <pc:sldMk cId="726064143" sldId="328"/>
            <ac:inkMk id="21519" creationId="{11CA9CC3-5621-438A-7E97-A1F20CC23295}"/>
          </ac:inkMkLst>
        </pc:inkChg>
        <pc:inkChg chg="add reco">
          <ac:chgData name="MINATI RATH ." userId="c069ce78-7b3e-49df-863c-37cd5cba8d18" providerId="ADAL" clId="{88DB0432-0257-4B9C-AC44-4607F71EAFFD}" dt="2026-01-24T13:39:17.360" v="2106"/>
          <ac:inkMkLst>
            <pc:docMk/>
            <pc:sldMk cId="726064143" sldId="328"/>
            <ac:inkMk id="21520" creationId="{8F17F5B2-1C9C-ECE8-9010-6406469438C7}"/>
          </ac:inkMkLst>
        </pc:inkChg>
        <pc:inkChg chg="add">
          <ac:chgData name="MINATI RATH ." userId="c069ce78-7b3e-49df-863c-37cd5cba8d18" providerId="ADAL" clId="{88DB0432-0257-4B9C-AC44-4607F71EAFFD}" dt="2026-01-24T13:39:18.873" v="2107"/>
          <ac:inkMkLst>
            <pc:docMk/>
            <pc:sldMk cId="726064143" sldId="328"/>
            <ac:inkMk id="21521" creationId="{516FE25E-C304-8703-5DD2-9E55E3F7513F}"/>
          </ac:inkMkLst>
        </pc:inkChg>
        <pc:inkChg chg="add del">
          <ac:chgData name="MINATI RATH ." userId="c069ce78-7b3e-49df-863c-37cd5cba8d18" providerId="ADAL" clId="{88DB0432-0257-4B9C-AC44-4607F71EAFFD}" dt="2026-01-24T13:39:29.126" v="2111"/>
          <ac:inkMkLst>
            <pc:docMk/>
            <pc:sldMk cId="726064143" sldId="328"/>
            <ac:inkMk id="21522" creationId="{AB697C4F-BA29-821F-14FB-6A9CAC96DE56}"/>
          </ac:inkMkLst>
        </pc:inkChg>
        <pc:inkChg chg="add del">
          <ac:chgData name="MINATI RATH ." userId="c069ce78-7b3e-49df-863c-37cd5cba8d18" providerId="ADAL" clId="{88DB0432-0257-4B9C-AC44-4607F71EAFFD}" dt="2026-01-24T13:39:29.126" v="2111"/>
          <ac:inkMkLst>
            <pc:docMk/>
            <pc:sldMk cId="726064143" sldId="328"/>
            <ac:inkMk id="21523" creationId="{EFDCBE3D-4022-12FB-732D-506973D6ECBF}"/>
          </ac:inkMkLst>
        </pc:inkChg>
        <pc:inkChg chg="add del">
          <ac:chgData name="MINATI RATH ." userId="c069ce78-7b3e-49df-863c-37cd5cba8d18" providerId="ADAL" clId="{88DB0432-0257-4B9C-AC44-4607F71EAFFD}" dt="2026-01-24T13:39:29.126" v="2111"/>
          <ac:inkMkLst>
            <pc:docMk/>
            <pc:sldMk cId="726064143" sldId="328"/>
            <ac:inkMk id="21524" creationId="{DF6F6F80-07DE-A5D7-7FD3-BFBCACD6B9E7}"/>
          </ac:inkMkLst>
        </pc:inkChg>
        <pc:inkChg chg="add reco">
          <ac:chgData name="MINATI RATH ." userId="c069ce78-7b3e-49df-863c-37cd5cba8d18" providerId="ADAL" clId="{88DB0432-0257-4B9C-AC44-4607F71EAFFD}" dt="2026-01-24T13:39:29.126" v="2111"/>
          <ac:inkMkLst>
            <pc:docMk/>
            <pc:sldMk cId="726064143" sldId="328"/>
            <ac:inkMk id="21525" creationId="{1701CF21-D8A8-0721-B9D0-CA80C3E81C1F}"/>
          </ac:inkMkLst>
        </pc:inkChg>
        <pc:inkChg chg="add">
          <ac:chgData name="MINATI RATH ." userId="c069ce78-7b3e-49df-863c-37cd5cba8d18" providerId="ADAL" clId="{88DB0432-0257-4B9C-AC44-4607F71EAFFD}" dt="2026-01-24T13:39:30.218" v="2112"/>
          <ac:inkMkLst>
            <pc:docMk/>
            <pc:sldMk cId="726064143" sldId="328"/>
            <ac:inkMk id="21526" creationId="{24F630EA-596A-43BE-2C36-4C45DCFD0986}"/>
          </ac:inkMkLst>
        </pc:inkChg>
        <pc:inkChg chg="add del">
          <ac:chgData name="MINATI RATH ." userId="c069ce78-7b3e-49df-863c-37cd5cba8d18" providerId="ADAL" clId="{88DB0432-0257-4B9C-AC44-4607F71EAFFD}" dt="2026-01-24T13:39:40.853" v="2115"/>
          <ac:inkMkLst>
            <pc:docMk/>
            <pc:sldMk cId="726064143" sldId="328"/>
            <ac:inkMk id="21527" creationId="{6E0D80FD-2532-14A2-ECD8-46498EE05675}"/>
          </ac:inkMkLst>
        </pc:inkChg>
        <pc:inkChg chg="add del">
          <ac:chgData name="MINATI RATH ." userId="c069ce78-7b3e-49df-863c-37cd5cba8d18" providerId="ADAL" clId="{88DB0432-0257-4B9C-AC44-4607F71EAFFD}" dt="2026-01-24T13:39:40.853" v="2115"/>
          <ac:inkMkLst>
            <pc:docMk/>
            <pc:sldMk cId="726064143" sldId="328"/>
            <ac:inkMk id="21528" creationId="{27D72AB7-AC03-54A8-FB0A-ECA43D8B487D}"/>
          </ac:inkMkLst>
        </pc:inkChg>
        <pc:inkChg chg="add reco">
          <ac:chgData name="MINATI RATH ." userId="c069ce78-7b3e-49df-863c-37cd5cba8d18" providerId="ADAL" clId="{88DB0432-0257-4B9C-AC44-4607F71EAFFD}" dt="2026-01-24T13:39:40.853" v="2115"/>
          <ac:inkMkLst>
            <pc:docMk/>
            <pc:sldMk cId="726064143" sldId="328"/>
            <ac:inkMk id="21529" creationId="{A7D723BD-ED31-29C5-B321-2E3A7504EF24}"/>
          </ac:inkMkLst>
        </pc:inkChg>
        <pc:inkChg chg="add del">
          <ac:chgData name="MINATI RATH ." userId="c069ce78-7b3e-49df-863c-37cd5cba8d18" providerId="ADAL" clId="{88DB0432-0257-4B9C-AC44-4607F71EAFFD}" dt="2026-01-24T13:39:47.466" v="2119"/>
          <ac:inkMkLst>
            <pc:docMk/>
            <pc:sldMk cId="726064143" sldId="328"/>
            <ac:inkMk id="21530" creationId="{3D2629AA-219C-6192-42B7-808F86D02FF9}"/>
          </ac:inkMkLst>
        </pc:inkChg>
        <pc:inkChg chg="add del">
          <ac:chgData name="MINATI RATH ." userId="c069ce78-7b3e-49df-863c-37cd5cba8d18" providerId="ADAL" clId="{88DB0432-0257-4B9C-AC44-4607F71EAFFD}" dt="2026-01-24T13:39:47.466" v="2119"/>
          <ac:inkMkLst>
            <pc:docMk/>
            <pc:sldMk cId="726064143" sldId="328"/>
            <ac:inkMk id="21531" creationId="{358F72AE-4A8A-0A18-3C37-756EA178D82A}"/>
          </ac:inkMkLst>
        </pc:inkChg>
        <pc:inkChg chg="add">
          <ac:chgData name="MINATI RATH ." userId="c069ce78-7b3e-49df-863c-37cd5cba8d18" providerId="ADAL" clId="{88DB0432-0257-4B9C-AC44-4607F71EAFFD}" dt="2026-01-24T13:39:46.573" v="2118"/>
          <ac:inkMkLst>
            <pc:docMk/>
            <pc:sldMk cId="726064143" sldId="328"/>
            <ac:inkMk id="21532" creationId="{4E91307E-D495-C403-66BA-661EE73F6A80}"/>
          </ac:inkMkLst>
        </pc:inkChg>
        <pc:inkChg chg="add reco">
          <ac:chgData name="MINATI RATH ." userId="c069ce78-7b3e-49df-863c-37cd5cba8d18" providerId="ADAL" clId="{88DB0432-0257-4B9C-AC44-4607F71EAFFD}" dt="2026-01-24T13:39:47.466" v="2119"/>
          <ac:inkMkLst>
            <pc:docMk/>
            <pc:sldMk cId="726064143" sldId="328"/>
            <ac:inkMk id="21533" creationId="{B14D5F9A-D1C9-4F14-A69F-45B073ADA22B}"/>
          </ac:inkMkLst>
        </pc:inkChg>
        <pc:inkChg chg="add del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4" creationId="{5D10C817-C652-8EE5-3C1E-DF0CA3BC8FBE}"/>
          </ac:inkMkLst>
        </pc:inkChg>
        <pc:inkChg chg="add del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5" creationId="{85B884C0-A331-B7D4-E38E-6985FE24EA16}"/>
          </ac:inkMkLst>
        </pc:inkChg>
        <pc:inkChg chg="add del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6" creationId="{EDF5D277-B305-7D5C-C21F-CF7075EA0C91}"/>
          </ac:inkMkLst>
        </pc:inkChg>
        <pc:inkChg chg="add del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7" creationId="{A060DCBE-B8EC-8516-6F42-2E8D7425DE54}"/>
          </ac:inkMkLst>
        </pc:inkChg>
        <pc:inkChg chg="add del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8" creationId="{FF9F6B1F-E1B0-7397-7C2B-7D5D3AC44D62}"/>
          </ac:inkMkLst>
        </pc:inkChg>
        <pc:inkChg chg="add reco">
          <ac:chgData name="MINATI RATH ." userId="c069ce78-7b3e-49df-863c-37cd5cba8d18" providerId="ADAL" clId="{88DB0432-0257-4B9C-AC44-4607F71EAFFD}" dt="2026-01-24T13:39:51.197" v="2125"/>
          <ac:inkMkLst>
            <pc:docMk/>
            <pc:sldMk cId="726064143" sldId="328"/>
            <ac:inkMk id="21539" creationId="{DF1C45FE-E357-3335-7090-D50EB3A69423}"/>
          </ac:inkMkLst>
        </pc:inkChg>
        <pc:inkChg chg="add del">
          <ac:chgData name="MINATI RATH ." userId="c069ce78-7b3e-49df-863c-37cd5cba8d18" providerId="ADAL" clId="{88DB0432-0257-4B9C-AC44-4607F71EAFFD}" dt="2026-01-24T13:39:54.037" v="2129"/>
          <ac:inkMkLst>
            <pc:docMk/>
            <pc:sldMk cId="726064143" sldId="328"/>
            <ac:inkMk id="21540" creationId="{E896F1CE-94F2-3132-B5BD-EC4CB1820B6A}"/>
          </ac:inkMkLst>
        </pc:inkChg>
        <pc:inkChg chg="add del">
          <ac:chgData name="MINATI RATH ." userId="c069ce78-7b3e-49df-863c-37cd5cba8d18" providerId="ADAL" clId="{88DB0432-0257-4B9C-AC44-4607F71EAFFD}" dt="2026-01-24T13:39:54.037" v="2129"/>
          <ac:inkMkLst>
            <pc:docMk/>
            <pc:sldMk cId="726064143" sldId="328"/>
            <ac:inkMk id="21541" creationId="{3E257FED-A19C-9123-AFE5-C3D38C1EEDF6}"/>
          </ac:inkMkLst>
        </pc:inkChg>
        <pc:inkChg chg="add del">
          <ac:chgData name="MINATI RATH ." userId="c069ce78-7b3e-49df-863c-37cd5cba8d18" providerId="ADAL" clId="{88DB0432-0257-4B9C-AC44-4607F71EAFFD}" dt="2026-01-24T13:39:54.037" v="2129"/>
          <ac:inkMkLst>
            <pc:docMk/>
            <pc:sldMk cId="726064143" sldId="328"/>
            <ac:inkMk id="21542" creationId="{03C2F83B-C878-EE2A-4AC8-F84D9F1F24D6}"/>
          </ac:inkMkLst>
        </pc:inkChg>
        <pc:inkChg chg="add reco">
          <ac:chgData name="MINATI RATH ." userId="c069ce78-7b3e-49df-863c-37cd5cba8d18" providerId="ADAL" clId="{88DB0432-0257-4B9C-AC44-4607F71EAFFD}" dt="2026-01-24T13:39:54.037" v="2129"/>
          <ac:inkMkLst>
            <pc:docMk/>
            <pc:sldMk cId="726064143" sldId="328"/>
            <ac:inkMk id="21543" creationId="{BF7A4F09-5EE1-37E3-AF80-298956A508D9}"/>
          </ac:inkMkLst>
        </pc:inkChg>
        <pc:inkChg chg="add del">
          <ac:chgData name="MINATI RATH ." userId="c069ce78-7b3e-49df-863c-37cd5cba8d18" providerId="ADAL" clId="{88DB0432-0257-4B9C-AC44-4607F71EAFFD}" dt="2026-01-24T13:39:58.330" v="2132"/>
          <ac:inkMkLst>
            <pc:docMk/>
            <pc:sldMk cId="726064143" sldId="328"/>
            <ac:inkMk id="21544" creationId="{5F7E1595-4C3F-A2AF-9689-5CEBA78A4A61}"/>
          </ac:inkMkLst>
        </pc:inkChg>
        <pc:inkChg chg="add del">
          <ac:chgData name="MINATI RATH ." userId="c069ce78-7b3e-49df-863c-37cd5cba8d18" providerId="ADAL" clId="{88DB0432-0257-4B9C-AC44-4607F71EAFFD}" dt="2026-01-24T13:39:58.330" v="2132"/>
          <ac:inkMkLst>
            <pc:docMk/>
            <pc:sldMk cId="726064143" sldId="328"/>
            <ac:inkMk id="21545" creationId="{22568F16-4CD5-F352-1EF0-475A59CE197C}"/>
          </ac:inkMkLst>
        </pc:inkChg>
        <pc:inkChg chg="add reco">
          <ac:chgData name="MINATI RATH ." userId="c069ce78-7b3e-49df-863c-37cd5cba8d18" providerId="ADAL" clId="{88DB0432-0257-4B9C-AC44-4607F71EAFFD}" dt="2026-01-24T13:39:58.330" v="2132"/>
          <ac:inkMkLst>
            <pc:docMk/>
            <pc:sldMk cId="726064143" sldId="328"/>
            <ac:inkMk id="21546" creationId="{74B51032-844E-9A3C-317E-5F92F3CFF0AB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47" creationId="{B5A5C6D0-D9A5-BAB1-D677-0344485700F5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48" creationId="{5D5FD19B-ED1A-F4D0-4E16-72163844AA74}"/>
          </ac:inkMkLst>
        </pc:inkChg>
        <pc:inkChg chg="add">
          <ac:chgData name="MINATI RATH ." userId="c069ce78-7b3e-49df-863c-37cd5cba8d18" providerId="ADAL" clId="{88DB0432-0257-4B9C-AC44-4607F71EAFFD}" dt="2026-01-24T13:39:59.250" v="2135"/>
          <ac:inkMkLst>
            <pc:docMk/>
            <pc:sldMk cId="726064143" sldId="328"/>
            <ac:inkMk id="21549" creationId="{5086AB8B-7595-693F-9494-3B9615556E14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0" creationId="{3E665DE4-2F83-098C-F5BA-91D863F9D5D1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1" creationId="{DFF8AE76-E07F-DCE4-DD03-B7D8AA0822D7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2" creationId="{262EBD0C-49D6-D7A6-F1A7-C97DC3BBBEE2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3" creationId="{3599E755-8E1A-B0F3-4D2C-4DCD63C49AFD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4" creationId="{EF3EC61C-1807-5922-8936-1419EC59FC6C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5" creationId="{42F6BA7A-6D35-FA78-A569-CC46847407CA}"/>
          </ac:inkMkLst>
        </pc:inkChg>
        <pc:inkChg chg="add del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6" creationId="{87FE80A1-69C3-C38E-7FFE-1E3535F0AD6D}"/>
          </ac:inkMkLst>
        </pc:inkChg>
        <pc:inkChg chg="add reco">
          <ac:chgData name="MINATI RATH ." userId="c069ce78-7b3e-49df-863c-37cd5cba8d18" providerId="ADAL" clId="{88DB0432-0257-4B9C-AC44-4607F71EAFFD}" dt="2026-01-24T13:40:03.339" v="2143"/>
          <ac:inkMkLst>
            <pc:docMk/>
            <pc:sldMk cId="726064143" sldId="328"/>
            <ac:inkMk id="21557" creationId="{226C97F6-4673-6558-6C8C-A4B2C1FC87E6}"/>
          </ac:inkMkLst>
        </pc:inkChg>
        <pc:inkChg chg="add del">
          <ac:chgData name="MINATI RATH ." userId="c069ce78-7b3e-49df-863c-37cd5cba8d18" providerId="ADAL" clId="{88DB0432-0257-4B9C-AC44-4607F71EAFFD}" dt="2026-01-24T13:40:05.180" v="2146"/>
          <ac:inkMkLst>
            <pc:docMk/>
            <pc:sldMk cId="726064143" sldId="328"/>
            <ac:inkMk id="21558" creationId="{7B7CDD11-9AA4-DF8A-2210-507DAB0DCD76}"/>
          </ac:inkMkLst>
        </pc:inkChg>
        <pc:inkChg chg="add del">
          <ac:chgData name="MINATI RATH ." userId="c069ce78-7b3e-49df-863c-37cd5cba8d18" providerId="ADAL" clId="{88DB0432-0257-4B9C-AC44-4607F71EAFFD}" dt="2026-01-24T13:40:05.180" v="2146"/>
          <ac:inkMkLst>
            <pc:docMk/>
            <pc:sldMk cId="726064143" sldId="328"/>
            <ac:inkMk id="21559" creationId="{3EE98E7A-3059-304C-58E9-83C6EE35A5D8}"/>
          </ac:inkMkLst>
        </pc:inkChg>
        <pc:inkChg chg="add reco">
          <ac:chgData name="MINATI RATH ." userId="c069ce78-7b3e-49df-863c-37cd5cba8d18" providerId="ADAL" clId="{88DB0432-0257-4B9C-AC44-4607F71EAFFD}" dt="2026-01-24T13:40:05.180" v="2146"/>
          <ac:inkMkLst>
            <pc:docMk/>
            <pc:sldMk cId="726064143" sldId="328"/>
            <ac:inkMk id="21560" creationId="{2D83E885-C53B-6A9D-D928-19655F5C8720}"/>
          </ac:inkMkLst>
        </pc:inkChg>
        <pc:inkChg chg="add">
          <ac:chgData name="MINATI RATH ." userId="c069ce78-7b3e-49df-863c-37cd5cba8d18" providerId="ADAL" clId="{88DB0432-0257-4B9C-AC44-4607F71EAFFD}" dt="2026-01-24T13:40:06.940" v="2147"/>
          <ac:inkMkLst>
            <pc:docMk/>
            <pc:sldMk cId="726064143" sldId="328"/>
            <ac:inkMk id="21561" creationId="{BA2C165C-35D6-E0E7-7975-208D9453F9D0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2" creationId="{71F55361-56EB-E6E1-1D29-9B3A4C89D701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3" creationId="{1E777882-FFB5-CC66-B2A7-698720C4A20C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4" creationId="{F4671A62-904E-4795-5ADD-82F851420722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5" creationId="{94C24AC3-E4AA-27FE-292C-A0E85FF3C15E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6" creationId="{BB9E6B93-1C30-BD63-7B64-0B20422FBE34}"/>
          </ac:inkMkLst>
        </pc:inkChg>
        <pc:inkChg chg="add del">
          <ac:chgData name="MINATI RATH ." userId="c069ce78-7b3e-49df-863c-37cd5cba8d18" providerId="ADAL" clId="{88DB0432-0257-4B9C-AC44-4607F71EAFFD}" dt="2026-01-24T13:40:12.886" v="2156"/>
          <ac:inkMkLst>
            <pc:docMk/>
            <pc:sldMk cId="726064143" sldId="328"/>
            <ac:inkMk id="21567" creationId="{D2CFA12F-A953-9989-E344-1E25885D94CD}"/>
          </ac:inkMkLst>
        </pc:inkChg>
        <pc:inkChg chg="add reco">
          <ac:chgData name="MINATI RATH ." userId="c069ce78-7b3e-49df-863c-37cd5cba8d18" providerId="ADAL" clId="{88DB0432-0257-4B9C-AC44-4607F71EAFFD}" dt="2026-01-24T13:42:24.865" v="2215"/>
          <ac:inkMkLst>
            <pc:docMk/>
            <pc:sldMk cId="726064143" sldId="328"/>
            <ac:inkMk id="21568" creationId="{5E8C9D10-66CA-C9F8-53B3-FFA0A8914044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69" creationId="{EDA492B7-5D1B-E692-B442-324D8CD89B21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0" creationId="{40BE3785-8E41-7D2E-91A7-A0B48A2EC6F7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1" creationId="{A54ED3AC-8914-43C2-4326-32D177FE2A94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2" creationId="{A91F9AB5-41C6-EF85-8720-1025AA2581F3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3" creationId="{C631EC60-B7D5-226D-CF90-B33DB00B8C55}"/>
          </ac:inkMkLst>
        </pc:inkChg>
        <pc:inkChg chg="add del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4" creationId="{DCB47CC2-A471-4A8C-2CDB-3FDAD2803035}"/>
          </ac:inkMkLst>
        </pc:inkChg>
        <pc:inkChg chg="add reco">
          <ac:chgData name="MINATI RATH ." userId="c069ce78-7b3e-49df-863c-37cd5cba8d18" providerId="ADAL" clId="{88DB0432-0257-4B9C-AC44-4607F71EAFFD}" dt="2026-01-24T13:42:34.379" v="2222"/>
          <ac:inkMkLst>
            <pc:docMk/>
            <pc:sldMk cId="726064143" sldId="328"/>
            <ac:inkMk id="21575" creationId="{6C52639E-F381-1390-75E5-E38083B8B7A4}"/>
          </ac:inkMkLst>
        </pc:inkChg>
        <pc:inkChg chg="add del">
          <ac:chgData name="MINATI RATH ." userId="c069ce78-7b3e-49df-863c-37cd5cba8d18" providerId="ADAL" clId="{88DB0432-0257-4B9C-AC44-4607F71EAFFD}" dt="2026-01-24T13:42:36.461" v="2225"/>
          <ac:inkMkLst>
            <pc:docMk/>
            <pc:sldMk cId="726064143" sldId="328"/>
            <ac:inkMk id="21576" creationId="{4F12887F-E139-EDB8-52E1-337DF1F41640}"/>
          </ac:inkMkLst>
        </pc:inkChg>
        <pc:inkChg chg="add del">
          <ac:chgData name="MINATI RATH ." userId="c069ce78-7b3e-49df-863c-37cd5cba8d18" providerId="ADAL" clId="{88DB0432-0257-4B9C-AC44-4607F71EAFFD}" dt="2026-01-24T13:42:36.461" v="2225"/>
          <ac:inkMkLst>
            <pc:docMk/>
            <pc:sldMk cId="726064143" sldId="328"/>
            <ac:inkMk id="21577" creationId="{B08EFE34-C495-7861-97A8-B2B530A9675B}"/>
          </ac:inkMkLst>
        </pc:inkChg>
        <pc:inkChg chg="add reco">
          <ac:chgData name="MINATI RATH ." userId="c069ce78-7b3e-49df-863c-37cd5cba8d18" providerId="ADAL" clId="{88DB0432-0257-4B9C-AC44-4607F71EAFFD}" dt="2026-01-24T13:42:36.461" v="2225"/>
          <ac:inkMkLst>
            <pc:docMk/>
            <pc:sldMk cId="726064143" sldId="328"/>
            <ac:inkMk id="21578" creationId="{0EA662CD-F71B-E83B-3CD8-B61CEED2D891}"/>
          </ac:inkMkLst>
        </pc:inkChg>
        <pc:inkChg chg="add del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79" creationId="{E6B54E16-F4C6-BA59-2315-358ED22FE2F8}"/>
          </ac:inkMkLst>
        </pc:inkChg>
        <pc:inkChg chg="add del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80" creationId="{FA3BB671-55D9-D8BA-021C-2661FE119926}"/>
          </ac:inkMkLst>
        </pc:inkChg>
        <pc:inkChg chg="add del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81" creationId="{FBC0781D-3B01-39B2-A92B-4EEB6D76A7CA}"/>
          </ac:inkMkLst>
        </pc:inkChg>
        <pc:inkChg chg="add del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82" creationId="{33CA56C1-2447-06EC-34D4-781D9387302B}"/>
          </ac:inkMkLst>
        </pc:inkChg>
        <pc:inkChg chg="add del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83" creationId="{AC03029A-D767-24C3-4AAB-85B5EA47A327}"/>
          </ac:inkMkLst>
        </pc:inkChg>
        <pc:inkChg chg="add reco">
          <ac:chgData name="MINATI RATH ." userId="c069ce78-7b3e-49df-863c-37cd5cba8d18" providerId="ADAL" clId="{88DB0432-0257-4B9C-AC44-4607F71EAFFD}" dt="2026-01-24T13:42:44.935" v="2231"/>
          <ac:inkMkLst>
            <pc:docMk/>
            <pc:sldMk cId="726064143" sldId="328"/>
            <ac:inkMk id="21584" creationId="{8F092A45-FAA6-3111-5654-4D7DE6C66DED}"/>
          </ac:inkMkLst>
        </pc:inkChg>
        <pc:inkChg chg="add del">
          <ac:chgData name="MINATI RATH ." userId="c069ce78-7b3e-49df-863c-37cd5cba8d18" providerId="ADAL" clId="{88DB0432-0257-4B9C-AC44-4607F71EAFFD}" dt="2026-01-24T13:42:48.253" v="2234"/>
          <ac:inkMkLst>
            <pc:docMk/>
            <pc:sldMk cId="726064143" sldId="328"/>
            <ac:inkMk id="21585" creationId="{EFBB2035-4BC1-29FA-72A3-025EBE92126A}"/>
          </ac:inkMkLst>
        </pc:inkChg>
        <pc:inkChg chg="add del">
          <ac:chgData name="MINATI RATH ." userId="c069ce78-7b3e-49df-863c-37cd5cba8d18" providerId="ADAL" clId="{88DB0432-0257-4B9C-AC44-4607F71EAFFD}" dt="2026-01-24T13:42:48.253" v="2234"/>
          <ac:inkMkLst>
            <pc:docMk/>
            <pc:sldMk cId="726064143" sldId="328"/>
            <ac:inkMk id="21586" creationId="{E77EB4CC-0C1F-5E1D-37B0-78127A81E216}"/>
          </ac:inkMkLst>
        </pc:inkChg>
        <pc:inkChg chg="add reco">
          <ac:chgData name="MINATI RATH ." userId="c069ce78-7b3e-49df-863c-37cd5cba8d18" providerId="ADAL" clId="{88DB0432-0257-4B9C-AC44-4607F71EAFFD}" dt="2026-01-24T13:42:48.253" v="2234"/>
          <ac:inkMkLst>
            <pc:docMk/>
            <pc:sldMk cId="726064143" sldId="328"/>
            <ac:inkMk id="21587" creationId="{02361E9B-C165-4672-8610-5801302D5EF9}"/>
          </ac:inkMkLst>
        </pc:inkChg>
        <pc:inkChg chg="add del">
          <ac:chgData name="MINATI RATH ." userId="c069ce78-7b3e-49df-863c-37cd5cba8d18" providerId="ADAL" clId="{88DB0432-0257-4B9C-AC44-4607F71EAFFD}" dt="2026-01-24T13:43:02.870" v="2237"/>
          <ac:inkMkLst>
            <pc:docMk/>
            <pc:sldMk cId="726064143" sldId="328"/>
            <ac:inkMk id="21588" creationId="{545AAC21-EDEF-4FCE-A4E2-A6587FB414AD}"/>
          </ac:inkMkLst>
        </pc:inkChg>
        <pc:inkChg chg="add del">
          <ac:chgData name="MINATI RATH ." userId="c069ce78-7b3e-49df-863c-37cd5cba8d18" providerId="ADAL" clId="{88DB0432-0257-4B9C-AC44-4607F71EAFFD}" dt="2026-01-24T13:43:02.870" v="2237"/>
          <ac:inkMkLst>
            <pc:docMk/>
            <pc:sldMk cId="726064143" sldId="328"/>
            <ac:inkMk id="21589" creationId="{2E2CE204-2BFF-5156-9211-EBAFFA644183}"/>
          </ac:inkMkLst>
        </pc:inkChg>
        <pc:inkChg chg="add reco">
          <ac:chgData name="MINATI RATH ." userId="c069ce78-7b3e-49df-863c-37cd5cba8d18" providerId="ADAL" clId="{88DB0432-0257-4B9C-AC44-4607F71EAFFD}" dt="2026-01-24T13:43:02.870" v="2237"/>
          <ac:inkMkLst>
            <pc:docMk/>
            <pc:sldMk cId="726064143" sldId="328"/>
            <ac:inkMk id="21590" creationId="{CEE5B5EA-BB80-38B9-2B15-39D6B5CF2EC5}"/>
          </ac:inkMkLst>
        </pc:inkChg>
        <pc:inkChg chg="add del">
          <ac:chgData name="MINATI RATH ." userId="c069ce78-7b3e-49df-863c-37cd5cba8d18" providerId="ADAL" clId="{88DB0432-0257-4B9C-AC44-4607F71EAFFD}" dt="2026-01-24T13:43:06.935" v="2240"/>
          <ac:inkMkLst>
            <pc:docMk/>
            <pc:sldMk cId="726064143" sldId="328"/>
            <ac:inkMk id="21591" creationId="{FF6AD781-817E-7A10-5647-C52D95632E7F}"/>
          </ac:inkMkLst>
        </pc:inkChg>
        <pc:inkChg chg="add del">
          <ac:chgData name="MINATI RATH ." userId="c069ce78-7b3e-49df-863c-37cd5cba8d18" providerId="ADAL" clId="{88DB0432-0257-4B9C-AC44-4607F71EAFFD}" dt="2026-01-24T13:43:06.935" v="2240"/>
          <ac:inkMkLst>
            <pc:docMk/>
            <pc:sldMk cId="726064143" sldId="328"/>
            <ac:inkMk id="21592" creationId="{3CDCFB5F-192D-CD58-FD16-86C987614351}"/>
          </ac:inkMkLst>
        </pc:inkChg>
        <pc:inkChg chg="add reco">
          <ac:chgData name="MINATI RATH ." userId="c069ce78-7b3e-49df-863c-37cd5cba8d18" providerId="ADAL" clId="{88DB0432-0257-4B9C-AC44-4607F71EAFFD}" dt="2026-01-24T13:43:06.935" v="2240"/>
          <ac:inkMkLst>
            <pc:docMk/>
            <pc:sldMk cId="726064143" sldId="328"/>
            <ac:inkMk id="21593" creationId="{0259789C-A76A-5EF6-108D-9607D0564563}"/>
          </ac:inkMkLst>
        </pc:inkChg>
        <pc:inkChg chg="add">
          <ac:chgData name="MINATI RATH ." userId="c069ce78-7b3e-49df-863c-37cd5cba8d18" providerId="ADAL" clId="{88DB0432-0257-4B9C-AC44-4607F71EAFFD}" dt="2026-01-24T13:43:10.821" v="2241"/>
          <ac:inkMkLst>
            <pc:docMk/>
            <pc:sldMk cId="726064143" sldId="328"/>
            <ac:inkMk id="21594" creationId="{78FC76DF-10F4-F26C-C786-8F2517F817A7}"/>
          </ac:inkMkLst>
        </pc:inkChg>
        <pc:inkChg chg="add del">
          <ac:chgData name="MINATI RATH ." userId="c069ce78-7b3e-49df-863c-37cd5cba8d18" providerId="ADAL" clId="{88DB0432-0257-4B9C-AC44-4607F71EAFFD}" dt="2026-01-24T13:43:14.312" v="2245"/>
          <ac:inkMkLst>
            <pc:docMk/>
            <pc:sldMk cId="726064143" sldId="328"/>
            <ac:inkMk id="21595" creationId="{6ECC048C-BBF8-5B7D-C921-61A7FDA82616}"/>
          </ac:inkMkLst>
        </pc:inkChg>
        <pc:inkChg chg="add del">
          <ac:chgData name="MINATI RATH ." userId="c069ce78-7b3e-49df-863c-37cd5cba8d18" providerId="ADAL" clId="{88DB0432-0257-4B9C-AC44-4607F71EAFFD}" dt="2026-01-24T13:43:14.312" v="2245"/>
          <ac:inkMkLst>
            <pc:docMk/>
            <pc:sldMk cId="726064143" sldId="328"/>
            <ac:inkMk id="21596" creationId="{075F6584-D0EB-F5CE-0AFF-A2E683076737}"/>
          </ac:inkMkLst>
        </pc:inkChg>
        <pc:inkChg chg="add del">
          <ac:chgData name="MINATI RATH ." userId="c069ce78-7b3e-49df-863c-37cd5cba8d18" providerId="ADAL" clId="{88DB0432-0257-4B9C-AC44-4607F71EAFFD}" dt="2026-01-24T13:43:14.312" v="2245"/>
          <ac:inkMkLst>
            <pc:docMk/>
            <pc:sldMk cId="726064143" sldId="328"/>
            <ac:inkMk id="21597" creationId="{09765204-8718-788A-8BBF-C2C5ED3B684A}"/>
          </ac:inkMkLst>
        </pc:inkChg>
        <pc:inkChg chg="add reco">
          <ac:chgData name="MINATI RATH ." userId="c069ce78-7b3e-49df-863c-37cd5cba8d18" providerId="ADAL" clId="{88DB0432-0257-4B9C-AC44-4607F71EAFFD}" dt="2026-01-24T13:43:14.312" v="2245"/>
          <ac:inkMkLst>
            <pc:docMk/>
            <pc:sldMk cId="726064143" sldId="328"/>
            <ac:inkMk id="21598" creationId="{2BE8E62C-F303-2250-B542-66204D0E0754}"/>
          </ac:inkMkLst>
        </pc:inkChg>
        <pc:inkChg chg="add del">
          <ac:chgData name="MINATI RATH ." userId="c069ce78-7b3e-49df-863c-37cd5cba8d18" providerId="ADAL" clId="{88DB0432-0257-4B9C-AC44-4607F71EAFFD}" dt="2026-01-24T13:43:19.961" v="2249"/>
          <ac:inkMkLst>
            <pc:docMk/>
            <pc:sldMk cId="726064143" sldId="328"/>
            <ac:inkMk id="21599" creationId="{43062122-F3F8-4D1F-5B77-A67AF762446A}"/>
          </ac:inkMkLst>
        </pc:inkChg>
        <pc:inkChg chg="add del">
          <ac:chgData name="MINATI RATH ." userId="c069ce78-7b3e-49df-863c-37cd5cba8d18" providerId="ADAL" clId="{88DB0432-0257-4B9C-AC44-4607F71EAFFD}" dt="2026-01-24T13:43:19.961" v="2249"/>
          <ac:inkMkLst>
            <pc:docMk/>
            <pc:sldMk cId="726064143" sldId="328"/>
            <ac:inkMk id="21600" creationId="{70C7347A-C4FC-5C84-4A28-C63166EEC440}"/>
          </ac:inkMkLst>
        </pc:inkChg>
        <pc:inkChg chg="add del">
          <ac:chgData name="MINATI RATH ." userId="c069ce78-7b3e-49df-863c-37cd5cba8d18" providerId="ADAL" clId="{88DB0432-0257-4B9C-AC44-4607F71EAFFD}" dt="2026-01-24T13:43:19.961" v="2249"/>
          <ac:inkMkLst>
            <pc:docMk/>
            <pc:sldMk cId="726064143" sldId="328"/>
            <ac:inkMk id="21601" creationId="{F8D6ED8A-63E0-8624-9826-ADB36B5A6D25}"/>
          </ac:inkMkLst>
        </pc:inkChg>
        <pc:inkChg chg="add reco">
          <ac:chgData name="MINATI RATH ." userId="c069ce78-7b3e-49df-863c-37cd5cba8d18" providerId="ADAL" clId="{88DB0432-0257-4B9C-AC44-4607F71EAFFD}" dt="2026-01-24T13:43:19.961" v="2249"/>
          <ac:inkMkLst>
            <pc:docMk/>
            <pc:sldMk cId="726064143" sldId="328"/>
            <ac:inkMk id="21602" creationId="{28557AC5-3E8F-65E1-A3A5-C129D57D6C51}"/>
          </ac:inkMkLst>
        </pc:inkChg>
        <pc:inkChg chg="add del">
          <ac:chgData name="MINATI RATH ." userId="c069ce78-7b3e-49df-863c-37cd5cba8d18" providerId="ADAL" clId="{88DB0432-0257-4B9C-AC44-4607F71EAFFD}" dt="2026-01-24T13:43:30.983" v="2254"/>
          <ac:inkMkLst>
            <pc:docMk/>
            <pc:sldMk cId="726064143" sldId="328"/>
            <ac:inkMk id="21603" creationId="{D2C1E5A1-E1A9-2949-E785-FC92E360E64B}"/>
          </ac:inkMkLst>
        </pc:inkChg>
        <pc:inkChg chg="add del">
          <ac:chgData name="MINATI RATH ." userId="c069ce78-7b3e-49df-863c-37cd5cba8d18" providerId="ADAL" clId="{88DB0432-0257-4B9C-AC44-4607F71EAFFD}" dt="2026-01-24T13:43:30.983" v="2254"/>
          <ac:inkMkLst>
            <pc:docMk/>
            <pc:sldMk cId="726064143" sldId="328"/>
            <ac:inkMk id="21604" creationId="{485DB309-ED83-2225-8B41-36AC5DE2A6FD}"/>
          </ac:inkMkLst>
        </pc:inkChg>
        <pc:inkChg chg="add del">
          <ac:chgData name="MINATI RATH ." userId="c069ce78-7b3e-49df-863c-37cd5cba8d18" providerId="ADAL" clId="{88DB0432-0257-4B9C-AC44-4607F71EAFFD}" dt="2026-01-24T13:43:30.983" v="2254"/>
          <ac:inkMkLst>
            <pc:docMk/>
            <pc:sldMk cId="726064143" sldId="328"/>
            <ac:inkMk id="21605" creationId="{A226C313-E296-58FC-9A0B-75D2ACE0CC76}"/>
          </ac:inkMkLst>
        </pc:inkChg>
        <pc:inkChg chg="add del">
          <ac:chgData name="MINATI RATH ." userId="c069ce78-7b3e-49df-863c-37cd5cba8d18" providerId="ADAL" clId="{88DB0432-0257-4B9C-AC44-4607F71EAFFD}" dt="2026-01-24T13:43:30.983" v="2254"/>
          <ac:inkMkLst>
            <pc:docMk/>
            <pc:sldMk cId="726064143" sldId="328"/>
            <ac:inkMk id="21606" creationId="{DE8B9040-78B4-8B60-8095-9567DFD21B0B}"/>
          </ac:inkMkLst>
        </pc:inkChg>
        <pc:inkChg chg="add reco">
          <ac:chgData name="MINATI RATH ." userId="c069ce78-7b3e-49df-863c-37cd5cba8d18" providerId="ADAL" clId="{88DB0432-0257-4B9C-AC44-4607F71EAFFD}" dt="2026-01-24T13:43:30.983" v="2254"/>
          <ac:inkMkLst>
            <pc:docMk/>
            <pc:sldMk cId="726064143" sldId="328"/>
            <ac:inkMk id="21607" creationId="{1217AF17-96F4-F58F-3A82-1ACFEA2D1EAB}"/>
          </ac:inkMkLst>
        </pc:inkChg>
        <pc:inkChg chg="add del">
          <ac:chgData name="MINATI RATH ." userId="c069ce78-7b3e-49df-863c-37cd5cba8d18" providerId="ADAL" clId="{88DB0432-0257-4B9C-AC44-4607F71EAFFD}" dt="2026-01-24T13:43:37.999" v="2257"/>
          <ac:inkMkLst>
            <pc:docMk/>
            <pc:sldMk cId="726064143" sldId="328"/>
            <ac:inkMk id="21608" creationId="{2784795B-ED7F-4899-ED20-BE0BD569E3EB}"/>
          </ac:inkMkLst>
        </pc:inkChg>
        <pc:inkChg chg="add del">
          <ac:chgData name="MINATI RATH ." userId="c069ce78-7b3e-49df-863c-37cd5cba8d18" providerId="ADAL" clId="{88DB0432-0257-4B9C-AC44-4607F71EAFFD}" dt="2026-01-24T13:43:37.999" v="2257"/>
          <ac:inkMkLst>
            <pc:docMk/>
            <pc:sldMk cId="726064143" sldId="328"/>
            <ac:inkMk id="21609" creationId="{47131623-2A69-E9B1-97E9-4D8CC4A7590F}"/>
          </ac:inkMkLst>
        </pc:inkChg>
        <pc:inkChg chg="add reco">
          <ac:chgData name="MINATI RATH ." userId="c069ce78-7b3e-49df-863c-37cd5cba8d18" providerId="ADAL" clId="{88DB0432-0257-4B9C-AC44-4607F71EAFFD}" dt="2026-01-24T13:43:37.999" v="2257"/>
          <ac:inkMkLst>
            <pc:docMk/>
            <pc:sldMk cId="726064143" sldId="328"/>
            <ac:inkMk id="21610" creationId="{97F1D913-B8B9-DC55-7F3C-9541F10F6E89}"/>
          </ac:inkMkLst>
        </pc:inkChg>
        <pc:inkChg chg="add del">
          <ac:chgData name="MINATI RATH ." userId="c069ce78-7b3e-49df-863c-37cd5cba8d18" providerId="ADAL" clId="{88DB0432-0257-4B9C-AC44-4607F71EAFFD}" dt="2026-01-24T13:44:28.325" v="2268"/>
          <ac:inkMkLst>
            <pc:docMk/>
            <pc:sldMk cId="726064143" sldId="328"/>
            <ac:inkMk id="21611" creationId="{E8A8DC5F-6555-A865-2B91-6A495C3A5BDE}"/>
          </ac:inkMkLst>
        </pc:inkChg>
        <pc:inkChg chg="add del">
          <ac:chgData name="MINATI RATH ." userId="c069ce78-7b3e-49df-863c-37cd5cba8d18" providerId="ADAL" clId="{88DB0432-0257-4B9C-AC44-4607F71EAFFD}" dt="2026-01-24T13:44:28.325" v="2268"/>
          <ac:inkMkLst>
            <pc:docMk/>
            <pc:sldMk cId="726064143" sldId="328"/>
            <ac:inkMk id="21612" creationId="{E9997193-6D92-1899-D73D-426B5BAC806B}"/>
          </ac:inkMkLst>
        </pc:inkChg>
        <pc:inkChg chg="add reco">
          <ac:chgData name="MINATI RATH ." userId="c069ce78-7b3e-49df-863c-37cd5cba8d18" providerId="ADAL" clId="{88DB0432-0257-4B9C-AC44-4607F71EAFFD}" dt="2026-01-24T13:44:28.325" v="2268"/>
          <ac:inkMkLst>
            <pc:docMk/>
            <pc:sldMk cId="726064143" sldId="328"/>
            <ac:inkMk id="21613" creationId="{5CA17080-2106-BDE7-E5C8-AA9CBABA65B7}"/>
          </ac:inkMkLst>
        </pc:inkChg>
        <pc:inkChg chg="add">
          <ac:chgData name="MINATI RATH ." userId="c069ce78-7b3e-49df-863c-37cd5cba8d18" providerId="ADAL" clId="{88DB0432-0257-4B9C-AC44-4607F71EAFFD}" dt="2026-01-24T13:44:28.907" v="2269"/>
          <ac:inkMkLst>
            <pc:docMk/>
            <pc:sldMk cId="726064143" sldId="328"/>
            <ac:inkMk id="21614" creationId="{25E436BD-82A1-F512-71DC-5A15F6E9401A}"/>
          </ac:inkMkLst>
        </pc:inkChg>
        <pc:inkChg chg="add">
          <ac:chgData name="MINATI RATH ." userId="c069ce78-7b3e-49df-863c-37cd5cba8d18" providerId="ADAL" clId="{88DB0432-0257-4B9C-AC44-4607F71EAFFD}" dt="2026-01-24T13:44:29.873" v="2270"/>
          <ac:inkMkLst>
            <pc:docMk/>
            <pc:sldMk cId="726064143" sldId="328"/>
            <ac:inkMk id="21615" creationId="{81646985-4710-6A60-753B-9512ED7C54DC}"/>
          </ac:inkMkLst>
        </pc:inkChg>
        <pc:inkChg chg="add del">
          <ac:chgData name="MINATI RATH ." userId="c069ce78-7b3e-49df-863c-37cd5cba8d18" providerId="ADAL" clId="{88DB0432-0257-4B9C-AC44-4607F71EAFFD}" dt="2026-01-24T13:44:37.207" v="2278"/>
          <ac:inkMkLst>
            <pc:docMk/>
            <pc:sldMk cId="726064143" sldId="328"/>
            <ac:inkMk id="21616" creationId="{27228BB1-D8D3-F7E8-16C4-13E2EA84ABFE}"/>
          </ac:inkMkLst>
        </pc:inkChg>
        <pc:inkChg chg="add del">
          <ac:chgData name="MINATI RATH ." userId="c069ce78-7b3e-49df-863c-37cd5cba8d18" providerId="ADAL" clId="{88DB0432-0257-4B9C-AC44-4607F71EAFFD}" dt="2026-01-24T13:44:37.207" v="2278"/>
          <ac:inkMkLst>
            <pc:docMk/>
            <pc:sldMk cId="726064143" sldId="328"/>
            <ac:inkMk id="21617" creationId="{7AF7497A-85C1-203B-D72F-C2CFFEEDD0BF}"/>
          </ac:inkMkLst>
        </pc:inkChg>
        <pc:inkChg chg="add del">
          <ac:chgData name="MINATI RATH ." userId="c069ce78-7b3e-49df-863c-37cd5cba8d18" providerId="ADAL" clId="{88DB0432-0257-4B9C-AC44-4607F71EAFFD}" dt="2026-01-24T13:44:37.207" v="2278"/>
          <ac:inkMkLst>
            <pc:docMk/>
            <pc:sldMk cId="726064143" sldId="328"/>
            <ac:inkMk id="21618" creationId="{BD7F80F4-D255-CB9F-F80C-9C86454B9501}"/>
          </ac:inkMkLst>
        </pc:inkChg>
        <pc:inkChg chg="add del">
          <ac:chgData name="MINATI RATH ." userId="c069ce78-7b3e-49df-863c-37cd5cba8d18" providerId="ADAL" clId="{88DB0432-0257-4B9C-AC44-4607F71EAFFD}" dt="2026-01-24T13:44:37.207" v="2278"/>
          <ac:inkMkLst>
            <pc:docMk/>
            <pc:sldMk cId="726064143" sldId="328"/>
            <ac:inkMk id="21619" creationId="{8BBD1BED-53BB-763B-FEE3-9944F481E343}"/>
          </ac:inkMkLst>
        </pc:inkChg>
        <pc:inkChg chg="add">
          <ac:chgData name="MINATI RATH ." userId="c069ce78-7b3e-49df-863c-37cd5cba8d18" providerId="ADAL" clId="{88DB0432-0257-4B9C-AC44-4607F71EAFFD}" dt="2026-01-24T13:44:36.010" v="2275"/>
          <ac:inkMkLst>
            <pc:docMk/>
            <pc:sldMk cId="726064143" sldId="328"/>
            <ac:inkMk id="21620" creationId="{03F4C44F-55EC-398D-2835-CCF74E56F21A}"/>
          </ac:inkMkLst>
        </pc:inkChg>
        <pc:inkChg chg="add">
          <ac:chgData name="MINATI RATH ." userId="c069ce78-7b3e-49df-863c-37cd5cba8d18" providerId="ADAL" clId="{88DB0432-0257-4B9C-AC44-4607F71EAFFD}" dt="2026-01-24T13:44:36.239" v="2276"/>
          <ac:inkMkLst>
            <pc:docMk/>
            <pc:sldMk cId="726064143" sldId="328"/>
            <ac:inkMk id="21621" creationId="{6F4217BC-648B-874D-86C7-FAAE0EBFAF30}"/>
          </ac:inkMkLst>
        </pc:inkChg>
        <pc:inkChg chg="add">
          <ac:chgData name="MINATI RATH ." userId="c069ce78-7b3e-49df-863c-37cd5cba8d18" providerId="ADAL" clId="{88DB0432-0257-4B9C-AC44-4607F71EAFFD}" dt="2026-01-24T13:44:36.456" v="2277"/>
          <ac:inkMkLst>
            <pc:docMk/>
            <pc:sldMk cId="726064143" sldId="328"/>
            <ac:inkMk id="21622" creationId="{620F7F9D-EE0C-55FF-816D-18523C221D30}"/>
          </ac:inkMkLst>
        </pc:inkChg>
        <pc:inkChg chg="add reco">
          <ac:chgData name="MINATI RATH ." userId="c069ce78-7b3e-49df-863c-37cd5cba8d18" providerId="ADAL" clId="{88DB0432-0257-4B9C-AC44-4607F71EAFFD}" dt="2026-01-24T13:44:37.207" v="2278"/>
          <ac:inkMkLst>
            <pc:docMk/>
            <pc:sldMk cId="726064143" sldId="328"/>
            <ac:inkMk id="21623" creationId="{0B06A2FF-1505-1E0C-C79B-0C62F3D9C12D}"/>
          </ac:inkMkLst>
        </pc:inkChg>
        <pc:inkChg chg="add del">
          <ac:chgData name="MINATI RATH ." userId="c069ce78-7b3e-49df-863c-37cd5cba8d18" providerId="ADAL" clId="{88DB0432-0257-4B9C-AC44-4607F71EAFFD}" dt="2026-01-24T13:44:40.743" v="2282"/>
          <ac:inkMkLst>
            <pc:docMk/>
            <pc:sldMk cId="726064143" sldId="328"/>
            <ac:inkMk id="21624" creationId="{6D390591-D966-B02A-4D37-6238818F65E1}"/>
          </ac:inkMkLst>
        </pc:inkChg>
        <pc:inkChg chg="add del">
          <ac:chgData name="MINATI RATH ." userId="c069ce78-7b3e-49df-863c-37cd5cba8d18" providerId="ADAL" clId="{88DB0432-0257-4B9C-AC44-4607F71EAFFD}" dt="2026-01-24T13:44:40.743" v="2282"/>
          <ac:inkMkLst>
            <pc:docMk/>
            <pc:sldMk cId="726064143" sldId="328"/>
            <ac:inkMk id="21625" creationId="{1EA43755-48E9-76AD-CE17-4B5D267D1D97}"/>
          </ac:inkMkLst>
        </pc:inkChg>
        <pc:inkChg chg="add del">
          <ac:chgData name="MINATI RATH ." userId="c069ce78-7b3e-49df-863c-37cd5cba8d18" providerId="ADAL" clId="{88DB0432-0257-4B9C-AC44-4607F71EAFFD}" dt="2026-01-24T13:44:40.743" v="2282"/>
          <ac:inkMkLst>
            <pc:docMk/>
            <pc:sldMk cId="726064143" sldId="328"/>
            <ac:inkMk id="21626" creationId="{95CA5D71-D8FE-15B9-3B24-88039145D4F2}"/>
          </ac:inkMkLst>
        </pc:inkChg>
        <pc:inkChg chg="add reco">
          <ac:chgData name="MINATI RATH ." userId="c069ce78-7b3e-49df-863c-37cd5cba8d18" providerId="ADAL" clId="{88DB0432-0257-4B9C-AC44-4607F71EAFFD}" dt="2026-01-24T13:44:40.743" v="2282"/>
          <ac:inkMkLst>
            <pc:docMk/>
            <pc:sldMk cId="726064143" sldId="328"/>
            <ac:inkMk id="21627" creationId="{2D177D80-D037-0E1B-A3DF-7A9664FEDFB7}"/>
          </ac:inkMkLst>
        </pc:inkChg>
        <pc:inkChg chg="add del">
          <ac:chgData name="MINATI RATH ." userId="c069ce78-7b3e-49df-863c-37cd5cba8d18" providerId="ADAL" clId="{88DB0432-0257-4B9C-AC44-4607F71EAFFD}" dt="2026-01-24T13:44:45.165" v="2285"/>
          <ac:inkMkLst>
            <pc:docMk/>
            <pc:sldMk cId="726064143" sldId="328"/>
            <ac:inkMk id="21628" creationId="{8385DAF6-BE1C-C03B-B5B4-E81F827456D2}"/>
          </ac:inkMkLst>
        </pc:inkChg>
        <pc:inkChg chg="add del">
          <ac:chgData name="MINATI RATH ." userId="c069ce78-7b3e-49df-863c-37cd5cba8d18" providerId="ADAL" clId="{88DB0432-0257-4B9C-AC44-4607F71EAFFD}" dt="2026-01-24T13:44:45.165" v="2285"/>
          <ac:inkMkLst>
            <pc:docMk/>
            <pc:sldMk cId="726064143" sldId="328"/>
            <ac:inkMk id="21629" creationId="{384CE3A3-193B-97E7-CE7D-5EE8829DE92E}"/>
          </ac:inkMkLst>
        </pc:inkChg>
        <pc:inkChg chg="add reco">
          <ac:chgData name="MINATI RATH ." userId="c069ce78-7b3e-49df-863c-37cd5cba8d18" providerId="ADAL" clId="{88DB0432-0257-4B9C-AC44-4607F71EAFFD}" dt="2026-01-24T13:44:45.165" v="2285"/>
          <ac:inkMkLst>
            <pc:docMk/>
            <pc:sldMk cId="726064143" sldId="328"/>
            <ac:inkMk id="21630" creationId="{0A5ED465-0DE7-3550-D787-20CDBF1BBE7A}"/>
          </ac:inkMkLst>
        </pc:inkChg>
        <pc:inkChg chg="add del">
          <ac:chgData name="MINATI RATH ." userId="c069ce78-7b3e-49df-863c-37cd5cba8d18" providerId="ADAL" clId="{88DB0432-0257-4B9C-AC44-4607F71EAFFD}" dt="2026-01-24T13:44:47.551" v="2288"/>
          <ac:inkMkLst>
            <pc:docMk/>
            <pc:sldMk cId="726064143" sldId="328"/>
            <ac:inkMk id="21631" creationId="{C422C018-D702-1899-8176-0366DFBDDC38}"/>
          </ac:inkMkLst>
        </pc:inkChg>
        <pc:inkChg chg="add del">
          <ac:chgData name="MINATI RATH ." userId="c069ce78-7b3e-49df-863c-37cd5cba8d18" providerId="ADAL" clId="{88DB0432-0257-4B9C-AC44-4607F71EAFFD}" dt="2026-01-24T13:44:47.551" v="2288"/>
          <ac:inkMkLst>
            <pc:docMk/>
            <pc:sldMk cId="726064143" sldId="328"/>
            <ac:inkMk id="21632" creationId="{DF39B42C-BCB7-1E99-4A54-B348E213125E}"/>
          </ac:inkMkLst>
        </pc:inkChg>
        <pc:inkChg chg="add reco">
          <ac:chgData name="MINATI RATH ." userId="c069ce78-7b3e-49df-863c-37cd5cba8d18" providerId="ADAL" clId="{88DB0432-0257-4B9C-AC44-4607F71EAFFD}" dt="2026-01-24T13:44:47.551" v="2288"/>
          <ac:inkMkLst>
            <pc:docMk/>
            <pc:sldMk cId="726064143" sldId="328"/>
            <ac:inkMk id="21633" creationId="{8F43EBD0-6568-DCF1-5627-2F0DF4A75F89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4" creationId="{08C568A4-3204-5E57-E0D0-229F5C5EDB3C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5" creationId="{50DAFD66-D041-9FFA-6B1E-211FBAEB58DC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6" creationId="{413D6916-AA7C-3747-6117-4F6E4937B339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7" creationId="{FA2CB82B-BCC2-707F-8A54-7163DAE8954B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8" creationId="{B7614E94-147C-9E53-08D5-9C34B54BD1BC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39" creationId="{9884BBEA-99F6-863E-A5C5-434A430D3E7B}"/>
          </ac:inkMkLst>
        </pc:inkChg>
        <pc:inkChg chg="add del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40" creationId="{B0B420E9-AD72-2380-6537-72F02184A4B2}"/>
          </ac:inkMkLst>
        </pc:inkChg>
        <pc:inkChg chg="add reco">
          <ac:chgData name="MINATI RATH ." userId="c069ce78-7b3e-49df-863c-37cd5cba8d18" providerId="ADAL" clId="{88DB0432-0257-4B9C-AC44-4607F71EAFFD}" dt="2026-01-24T13:44:58.658" v="2296"/>
          <ac:inkMkLst>
            <pc:docMk/>
            <pc:sldMk cId="726064143" sldId="328"/>
            <ac:inkMk id="21641" creationId="{C9A29EF8-ADEE-D081-4AE8-9587C6AB6E82}"/>
          </ac:inkMkLst>
        </pc:inkChg>
        <pc:inkChg chg="add del">
          <ac:chgData name="MINATI RATH ." userId="c069ce78-7b3e-49df-863c-37cd5cba8d18" providerId="ADAL" clId="{88DB0432-0257-4B9C-AC44-4607F71EAFFD}" dt="2026-01-24T13:45:03.320" v="2299"/>
          <ac:inkMkLst>
            <pc:docMk/>
            <pc:sldMk cId="726064143" sldId="328"/>
            <ac:inkMk id="21642" creationId="{7B51CF68-86D9-D6BD-7814-8D69CF9BAED0}"/>
          </ac:inkMkLst>
        </pc:inkChg>
        <pc:inkChg chg="add del">
          <ac:chgData name="MINATI RATH ." userId="c069ce78-7b3e-49df-863c-37cd5cba8d18" providerId="ADAL" clId="{88DB0432-0257-4B9C-AC44-4607F71EAFFD}" dt="2026-01-24T13:45:03.320" v="2299"/>
          <ac:inkMkLst>
            <pc:docMk/>
            <pc:sldMk cId="726064143" sldId="328"/>
            <ac:inkMk id="21643" creationId="{B63D91C3-892A-01B1-3882-CE09BDF71B93}"/>
          </ac:inkMkLst>
        </pc:inkChg>
        <pc:inkChg chg="add reco">
          <ac:chgData name="MINATI RATH ." userId="c069ce78-7b3e-49df-863c-37cd5cba8d18" providerId="ADAL" clId="{88DB0432-0257-4B9C-AC44-4607F71EAFFD}" dt="2026-01-24T13:45:03.320" v="2299"/>
          <ac:inkMkLst>
            <pc:docMk/>
            <pc:sldMk cId="726064143" sldId="328"/>
            <ac:inkMk id="21644" creationId="{9922F6C9-3A4E-2DD4-DA75-DC5104C5965C}"/>
          </ac:inkMkLst>
        </pc:inkChg>
        <pc:inkChg chg="add del">
          <ac:chgData name="MINATI RATH ." userId="c069ce78-7b3e-49df-863c-37cd5cba8d18" providerId="ADAL" clId="{88DB0432-0257-4B9C-AC44-4607F71EAFFD}" dt="2026-01-24T13:45:08.749" v="2304"/>
          <ac:inkMkLst>
            <pc:docMk/>
            <pc:sldMk cId="726064143" sldId="328"/>
            <ac:inkMk id="21645" creationId="{AE77AAA6-3C79-2E3B-16AE-DC7B3E9A415E}"/>
          </ac:inkMkLst>
        </pc:inkChg>
        <pc:inkChg chg="add del">
          <ac:chgData name="MINATI RATH ." userId="c069ce78-7b3e-49df-863c-37cd5cba8d18" providerId="ADAL" clId="{88DB0432-0257-4B9C-AC44-4607F71EAFFD}" dt="2026-01-24T13:45:08.749" v="2304"/>
          <ac:inkMkLst>
            <pc:docMk/>
            <pc:sldMk cId="726064143" sldId="328"/>
            <ac:inkMk id="21646" creationId="{1E5DE3A8-5964-6633-6F3F-82F40D2612C2}"/>
          </ac:inkMkLst>
        </pc:inkChg>
        <pc:inkChg chg="add del">
          <ac:chgData name="MINATI RATH ." userId="c069ce78-7b3e-49df-863c-37cd5cba8d18" providerId="ADAL" clId="{88DB0432-0257-4B9C-AC44-4607F71EAFFD}" dt="2026-01-24T13:45:08.749" v="2304"/>
          <ac:inkMkLst>
            <pc:docMk/>
            <pc:sldMk cId="726064143" sldId="328"/>
            <ac:inkMk id="21647" creationId="{F76CD062-CA82-9B90-532B-CB3FEFFD3035}"/>
          </ac:inkMkLst>
        </pc:inkChg>
        <pc:inkChg chg="add del">
          <ac:chgData name="MINATI RATH ." userId="c069ce78-7b3e-49df-863c-37cd5cba8d18" providerId="ADAL" clId="{88DB0432-0257-4B9C-AC44-4607F71EAFFD}" dt="2026-01-24T13:45:08.749" v="2304"/>
          <ac:inkMkLst>
            <pc:docMk/>
            <pc:sldMk cId="726064143" sldId="328"/>
            <ac:inkMk id="21648" creationId="{076E6DB7-4D75-C100-958B-B92098E82017}"/>
          </ac:inkMkLst>
        </pc:inkChg>
        <pc:inkChg chg="add reco">
          <ac:chgData name="MINATI RATH ." userId="c069ce78-7b3e-49df-863c-37cd5cba8d18" providerId="ADAL" clId="{88DB0432-0257-4B9C-AC44-4607F71EAFFD}" dt="2026-01-24T13:45:08.749" v="2304"/>
          <ac:inkMkLst>
            <pc:docMk/>
            <pc:sldMk cId="726064143" sldId="328"/>
            <ac:inkMk id="21649" creationId="{24CC2124-B964-6A17-26BF-B00937ED0007}"/>
          </ac:inkMkLst>
        </pc:inkChg>
        <pc:inkChg chg="add">
          <ac:chgData name="MINATI RATH ." userId="c069ce78-7b3e-49df-863c-37cd5cba8d18" providerId="ADAL" clId="{88DB0432-0257-4B9C-AC44-4607F71EAFFD}" dt="2026-01-24T13:45:10.496" v="2305"/>
          <ac:inkMkLst>
            <pc:docMk/>
            <pc:sldMk cId="726064143" sldId="328"/>
            <ac:inkMk id="21650" creationId="{5D60F7A7-9864-6302-3056-83275977D2D5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1" creationId="{07A69CB6-2CF2-77DF-257B-A052885F8E23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2" creationId="{77684CF6-3E31-4176-5694-DE06194F72D3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3" creationId="{D82DFEA5-2A5F-0AB0-C8C7-303F7726A221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4" creationId="{E257DA0E-3B0C-BA0F-0D4C-E2C48D7B9A94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5" creationId="{08F35D75-5EEB-4177-72E9-0ECA67FDB59F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6" creationId="{4A1AEEA1-38E3-24CA-2AD9-C75AA3E68939}"/>
          </ac:inkMkLst>
        </pc:inkChg>
        <pc:inkChg chg="add del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7" creationId="{01F5F82F-958F-7F8F-65C2-25475EE20D5B}"/>
          </ac:inkMkLst>
        </pc:inkChg>
        <pc:inkChg chg="add reco">
          <ac:chgData name="MINATI RATH ." userId="c069ce78-7b3e-49df-863c-37cd5cba8d18" providerId="ADAL" clId="{88DB0432-0257-4B9C-AC44-4607F71EAFFD}" dt="2026-01-24T13:45:20.558" v="2313"/>
          <ac:inkMkLst>
            <pc:docMk/>
            <pc:sldMk cId="726064143" sldId="328"/>
            <ac:inkMk id="21658" creationId="{590DEFFA-D420-0D36-2F7F-CB2D5F4AF38C}"/>
          </ac:inkMkLst>
        </pc:inkChg>
        <pc:inkChg chg="add del">
          <ac:chgData name="MINATI RATH ." userId="c069ce78-7b3e-49df-863c-37cd5cba8d18" providerId="ADAL" clId="{88DB0432-0257-4B9C-AC44-4607F71EAFFD}" dt="2026-01-24T13:45:21.920" v="2317"/>
          <ac:inkMkLst>
            <pc:docMk/>
            <pc:sldMk cId="726064143" sldId="328"/>
            <ac:inkMk id="21659" creationId="{51BB456B-CA7D-EC1F-0806-D0A00B92125D}"/>
          </ac:inkMkLst>
        </pc:inkChg>
        <pc:inkChg chg="add del">
          <ac:chgData name="MINATI RATH ." userId="c069ce78-7b3e-49df-863c-37cd5cba8d18" providerId="ADAL" clId="{88DB0432-0257-4B9C-AC44-4607F71EAFFD}" dt="2026-01-24T13:45:21.920" v="2317"/>
          <ac:inkMkLst>
            <pc:docMk/>
            <pc:sldMk cId="726064143" sldId="328"/>
            <ac:inkMk id="21660" creationId="{375758C0-7D73-BF51-561F-BC3DFDBFE4E2}"/>
          </ac:inkMkLst>
        </pc:inkChg>
        <pc:inkChg chg="add del">
          <ac:chgData name="MINATI RATH ." userId="c069ce78-7b3e-49df-863c-37cd5cba8d18" providerId="ADAL" clId="{88DB0432-0257-4B9C-AC44-4607F71EAFFD}" dt="2026-01-24T13:45:21.920" v="2317"/>
          <ac:inkMkLst>
            <pc:docMk/>
            <pc:sldMk cId="726064143" sldId="328"/>
            <ac:inkMk id="21661" creationId="{21D412DB-8EE3-9763-8FF2-9ED13D0359A6}"/>
          </ac:inkMkLst>
        </pc:inkChg>
        <pc:inkChg chg="add reco">
          <ac:chgData name="MINATI RATH ." userId="c069ce78-7b3e-49df-863c-37cd5cba8d18" providerId="ADAL" clId="{88DB0432-0257-4B9C-AC44-4607F71EAFFD}" dt="2026-01-24T13:45:21.920" v="2317"/>
          <ac:inkMkLst>
            <pc:docMk/>
            <pc:sldMk cId="726064143" sldId="328"/>
            <ac:inkMk id="21662" creationId="{14FD2853-2638-A54D-B9C3-EAB92F91EE17}"/>
          </ac:inkMkLst>
        </pc:inkChg>
        <pc:inkChg chg="add">
          <ac:chgData name="MINATI RATH ." userId="c069ce78-7b3e-49df-863c-37cd5cba8d18" providerId="ADAL" clId="{88DB0432-0257-4B9C-AC44-4607F71EAFFD}" dt="2026-01-24T13:45:23.044" v="2318"/>
          <ac:inkMkLst>
            <pc:docMk/>
            <pc:sldMk cId="726064143" sldId="328"/>
            <ac:inkMk id="21663" creationId="{08C78491-41A6-440E-8E46-58448C55808E}"/>
          </ac:inkMkLst>
        </pc:inkChg>
        <pc:inkChg chg="add">
          <ac:chgData name="MINATI RATH ." userId="c069ce78-7b3e-49df-863c-37cd5cba8d18" providerId="ADAL" clId="{88DB0432-0257-4B9C-AC44-4607F71EAFFD}" dt="2026-01-24T13:45:24.741" v="2319"/>
          <ac:inkMkLst>
            <pc:docMk/>
            <pc:sldMk cId="726064143" sldId="328"/>
            <ac:inkMk id="21664" creationId="{1CB03430-47B4-5938-9C3F-77D25A58D09B}"/>
          </ac:inkMkLst>
        </pc:inkChg>
        <pc:inkChg chg="add">
          <ac:chgData name="MINATI RATH ." userId="c069ce78-7b3e-49df-863c-37cd5cba8d18" providerId="ADAL" clId="{88DB0432-0257-4B9C-AC44-4607F71EAFFD}" dt="2026-01-24T13:45:29.635" v="2320"/>
          <ac:inkMkLst>
            <pc:docMk/>
            <pc:sldMk cId="726064143" sldId="328"/>
            <ac:inkMk id="21665" creationId="{FD4B99C3-47FE-8B43-24EA-64BEC01FB3AE}"/>
          </ac:inkMkLst>
        </pc:inkChg>
        <pc:inkChg chg="add">
          <ac:chgData name="MINATI RATH ." userId="c069ce78-7b3e-49df-863c-37cd5cba8d18" providerId="ADAL" clId="{88DB0432-0257-4B9C-AC44-4607F71EAFFD}" dt="2026-01-24T13:45:33.674" v="2321"/>
          <ac:inkMkLst>
            <pc:docMk/>
            <pc:sldMk cId="726064143" sldId="328"/>
            <ac:inkMk id="21666" creationId="{8AE30D17-B5D0-5BFC-0668-0CB89DC382DC}"/>
          </ac:inkMkLst>
        </pc:inkChg>
        <pc:inkChg chg="add">
          <ac:chgData name="MINATI RATH ." userId="c069ce78-7b3e-49df-863c-37cd5cba8d18" providerId="ADAL" clId="{88DB0432-0257-4B9C-AC44-4607F71EAFFD}" dt="2026-01-24T13:45:40.551" v="2322"/>
          <ac:inkMkLst>
            <pc:docMk/>
            <pc:sldMk cId="726064143" sldId="328"/>
            <ac:inkMk id="21667" creationId="{B87EBF55-F723-C5F6-D6BA-D483DD18EBD8}"/>
          </ac:inkMkLst>
        </pc:inkChg>
        <pc:inkChg chg="add">
          <ac:chgData name="MINATI RATH ." userId="c069ce78-7b3e-49df-863c-37cd5cba8d18" providerId="ADAL" clId="{88DB0432-0257-4B9C-AC44-4607F71EAFFD}" dt="2026-01-24T13:45:45.689" v="2323"/>
          <ac:inkMkLst>
            <pc:docMk/>
            <pc:sldMk cId="726064143" sldId="328"/>
            <ac:inkMk id="21668" creationId="{33011C6D-8EEB-2ACF-C9A3-AFCC04AFAD63}"/>
          </ac:inkMkLst>
        </pc:inkChg>
        <pc:inkChg chg="add">
          <ac:chgData name="MINATI RATH ." userId="c069ce78-7b3e-49df-863c-37cd5cba8d18" providerId="ADAL" clId="{88DB0432-0257-4B9C-AC44-4607F71EAFFD}" dt="2026-01-24T13:45:46.087" v="2324"/>
          <ac:inkMkLst>
            <pc:docMk/>
            <pc:sldMk cId="726064143" sldId="328"/>
            <ac:inkMk id="21669" creationId="{0B16A980-5211-2BE4-5149-5814A5803980}"/>
          </ac:inkMkLst>
        </pc:inkChg>
        <pc:inkChg chg="add">
          <ac:chgData name="MINATI RATH ." userId="c069ce78-7b3e-49df-863c-37cd5cba8d18" providerId="ADAL" clId="{88DB0432-0257-4B9C-AC44-4607F71EAFFD}" dt="2026-01-24T13:45:46.316" v="2325"/>
          <ac:inkMkLst>
            <pc:docMk/>
            <pc:sldMk cId="726064143" sldId="328"/>
            <ac:inkMk id="21670" creationId="{F3776EDE-415B-0A71-C3A9-D820871F49A4}"/>
          </ac:inkMkLst>
        </pc:inkChg>
        <pc:inkChg chg="add del">
          <ac:chgData name="MINATI RATH ." userId="c069ce78-7b3e-49df-863c-37cd5cba8d18" providerId="ADAL" clId="{88DB0432-0257-4B9C-AC44-4607F71EAFFD}" dt="2026-01-24T13:46:00.466" v="2329"/>
          <ac:inkMkLst>
            <pc:docMk/>
            <pc:sldMk cId="726064143" sldId="328"/>
            <ac:inkMk id="21671" creationId="{B84F4251-B826-B993-94A7-094EF404B905}"/>
          </ac:inkMkLst>
        </pc:inkChg>
        <pc:inkChg chg="add del">
          <ac:chgData name="MINATI RATH ." userId="c069ce78-7b3e-49df-863c-37cd5cba8d18" providerId="ADAL" clId="{88DB0432-0257-4B9C-AC44-4607F71EAFFD}" dt="2026-01-24T13:46:00.466" v="2329"/>
          <ac:inkMkLst>
            <pc:docMk/>
            <pc:sldMk cId="726064143" sldId="328"/>
            <ac:inkMk id="21672" creationId="{7D7E06B7-7B9B-6BA5-5FCB-A5B286448302}"/>
          </ac:inkMkLst>
        </pc:inkChg>
        <pc:inkChg chg="add del">
          <ac:chgData name="MINATI RATH ." userId="c069ce78-7b3e-49df-863c-37cd5cba8d18" providerId="ADAL" clId="{88DB0432-0257-4B9C-AC44-4607F71EAFFD}" dt="2026-01-24T13:46:00.466" v="2329"/>
          <ac:inkMkLst>
            <pc:docMk/>
            <pc:sldMk cId="726064143" sldId="328"/>
            <ac:inkMk id="21673" creationId="{79D5FCA9-1682-5224-3C49-B25E0063C63F}"/>
          </ac:inkMkLst>
        </pc:inkChg>
        <pc:inkChg chg="add reco">
          <ac:chgData name="MINATI RATH ." userId="c069ce78-7b3e-49df-863c-37cd5cba8d18" providerId="ADAL" clId="{88DB0432-0257-4B9C-AC44-4607F71EAFFD}" dt="2026-01-24T13:46:00.466" v="2329"/>
          <ac:inkMkLst>
            <pc:docMk/>
            <pc:sldMk cId="726064143" sldId="328"/>
            <ac:inkMk id="21674" creationId="{12ED7BE6-3CB4-C749-FFE2-C46714FCC267}"/>
          </ac:inkMkLst>
        </pc:inkChg>
        <pc:inkChg chg="add del">
          <ac:chgData name="MINATI RATH ." userId="c069ce78-7b3e-49df-863c-37cd5cba8d18" providerId="ADAL" clId="{88DB0432-0257-4B9C-AC44-4607F71EAFFD}" dt="2026-01-24T13:46:02.746" v="2332"/>
          <ac:inkMkLst>
            <pc:docMk/>
            <pc:sldMk cId="726064143" sldId="328"/>
            <ac:inkMk id="21675" creationId="{546F0081-BC3A-607E-A3D4-27A449138A1C}"/>
          </ac:inkMkLst>
        </pc:inkChg>
        <pc:inkChg chg="add del">
          <ac:chgData name="MINATI RATH ." userId="c069ce78-7b3e-49df-863c-37cd5cba8d18" providerId="ADAL" clId="{88DB0432-0257-4B9C-AC44-4607F71EAFFD}" dt="2026-01-24T13:46:02.746" v="2332"/>
          <ac:inkMkLst>
            <pc:docMk/>
            <pc:sldMk cId="726064143" sldId="328"/>
            <ac:inkMk id="21676" creationId="{F2F6D2A8-D867-2CB2-C991-F61C28CE3455}"/>
          </ac:inkMkLst>
        </pc:inkChg>
        <pc:inkChg chg="add reco">
          <ac:chgData name="MINATI RATH ." userId="c069ce78-7b3e-49df-863c-37cd5cba8d18" providerId="ADAL" clId="{88DB0432-0257-4B9C-AC44-4607F71EAFFD}" dt="2026-01-24T13:46:02.746" v="2332"/>
          <ac:inkMkLst>
            <pc:docMk/>
            <pc:sldMk cId="726064143" sldId="328"/>
            <ac:inkMk id="21677" creationId="{B17EF457-3ED2-75BD-868F-17B2A09EE16C}"/>
          </ac:inkMkLst>
        </pc:inkChg>
        <pc:inkChg chg="add">
          <ac:chgData name="MINATI RATH ." userId="c069ce78-7b3e-49df-863c-37cd5cba8d18" providerId="ADAL" clId="{88DB0432-0257-4B9C-AC44-4607F71EAFFD}" dt="2026-01-24T13:46:04.157" v="2333"/>
          <ac:inkMkLst>
            <pc:docMk/>
            <pc:sldMk cId="726064143" sldId="328"/>
            <ac:inkMk id="21678" creationId="{B6DEE839-3DE9-C01A-F5E3-76E828D52C88}"/>
          </ac:inkMkLst>
        </pc:inkChg>
        <pc:inkChg chg="add">
          <ac:chgData name="MINATI RATH ." userId="c069ce78-7b3e-49df-863c-37cd5cba8d18" providerId="ADAL" clId="{88DB0432-0257-4B9C-AC44-4607F71EAFFD}" dt="2026-01-24T13:46:05.688" v="2334"/>
          <ac:inkMkLst>
            <pc:docMk/>
            <pc:sldMk cId="726064143" sldId="328"/>
            <ac:inkMk id="21679" creationId="{04E09005-05E2-945A-4115-D35BB1378CB3}"/>
          </ac:inkMkLst>
        </pc:inkChg>
        <pc:inkChg chg="add">
          <ac:chgData name="MINATI RATH ." userId="c069ce78-7b3e-49df-863c-37cd5cba8d18" providerId="ADAL" clId="{88DB0432-0257-4B9C-AC44-4607F71EAFFD}" dt="2026-01-24T13:46:06.157" v="2335"/>
          <ac:inkMkLst>
            <pc:docMk/>
            <pc:sldMk cId="726064143" sldId="328"/>
            <ac:inkMk id="21680" creationId="{9E249CC6-5325-1A06-EE54-B5ACA6610270}"/>
          </ac:inkMkLst>
        </pc:inkChg>
        <pc:inkChg chg="add">
          <ac:chgData name="MINATI RATH ." userId="c069ce78-7b3e-49df-863c-37cd5cba8d18" providerId="ADAL" clId="{88DB0432-0257-4B9C-AC44-4607F71EAFFD}" dt="2026-01-24T13:46:15.536" v="2336"/>
          <ac:inkMkLst>
            <pc:docMk/>
            <pc:sldMk cId="726064143" sldId="328"/>
            <ac:inkMk id="21681" creationId="{82850BA4-269B-77D5-0623-0A9E1E2C9008}"/>
          </ac:inkMkLst>
        </pc:inkChg>
        <pc:inkChg chg="add">
          <ac:chgData name="MINATI RATH ." userId="c069ce78-7b3e-49df-863c-37cd5cba8d18" providerId="ADAL" clId="{88DB0432-0257-4B9C-AC44-4607F71EAFFD}" dt="2026-01-24T13:46:16.148" v="2337"/>
          <ac:inkMkLst>
            <pc:docMk/>
            <pc:sldMk cId="726064143" sldId="328"/>
            <ac:inkMk id="21682" creationId="{BAF9DC96-AC25-D157-2198-6D5EBD5EE8F8}"/>
          </ac:inkMkLst>
        </pc:inkChg>
        <pc:inkChg chg="add">
          <ac:chgData name="MINATI RATH ." userId="c069ce78-7b3e-49df-863c-37cd5cba8d18" providerId="ADAL" clId="{88DB0432-0257-4B9C-AC44-4607F71EAFFD}" dt="2026-01-24T13:46:17.020" v="2338"/>
          <ac:inkMkLst>
            <pc:docMk/>
            <pc:sldMk cId="726064143" sldId="328"/>
            <ac:inkMk id="21683" creationId="{AD32ACAD-5CB4-875C-FCE0-EF7B6EC8CD88}"/>
          </ac:inkMkLst>
        </pc:inkChg>
        <pc:inkChg chg="add del">
          <ac:chgData name="MINATI RATH ." userId="c069ce78-7b3e-49df-863c-37cd5cba8d18" providerId="ADAL" clId="{88DB0432-0257-4B9C-AC44-4607F71EAFFD}" dt="2026-01-24T13:46:20.564" v="2341"/>
          <ac:inkMkLst>
            <pc:docMk/>
            <pc:sldMk cId="726064143" sldId="328"/>
            <ac:inkMk id="21684" creationId="{BE3CDD27-D4F4-B72D-DEAF-532778F42111}"/>
          </ac:inkMkLst>
        </pc:inkChg>
        <pc:inkChg chg="add del">
          <ac:chgData name="MINATI RATH ." userId="c069ce78-7b3e-49df-863c-37cd5cba8d18" providerId="ADAL" clId="{88DB0432-0257-4B9C-AC44-4607F71EAFFD}" dt="2026-01-24T13:46:20.564" v="2341"/>
          <ac:inkMkLst>
            <pc:docMk/>
            <pc:sldMk cId="726064143" sldId="328"/>
            <ac:inkMk id="21685" creationId="{CDC6F22E-FFA3-A817-76FB-6AF85535938A}"/>
          </ac:inkMkLst>
        </pc:inkChg>
        <pc:inkChg chg="add reco">
          <ac:chgData name="MINATI RATH ." userId="c069ce78-7b3e-49df-863c-37cd5cba8d18" providerId="ADAL" clId="{88DB0432-0257-4B9C-AC44-4607F71EAFFD}" dt="2026-01-24T13:46:20.564" v="2341"/>
          <ac:inkMkLst>
            <pc:docMk/>
            <pc:sldMk cId="726064143" sldId="328"/>
            <ac:inkMk id="21686" creationId="{73FBC8BD-CD0F-F667-08E3-3823DA025C03}"/>
          </ac:inkMkLst>
        </pc:inkChg>
        <pc:inkChg chg="add del">
          <ac:chgData name="MINATI RATH ." userId="c069ce78-7b3e-49df-863c-37cd5cba8d18" providerId="ADAL" clId="{88DB0432-0257-4B9C-AC44-4607F71EAFFD}" dt="2026-01-24T13:49:07.091" v="2366"/>
          <ac:inkMkLst>
            <pc:docMk/>
            <pc:sldMk cId="726064143" sldId="328"/>
            <ac:inkMk id="21687" creationId="{0EDE43AF-5012-AF5F-14A6-8F1452D5667E}"/>
          </ac:inkMkLst>
        </pc:inkChg>
        <pc:inkChg chg="add del">
          <ac:chgData name="MINATI RATH ." userId="c069ce78-7b3e-49df-863c-37cd5cba8d18" providerId="ADAL" clId="{88DB0432-0257-4B9C-AC44-4607F71EAFFD}" dt="2026-01-24T13:49:07.091" v="2366"/>
          <ac:inkMkLst>
            <pc:docMk/>
            <pc:sldMk cId="726064143" sldId="328"/>
            <ac:inkMk id="21688" creationId="{53EBFB2F-5FE3-A0BD-A699-366A4C0FBB8C}"/>
          </ac:inkMkLst>
        </pc:inkChg>
        <pc:inkChg chg="add reco">
          <ac:chgData name="MINATI RATH ." userId="c069ce78-7b3e-49df-863c-37cd5cba8d18" providerId="ADAL" clId="{88DB0432-0257-4B9C-AC44-4607F71EAFFD}" dt="2026-01-24T13:49:07.091" v="2366"/>
          <ac:inkMkLst>
            <pc:docMk/>
            <pc:sldMk cId="726064143" sldId="328"/>
            <ac:inkMk id="21689" creationId="{A0C65FBF-18E8-0CD7-F78D-C6B5BF0435D5}"/>
          </ac:inkMkLst>
        </pc:inkChg>
        <pc:inkChg chg="add del">
          <ac:chgData name="MINATI RATH ." userId="c069ce78-7b3e-49df-863c-37cd5cba8d18" providerId="ADAL" clId="{88DB0432-0257-4B9C-AC44-4607F71EAFFD}" dt="2026-01-24T13:49:09.476" v="2369"/>
          <ac:inkMkLst>
            <pc:docMk/>
            <pc:sldMk cId="726064143" sldId="328"/>
            <ac:inkMk id="21690" creationId="{5835FFD9-9478-D4C7-B18B-F0C197F25555}"/>
          </ac:inkMkLst>
        </pc:inkChg>
        <pc:inkChg chg="add del">
          <ac:chgData name="MINATI RATH ." userId="c069ce78-7b3e-49df-863c-37cd5cba8d18" providerId="ADAL" clId="{88DB0432-0257-4B9C-AC44-4607F71EAFFD}" dt="2026-01-24T13:49:09.476" v="2369"/>
          <ac:inkMkLst>
            <pc:docMk/>
            <pc:sldMk cId="726064143" sldId="328"/>
            <ac:inkMk id="21691" creationId="{0668538E-F132-7471-E0B5-3E6188AC8F2C}"/>
          </ac:inkMkLst>
        </pc:inkChg>
        <pc:inkChg chg="add reco">
          <ac:chgData name="MINATI RATH ." userId="c069ce78-7b3e-49df-863c-37cd5cba8d18" providerId="ADAL" clId="{88DB0432-0257-4B9C-AC44-4607F71EAFFD}" dt="2026-01-24T13:49:09.476" v="2369"/>
          <ac:inkMkLst>
            <pc:docMk/>
            <pc:sldMk cId="726064143" sldId="328"/>
            <ac:inkMk id="21692" creationId="{C45A49B8-22BF-B17A-123F-CE54D4244E2E}"/>
          </ac:inkMkLst>
        </pc:inkChg>
        <pc:inkChg chg="add del">
          <ac:chgData name="MINATI RATH ." userId="c069ce78-7b3e-49df-863c-37cd5cba8d18" providerId="ADAL" clId="{88DB0432-0257-4B9C-AC44-4607F71EAFFD}" dt="2026-01-24T13:49:15.596" v="2372"/>
          <ac:inkMkLst>
            <pc:docMk/>
            <pc:sldMk cId="726064143" sldId="328"/>
            <ac:inkMk id="21693" creationId="{9005BC34-5C5E-3209-48ED-C1209E422A02}"/>
          </ac:inkMkLst>
        </pc:inkChg>
        <pc:inkChg chg="add del">
          <ac:chgData name="MINATI RATH ." userId="c069ce78-7b3e-49df-863c-37cd5cba8d18" providerId="ADAL" clId="{88DB0432-0257-4B9C-AC44-4607F71EAFFD}" dt="2026-01-24T13:49:15.596" v="2372"/>
          <ac:inkMkLst>
            <pc:docMk/>
            <pc:sldMk cId="726064143" sldId="328"/>
            <ac:inkMk id="21694" creationId="{742D06A2-C95B-60E4-0A52-5EBF9DF5F747}"/>
          </ac:inkMkLst>
        </pc:inkChg>
        <pc:inkChg chg="add reco">
          <ac:chgData name="MINATI RATH ." userId="c069ce78-7b3e-49df-863c-37cd5cba8d18" providerId="ADAL" clId="{88DB0432-0257-4B9C-AC44-4607F71EAFFD}" dt="2026-01-24T13:49:15.596" v="2372"/>
          <ac:inkMkLst>
            <pc:docMk/>
            <pc:sldMk cId="726064143" sldId="328"/>
            <ac:inkMk id="21695" creationId="{783C2A12-3AF8-A580-B5E7-1C26750DB007}"/>
          </ac:inkMkLst>
        </pc:inkChg>
        <pc:inkChg chg="add del">
          <ac:chgData name="MINATI RATH ." userId="c069ce78-7b3e-49df-863c-37cd5cba8d18" providerId="ADAL" clId="{88DB0432-0257-4B9C-AC44-4607F71EAFFD}" dt="2026-01-24T13:49:21.600" v="2375"/>
          <ac:inkMkLst>
            <pc:docMk/>
            <pc:sldMk cId="726064143" sldId="328"/>
            <ac:inkMk id="21696" creationId="{023CD691-6851-479E-97F3-658698F47A71}"/>
          </ac:inkMkLst>
        </pc:inkChg>
        <pc:inkChg chg="add del">
          <ac:chgData name="MINATI RATH ." userId="c069ce78-7b3e-49df-863c-37cd5cba8d18" providerId="ADAL" clId="{88DB0432-0257-4B9C-AC44-4607F71EAFFD}" dt="2026-01-24T13:49:21.600" v="2375"/>
          <ac:inkMkLst>
            <pc:docMk/>
            <pc:sldMk cId="726064143" sldId="328"/>
            <ac:inkMk id="21697" creationId="{F70B92AE-1B1C-E1E7-32F6-EC810BD35BB6}"/>
          </ac:inkMkLst>
        </pc:inkChg>
        <pc:inkChg chg="add reco">
          <ac:chgData name="MINATI RATH ." userId="c069ce78-7b3e-49df-863c-37cd5cba8d18" providerId="ADAL" clId="{88DB0432-0257-4B9C-AC44-4607F71EAFFD}" dt="2026-01-24T13:49:21.600" v="2375"/>
          <ac:inkMkLst>
            <pc:docMk/>
            <pc:sldMk cId="726064143" sldId="328"/>
            <ac:inkMk id="21698" creationId="{0D1CCC86-1D39-47EC-C1FB-548570281340}"/>
          </ac:inkMkLst>
        </pc:inkChg>
        <pc:inkChg chg="add del">
          <ac:chgData name="MINATI RATH ." userId="c069ce78-7b3e-49df-863c-37cd5cba8d18" providerId="ADAL" clId="{88DB0432-0257-4B9C-AC44-4607F71EAFFD}" dt="2026-01-24T13:49:27.858" v="2378"/>
          <ac:inkMkLst>
            <pc:docMk/>
            <pc:sldMk cId="726064143" sldId="328"/>
            <ac:inkMk id="21699" creationId="{83CB70A0-8E1A-F99E-71E0-49C0455E6FFB}"/>
          </ac:inkMkLst>
        </pc:inkChg>
        <pc:inkChg chg="add del">
          <ac:chgData name="MINATI RATH ." userId="c069ce78-7b3e-49df-863c-37cd5cba8d18" providerId="ADAL" clId="{88DB0432-0257-4B9C-AC44-4607F71EAFFD}" dt="2026-01-24T13:49:27.858" v="2378"/>
          <ac:inkMkLst>
            <pc:docMk/>
            <pc:sldMk cId="726064143" sldId="328"/>
            <ac:inkMk id="21700" creationId="{66E9504C-6F46-E8F4-2F25-D3BAD04B1861}"/>
          </ac:inkMkLst>
        </pc:inkChg>
        <pc:inkChg chg="add reco">
          <ac:chgData name="MINATI RATH ." userId="c069ce78-7b3e-49df-863c-37cd5cba8d18" providerId="ADAL" clId="{88DB0432-0257-4B9C-AC44-4607F71EAFFD}" dt="2026-01-24T13:49:27.858" v="2378"/>
          <ac:inkMkLst>
            <pc:docMk/>
            <pc:sldMk cId="726064143" sldId="328"/>
            <ac:inkMk id="21701" creationId="{E0133656-E5F8-5734-8AAC-8EF9995FB5AC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2" creationId="{D1D8A101-7F1C-B4DA-9206-95DFF878321C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3" creationId="{A63DA6A6-BBAA-D870-7DCF-8A83BCF6962D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4" creationId="{848C7E9F-4FEF-0291-D125-50C9FABD3D3E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5" creationId="{5C4A11E4-3C53-D3E4-E966-840576C3DEB4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6" creationId="{64B13DC1-0CB6-2272-D45B-2E628B71754F}"/>
          </ac:inkMkLst>
        </pc:inkChg>
        <pc:inkChg chg="add del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7" creationId="{C978AD2E-9BEF-F01A-62D3-73D1EE0ABD67}"/>
          </ac:inkMkLst>
        </pc:inkChg>
        <pc:inkChg chg="add reco">
          <ac:chgData name="MINATI RATH ." userId="c069ce78-7b3e-49df-863c-37cd5cba8d18" providerId="ADAL" clId="{88DB0432-0257-4B9C-AC44-4607F71EAFFD}" dt="2026-01-24T13:49:40.514" v="2385"/>
          <ac:inkMkLst>
            <pc:docMk/>
            <pc:sldMk cId="726064143" sldId="328"/>
            <ac:inkMk id="21708" creationId="{DAB25FFA-B623-9ECF-E7C3-F46878A767D8}"/>
          </ac:inkMkLst>
        </pc:inkChg>
        <pc:inkChg chg="add del">
          <ac:chgData name="MINATI RATH ." userId="c069ce78-7b3e-49df-863c-37cd5cba8d18" providerId="ADAL" clId="{88DB0432-0257-4B9C-AC44-4607F71EAFFD}" dt="2026-01-24T13:49:46.665" v="2388"/>
          <ac:inkMkLst>
            <pc:docMk/>
            <pc:sldMk cId="726064143" sldId="328"/>
            <ac:inkMk id="21709" creationId="{7F050F91-0721-6265-251B-7F63233442D6}"/>
          </ac:inkMkLst>
        </pc:inkChg>
        <pc:inkChg chg="add del">
          <ac:chgData name="MINATI RATH ." userId="c069ce78-7b3e-49df-863c-37cd5cba8d18" providerId="ADAL" clId="{88DB0432-0257-4B9C-AC44-4607F71EAFFD}" dt="2026-01-24T13:49:46.665" v="2388"/>
          <ac:inkMkLst>
            <pc:docMk/>
            <pc:sldMk cId="726064143" sldId="328"/>
            <ac:inkMk id="21710" creationId="{7F2447EE-0595-F875-CE71-D60D0F4C9F81}"/>
          </ac:inkMkLst>
        </pc:inkChg>
        <pc:inkChg chg="add reco">
          <ac:chgData name="MINATI RATH ." userId="c069ce78-7b3e-49df-863c-37cd5cba8d18" providerId="ADAL" clId="{88DB0432-0257-4B9C-AC44-4607F71EAFFD}" dt="2026-01-24T13:49:46.665" v="2388"/>
          <ac:inkMkLst>
            <pc:docMk/>
            <pc:sldMk cId="726064143" sldId="328"/>
            <ac:inkMk id="21711" creationId="{A9A1DEFF-5C40-7472-0060-0F32C8596C8E}"/>
          </ac:inkMkLst>
        </pc:inkChg>
        <pc:inkChg chg="add del">
          <ac:chgData name="MINATI RATH ." userId="c069ce78-7b3e-49df-863c-37cd5cba8d18" providerId="ADAL" clId="{88DB0432-0257-4B9C-AC44-4607F71EAFFD}" dt="2026-01-24T13:49:57.458" v="2391"/>
          <ac:inkMkLst>
            <pc:docMk/>
            <pc:sldMk cId="726064143" sldId="328"/>
            <ac:inkMk id="21712" creationId="{0EA5C0B3-FFCF-1DA9-80AF-155D0C53041E}"/>
          </ac:inkMkLst>
        </pc:inkChg>
        <pc:inkChg chg="add del">
          <ac:chgData name="MINATI RATH ." userId="c069ce78-7b3e-49df-863c-37cd5cba8d18" providerId="ADAL" clId="{88DB0432-0257-4B9C-AC44-4607F71EAFFD}" dt="2026-01-24T13:49:57.458" v="2391"/>
          <ac:inkMkLst>
            <pc:docMk/>
            <pc:sldMk cId="726064143" sldId="328"/>
            <ac:inkMk id="21713" creationId="{D7C037CF-2FE5-D247-640E-D7CBC4C02459}"/>
          </ac:inkMkLst>
        </pc:inkChg>
        <pc:inkChg chg="add reco">
          <ac:chgData name="MINATI RATH ." userId="c069ce78-7b3e-49df-863c-37cd5cba8d18" providerId="ADAL" clId="{88DB0432-0257-4B9C-AC44-4607F71EAFFD}" dt="2026-01-24T13:49:57.458" v="2391"/>
          <ac:inkMkLst>
            <pc:docMk/>
            <pc:sldMk cId="726064143" sldId="328"/>
            <ac:inkMk id="21714" creationId="{C63FFAC5-79C0-3D3A-D672-00A20A903412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15" creationId="{6C51F4F7-F62F-5E95-DA69-00924F5BE677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16" creationId="{7863539F-34C4-76B6-D6C5-176E77C17203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17" creationId="{75FD829B-9559-AD0F-78B5-47CED34DF3EE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18" creationId="{552EF227-A611-5504-EC2E-B5C423F8CDF9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19" creationId="{677AA12D-BBA3-4308-B048-F2AF478AC96C}"/>
          </ac:inkMkLst>
        </pc:inkChg>
        <pc:inkChg chg="add del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20" creationId="{DCE297C9-7586-73C4-8E43-A1C7DADA82A1}"/>
          </ac:inkMkLst>
        </pc:inkChg>
        <pc:inkChg chg="add reco">
          <ac:chgData name="MINATI RATH ." userId="c069ce78-7b3e-49df-863c-37cd5cba8d18" providerId="ADAL" clId="{88DB0432-0257-4B9C-AC44-4607F71EAFFD}" dt="2026-01-24T13:54:43.975" v="2617"/>
          <ac:inkMkLst>
            <pc:docMk/>
            <pc:sldMk cId="726064143" sldId="328"/>
            <ac:inkMk id="21721" creationId="{41F82D0E-551C-77D6-1C15-C683773D39F5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2" creationId="{779C9779-DCE7-394E-9077-A718E4889F72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3" creationId="{27938839-84C2-AC7F-BA55-784A85E99DF3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4" creationId="{84CC23A6-B668-74F8-FD8B-3CF83EC0F04A}"/>
          </ac:inkMkLst>
        </pc:inkChg>
        <pc:inkChg chg="add">
          <ac:chgData name="MINATI RATH ." userId="c069ce78-7b3e-49df-863c-37cd5cba8d18" providerId="ADAL" clId="{88DB0432-0257-4B9C-AC44-4607F71EAFFD}" dt="2026-01-24T13:55:06.701" v="2629"/>
          <ac:inkMkLst>
            <pc:docMk/>
            <pc:sldMk cId="726064143" sldId="328"/>
            <ac:inkMk id="21725" creationId="{87052F62-1E70-8DE3-ABBD-E29BAA04D7CF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6" creationId="{DAA5A408-DCF7-8F06-D95E-468F9728EE43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7" creationId="{B1D96CDF-5254-9A0E-159A-5AE777999BF0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8" creationId="{447D6760-1987-DCB2-1E56-B87671899887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29" creationId="{CEBF76F6-1004-BC05-02E3-A801E7078CA8}"/>
          </ac:inkMkLst>
        </pc:inkChg>
        <pc:inkChg chg="add del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30" creationId="{0F6E7B9C-3B1C-7F07-30BF-15DDEFACCF72}"/>
          </ac:inkMkLst>
        </pc:inkChg>
        <pc:inkChg chg="add reco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31" creationId="{4857E5E7-F997-0AF6-EEEA-AFEF10C63AFE}"/>
          </ac:inkMkLst>
        </pc:inkChg>
        <pc:inkChg chg="add reco">
          <ac:chgData name="MINATI RATH ." userId="c069ce78-7b3e-49df-863c-37cd5cba8d18" providerId="ADAL" clId="{88DB0432-0257-4B9C-AC44-4607F71EAFFD}" dt="2026-01-24T13:55:09.784" v="2635"/>
          <ac:inkMkLst>
            <pc:docMk/>
            <pc:sldMk cId="726064143" sldId="328"/>
            <ac:inkMk id="21732" creationId="{5D7507FB-861E-4BFF-71AA-5C59B61F1F0F}"/>
          </ac:inkMkLst>
        </pc:inkChg>
        <pc:inkChg chg="add del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3" creationId="{2A6EB75F-AD9E-0122-1DA8-342AD7690B3D}"/>
          </ac:inkMkLst>
        </pc:inkChg>
        <pc:inkChg chg="add del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4" creationId="{F49A0230-E6BB-67B1-F014-63F905503FC8}"/>
          </ac:inkMkLst>
        </pc:inkChg>
        <pc:inkChg chg="add del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5" creationId="{6FAA2696-3245-24A0-49A0-AF38A7FD3D51}"/>
          </ac:inkMkLst>
        </pc:inkChg>
        <pc:inkChg chg="add del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6" creationId="{E9B33BB7-43D6-8845-6E5E-98F0ABB5B2A9}"/>
          </ac:inkMkLst>
        </pc:inkChg>
        <pc:inkChg chg="add del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7" creationId="{43908EF1-EF20-CA36-64EE-B1DFB6B23134}"/>
          </ac:inkMkLst>
        </pc:inkChg>
        <pc:inkChg chg="add reco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8" creationId="{639B5D82-E2D4-ED75-A514-5032D8A3E71D}"/>
          </ac:inkMkLst>
        </pc:inkChg>
        <pc:inkChg chg="add reco">
          <ac:chgData name="MINATI RATH ." userId="c069ce78-7b3e-49df-863c-37cd5cba8d18" providerId="ADAL" clId="{88DB0432-0257-4B9C-AC44-4607F71EAFFD}" dt="2026-01-24T13:55:14.445" v="2641"/>
          <ac:inkMkLst>
            <pc:docMk/>
            <pc:sldMk cId="726064143" sldId="328"/>
            <ac:inkMk id="21739" creationId="{130E7D01-C088-A311-AEB5-4C9AEF12D890}"/>
          </ac:inkMkLst>
        </pc:inkChg>
        <pc:inkChg chg="add del">
          <ac:chgData name="MINATI RATH ." userId="c069ce78-7b3e-49df-863c-37cd5cba8d18" providerId="ADAL" clId="{88DB0432-0257-4B9C-AC44-4607F71EAFFD}" dt="2026-01-24T14:06:52.437" v="2999"/>
          <ac:inkMkLst>
            <pc:docMk/>
            <pc:sldMk cId="726064143" sldId="328"/>
            <ac:inkMk id="21740" creationId="{CA392AE0-9C37-78B5-C7E3-AFE54FF9A487}"/>
          </ac:inkMkLst>
        </pc:inkChg>
        <pc:inkChg chg="add del">
          <ac:chgData name="MINATI RATH ." userId="c069ce78-7b3e-49df-863c-37cd5cba8d18" providerId="ADAL" clId="{88DB0432-0257-4B9C-AC44-4607F71EAFFD}" dt="2026-01-24T14:06:52.437" v="2999"/>
          <ac:inkMkLst>
            <pc:docMk/>
            <pc:sldMk cId="726064143" sldId="328"/>
            <ac:inkMk id="21741" creationId="{9007E8CB-9BF2-8568-165B-3621989A2AA2}"/>
          </ac:inkMkLst>
        </pc:inkChg>
        <pc:inkChg chg="add del">
          <ac:chgData name="MINATI RATH ." userId="c069ce78-7b3e-49df-863c-37cd5cba8d18" providerId="ADAL" clId="{88DB0432-0257-4B9C-AC44-4607F71EAFFD}" dt="2026-01-24T14:06:52.437" v="2999"/>
          <ac:inkMkLst>
            <pc:docMk/>
            <pc:sldMk cId="726064143" sldId="328"/>
            <ac:inkMk id="21742" creationId="{DBAC63A5-C718-7DD2-EABD-7440C4D7EB08}"/>
          </ac:inkMkLst>
        </pc:inkChg>
        <pc:inkChg chg="add reco">
          <ac:chgData name="MINATI RATH ." userId="c069ce78-7b3e-49df-863c-37cd5cba8d18" providerId="ADAL" clId="{88DB0432-0257-4B9C-AC44-4607F71EAFFD}" dt="2026-01-24T14:06:52.437" v="2999"/>
          <ac:inkMkLst>
            <pc:docMk/>
            <pc:sldMk cId="726064143" sldId="328"/>
            <ac:inkMk id="21743" creationId="{15795633-8EDD-DBD7-5DFA-8A32DE80E757}"/>
          </ac:inkMkLst>
        </pc:inkChg>
        <pc:inkChg chg="add">
          <ac:chgData name="MINATI RATH ." userId="c069ce78-7b3e-49df-863c-37cd5cba8d18" providerId="ADAL" clId="{88DB0432-0257-4B9C-AC44-4607F71EAFFD}" dt="2026-01-24T14:06:54.411" v="3000"/>
          <ac:inkMkLst>
            <pc:docMk/>
            <pc:sldMk cId="726064143" sldId="328"/>
            <ac:inkMk id="21744" creationId="{FEDB38AC-B38E-1E21-EB37-4EC90A7D24B5}"/>
          </ac:inkMkLst>
        </pc:inkChg>
        <pc:inkChg chg="add del">
          <ac:chgData name="MINATI RATH ." userId="c069ce78-7b3e-49df-863c-37cd5cba8d18" providerId="ADAL" clId="{88DB0432-0257-4B9C-AC44-4607F71EAFFD}" dt="2026-01-24T14:06:57.587" v="3004"/>
          <ac:inkMkLst>
            <pc:docMk/>
            <pc:sldMk cId="726064143" sldId="328"/>
            <ac:inkMk id="21745" creationId="{8DACD162-AABF-7AC6-2F7A-B73DC9EA936A}"/>
          </ac:inkMkLst>
        </pc:inkChg>
        <pc:inkChg chg="add del">
          <ac:chgData name="MINATI RATH ." userId="c069ce78-7b3e-49df-863c-37cd5cba8d18" providerId="ADAL" clId="{88DB0432-0257-4B9C-AC44-4607F71EAFFD}" dt="2026-01-24T14:06:57.587" v="3004"/>
          <ac:inkMkLst>
            <pc:docMk/>
            <pc:sldMk cId="726064143" sldId="328"/>
            <ac:inkMk id="21746" creationId="{AB7116F9-4D50-C855-D70D-DA8CED248951}"/>
          </ac:inkMkLst>
        </pc:inkChg>
        <pc:inkChg chg="add del">
          <ac:chgData name="MINATI RATH ." userId="c069ce78-7b3e-49df-863c-37cd5cba8d18" providerId="ADAL" clId="{88DB0432-0257-4B9C-AC44-4607F71EAFFD}" dt="2026-01-24T14:06:57.587" v="3004"/>
          <ac:inkMkLst>
            <pc:docMk/>
            <pc:sldMk cId="726064143" sldId="328"/>
            <ac:inkMk id="21747" creationId="{99FAE482-4496-307E-E22F-E18C8250D58A}"/>
          </ac:inkMkLst>
        </pc:inkChg>
        <pc:inkChg chg="add reco">
          <ac:chgData name="MINATI RATH ." userId="c069ce78-7b3e-49df-863c-37cd5cba8d18" providerId="ADAL" clId="{88DB0432-0257-4B9C-AC44-4607F71EAFFD}" dt="2026-01-24T14:06:57.587" v="3004"/>
          <ac:inkMkLst>
            <pc:docMk/>
            <pc:sldMk cId="726064143" sldId="328"/>
            <ac:inkMk id="21748" creationId="{EE889398-C7A1-42F2-D465-7A1569212D48}"/>
          </ac:inkMkLst>
        </pc:inkChg>
      </pc:sldChg>
      <pc:sldChg chg="addSp delSp mod">
        <pc:chgData name="MINATI RATH ." userId="c069ce78-7b3e-49df-863c-37cd5cba8d18" providerId="ADAL" clId="{88DB0432-0257-4B9C-AC44-4607F71EAFFD}" dt="2026-01-24T14:15:05.874" v="3230"/>
        <pc:sldMkLst>
          <pc:docMk/>
          <pc:sldMk cId="603061683" sldId="330"/>
        </pc:sldMkLst>
        <pc:inkChg chg="add del">
          <ac:chgData name="MINATI RATH ." userId="c069ce78-7b3e-49df-863c-37cd5cba8d18" providerId="ADAL" clId="{88DB0432-0257-4B9C-AC44-4607F71EAFFD}" dt="2026-01-24T14:04:54.665" v="2972"/>
          <ac:inkMkLst>
            <pc:docMk/>
            <pc:sldMk cId="603061683" sldId="330"/>
            <ac:inkMk id="2" creationId="{BDD1FD65-9244-34BB-3758-331CE05339DE}"/>
          </ac:inkMkLst>
        </pc:inkChg>
        <pc:inkChg chg="add del">
          <ac:chgData name="MINATI RATH ." userId="c069ce78-7b3e-49df-863c-37cd5cba8d18" providerId="ADAL" clId="{88DB0432-0257-4B9C-AC44-4607F71EAFFD}" dt="2026-01-24T14:04:54.665" v="2972"/>
          <ac:inkMkLst>
            <pc:docMk/>
            <pc:sldMk cId="603061683" sldId="330"/>
            <ac:inkMk id="4" creationId="{A3A50D27-6F0E-68E2-50E5-EFE5E1C00705}"/>
          </ac:inkMkLst>
        </pc:inkChg>
        <pc:inkChg chg="add reco">
          <ac:chgData name="MINATI RATH ." userId="c069ce78-7b3e-49df-863c-37cd5cba8d18" providerId="ADAL" clId="{88DB0432-0257-4B9C-AC44-4607F71EAFFD}" dt="2026-01-24T14:04:54.665" v="2972"/>
          <ac:inkMkLst>
            <pc:docMk/>
            <pc:sldMk cId="603061683" sldId="330"/>
            <ac:inkMk id="6" creationId="{94A67951-2E05-F48C-2DA8-2B0A34F2CEB8}"/>
          </ac:inkMkLst>
        </pc:inkChg>
        <pc:inkChg chg="add del">
          <ac:chgData name="MINATI RATH ." userId="c069ce78-7b3e-49df-863c-37cd5cba8d18" providerId="ADAL" clId="{88DB0432-0257-4B9C-AC44-4607F71EAFFD}" dt="2026-01-24T14:04:59.093" v="2975"/>
          <ac:inkMkLst>
            <pc:docMk/>
            <pc:sldMk cId="603061683" sldId="330"/>
            <ac:inkMk id="7" creationId="{BE102822-D271-FAAC-7A0F-87AE8438D0C6}"/>
          </ac:inkMkLst>
        </pc:inkChg>
        <pc:inkChg chg="add del">
          <ac:chgData name="MINATI RATH ." userId="c069ce78-7b3e-49df-863c-37cd5cba8d18" providerId="ADAL" clId="{88DB0432-0257-4B9C-AC44-4607F71EAFFD}" dt="2026-01-24T14:04:59.093" v="2975"/>
          <ac:inkMkLst>
            <pc:docMk/>
            <pc:sldMk cId="603061683" sldId="330"/>
            <ac:inkMk id="8" creationId="{C7BB8101-B178-F0FE-3B96-4920C69FA082}"/>
          </ac:inkMkLst>
        </pc:inkChg>
        <pc:inkChg chg="add reco">
          <ac:chgData name="MINATI RATH ." userId="c069ce78-7b3e-49df-863c-37cd5cba8d18" providerId="ADAL" clId="{88DB0432-0257-4B9C-AC44-4607F71EAFFD}" dt="2026-01-24T14:04:59.093" v="2975"/>
          <ac:inkMkLst>
            <pc:docMk/>
            <pc:sldMk cId="603061683" sldId="330"/>
            <ac:inkMk id="10" creationId="{42F65014-781F-87C1-6943-D5D0B6C8E89C}"/>
          </ac:inkMkLst>
        </pc:inkChg>
        <pc:inkChg chg="add del">
          <ac:chgData name="MINATI RATH ." userId="c069ce78-7b3e-49df-863c-37cd5cba8d18" providerId="ADAL" clId="{88DB0432-0257-4B9C-AC44-4607F71EAFFD}" dt="2026-01-24T14:05:05.025" v="2978"/>
          <ac:inkMkLst>
            <pc:docMk/>
            <pc:sldMk cId="603061683" sldId="330"/>
            <ac:inkMk id="11" creationId="{22EB58AD-CF2B-EE3A-A7CB-4B625B041201}"/>
          </ac:inkMkLst>
        </pc:inkChg>
        <pc:inkChg chg="add del">
          <ac:chgData name="MINATI RATH ." userId="c069ce78-7b3e-49df-863c-37cd5cba8d18" providerId="ADAL" clId="{88DB0432-0257-4B9C-AC44-4607F71EAFFD}" dt="2026-01-24T14:05:05.025" v="2978"/>
          <ac:inkMkLst>
            <pc:docMk/>
            <pc:sldMk cId="603061683" sldId="330"/>
            <ac:inkMk id="12" creationId="{084392A7-34D1-FF77-4DB4-22D0959DAAC4}"/>
          </ac:inkMkLst>
        </pc:inkChg>
        <pc:inkChg chg="add reco">
          <ac:chgData name="MINATI RATH ." userId="c069ce78-7b3e-49df-863c-37cd5cba8d18" providerId="ADAL" clId="{88DB0432-0257-4B9C-AC44-4607F71EAFFD}" dt="2026-01-24T14:05:05.025" v="2978"/>
          <ac:inkMkLst>
            <pc:docMk/>
            <pc:sldMk cId="603061683" sldId="330"/>
            <ac:inkMk id="13" creationId="{4141EE1F-9122-86C3-A326-9D76D8C2459C}"/>
          </ac:inkMkLst>
        </pc:inkChg>
        <pc:inkChg chg="add del">
          <ac:chgData name="MINATI RATH ." userId="c069ce78-7b3e-49df-863c-37cd5cba8d18" providerId="ADAL" clId="{88DB0432-0257-4B9C-AC44-4607F71EAFFD}" dt="2026-01-24T14:05:21.131" v="2981"/>
          <ac:inkMkLst>
            <pc:docMk/>
            <pc:sldMk cId="603061683" sldId="330"/>
            <ac:inkMk id="14" creationId="{02309F23-3E90-21BB-5174-12842C7822BC}"/>
          </ac:inkMkLst>
        </pc:inkChg>
        <pc:inkChg chg="add del">
          <ac:chgData name="MINATI RATH ." userId="c069ce78-7b3e-49df-863c-37cd5cba8d18" providerId="ADAL" clId="{88DB0432-0257-4B9C-AC44-4607F71EAFFD}" dt="2026-01-24T14:05:21.131" v="2981"/>
          <ac:inkMkLst>
            <pc:docMk/>
            <pc:sldMk cId="603061683" sldId="330"/>
            <ac:inkMk id="15" creationId="{1320A38C-0430-EA9B-DEDE-230AEA7F8108}"/>
          </ac:inkMkLst>
        </pc:inkChg>
        <pc:inkChg chg="add reco">
          <ac:chgData name="MINATI RATH ." userId="c069ce78-7b3e-49df-863c-37cd5cba8d18" providerId="ADAL" clId="{88DB0432-0257-4B9C-AC44-4607F71EAFFD}" dt="2026-01-24T14:05:21.131" v="2981"/>
          <ac:inkMkLst>
            <pc:docMk/>
            <pc:sldMk cId="603061683" sldId="330"/>
            <ac:inkMk id="16" creationId="{A705920A-8E99-22FB-A57E-4837F58E2E32}"/>
          </ac:inkMkLst>
        </pc:inkChg>
        <pc:inkChg chg="add">
          <ac:chgData name="MINATI RATH ." userId="c069ce78-7b3e-49df-863c-37cd5cba8d18" providerId="ADAL" clId="{88DB0432-0257-4B9C-AC44-4607F71EAFFD}" dt="2026-01-24T14:05:24.683" v="2982"/>
          <ac:inkMkLst>
            <pc:docMk/>
            <pc:sldMk cId="603061683" sldId="330"/>
            <ac:inkMk id="17" creationId="{C7D2DEEA-26D9-7135-3DA9-695C5BDD1112}"/>
          </ac:inkMkLst>
        </pc:inkChg>
        <pc:inkChg chg="add">
          <ac:chgData name="MINATI RATH ." userId="c069ce78-7b3e-49df-863c-37cd5cba8d18" providerId="ADAL" clId="{88DB0432-0257-4B9C-AC44-4607F71EAFFD}" dt="2026-01-24T14:05:30.843" v="2983"/>
          <ac:inkMkLst>
            <pc:docMk/>
            <pc:sldMk cId="603061683" sldId="330"/>
            <ac:inkMk id="18" creationId="{BB530DCA-C04F-6350-6275-7C8A31BD5634}"/>
          </ac:inkMkLst>
        </pc:inkChg>
        <pc:inkChg chg="add">
          <ac:chgData name="MINATI RATH ." userId="c069ce78-7b3e-49df-863c-37cd5cba8d18" providerId="ADAL" clId="{88DB0432-0257-4B9C-AC44-4607F71EAFFD}" dt="2026-01-24T14:05:36.753" v="2984"/>
          <ac:inkMkLst>
            <pc:docMk/>
            <pc:sldMk cId="603061683" sldId="330"/>
            <ac:inkMk id="19" creationId="{1293A4D6-2B47-890B-D757-42E45FCA0CEF}"/>
          </ac:inkMkLst>
        </pc:inkChg>
        <pc:inkChg chg="add">
          <ac:chgData name="MINATI RATH ." userId="c069ce78-7b3e-49df-863c-37cd5cba8d18" providerId="ADAL" clId="{88DB0432-0257-4B9C-AC44-4607F71EAFFD}" dt="2026-01-24T14:05:40.435" v="2985"/>
          <ac:inkMkLst>
            <pc:docMk/>
            <pc:sldMk cId="603061683" sldId="330"/>
            <ac:inkMk id="20" creationId="{6E6B45FC-C894-1CC8-76EF-3DA1FC742299}"/>
          </ac:inkMkLst>
        </pc:inkChg>
        <pc:inkChg chg="add del">
          <ac:chgData name="MINATI RATH ." userId="c069ce78-7b3e-49df-863c-37cd5cba8d18" providerId="ADAL" clId="{88DB0432-0257-4B9C-AC44-4607F71EAFFD}" dt="2026-01-24T14:05:49.937" v="2989"/>
          <ac:inkMkLst>
            <pc:docMk/>
            <pc:sldMk cId="603061683" sldId="330"/>
            <ac:inkMk id="21" creationId="{7F421D4F-1376-F810-2541-F9D0D5737040}"/>
          </ac:inkMkLst>
        </pc:inkChg>
        <pc:inkChg chg="add del">
          <ac:chgData name="MINATI RATH ." userId="c069ce78-7b3e-49df-863c-37cd5cba8d18" providerId="ADAL" clId="{88DB0432-0257-4B9C-AC44-4607F71EAFFD}" dt="2026-01-24T14:05:49.937" v="2989"/>
          <ac:inkMkLst>
            <pc:docMk/>
            <pc:sldMk cId="603061683" sldId="330"/>
            <ac:inkMk id="22" creationId="{F7E415C0-FAB1-F713-5AB5-E9ED62D0FC68}"/>
          </ac:inkMkLst>
        </pc:inkChg>
        <pc:inkChg chg="add del">
          <ac:chgData name="MINATI RATH ." userId="c069ce78-7b3e-49df-863c-37cd5cba8d18" providerId="ADAL" clId="{88DB0432-0257-4B9C-AC44-4607F71EAFFD}" dt="2026-01-24T14:05:49.937" v="2989"/>
          <ac:inkMkLst>
            <pc:docMk/>
            <pc:sldMk cId="603061683" sldId="330"/>
            <ac:inkMk id="23" creationId="{70A19F73-7724-3FA0-0C38-6AEF3EBE749A}"/>
          </ac:inkMkLst>
        </pc:inkChg>
        <pc:inkChg chg="add reco">
          <ac:chgData name="MINATI RATH ." userId="c069ce78-7b3e-49df-863c-37cd5cba8d18" providerId="ADAL" clId="{88DB0432-0257-4B9C-AC44-4607F71EAFFD}" dt="2026-01-24T14:05:49.937" v="2989"/>
          <ac:inkMkLst>
            <pc:docMk/>
            <pc:sldMk cId="603061683" sldId="330"/>
            <ac:inkMk id="24" creationId="{DA264867-CA56-065F-200C-3ED1490AACD7}"/>
          </ac:inkMkLst>
        </pc:inkChg>
        <pc:inkChg chg="add del">
          <ac:chgData name="MINATI RATH ." userId="c069ce78-7b3e-49df-863c-37cd5cba8d18" providerId="ADAL" clId="{88DB0432-0257-4B9C-AC44-4607F71EAFFD}" dt="2026-01-24T14:06:10.138" v="2992"/>
          <ac:inkMkLst>
            <pc:docMk/>
            <pc:sldMk cId="603061683" sldId="330"/>
            <ac:inkMk id="25" creationId="{60BD18DE-D2D6-44BB-A805-529F5CE94E1E}"/>
          </ac:inkMkLst>
        </pc:inkChg>
        <pc:inkChg chg="add del">
          <ac:chgData name="MINATI RATH ." userId="c069ce78-7b3e-49df-863c-37cd5cba8d18" providerId="ADAL" clId="{88DB0432-0257-4B9C-AC44-4607F71EAFFD}" dt="2026-01-24T14:06:10.138" v="2992"/>
          <ac:inkMkLst>
            <pc:docMk/>
            <pc:sldMk cId="603061683" sldId="330"/>
            <ac:inkMk id="26" creationId="{EB5F8C39-A7C9-5A02-DCDD-7E5E826E2FDB}"/>
          </ac:inkMkLst>
        </pc:inkChg>
        <pc:inkChg chg="add reco">
          <ac:chgData name="MINATI RATH ." userId="c069ce78-7b3e-49df-863c-37cd5cba8d18" providerId="ADAL" clId="{88DB0432-0257-4B9C-AC44-4607F71EAFFD}" dt="2026-01-24T14:06:10.138" v="2992"/>
          <ac:inkMkLst>
            <pc:docMk/>
            <pc:sldMk cId="603061683" sldId="330"/>
            <ac:inkMk id="27" creationId="{CC26D91C-4D47-F6F2-9130-5D6CCFB69613}"/>
          </ac:inkMkLst>
        </pc:inkChg>
        <pc:inkChg chg="add">
          <ac:chgData name="MINATI RATH ." userId="c069ce78-7b3e-49df-863c-37cd5cba8d18" providerId="ADAL" clId="{88DB0432-0257-4B9C-AC44-4607F71EAFFD}" dt="2026-01-24T14:06:38.466" v="2993"/>
          <ac:inkMkLst>
            <pc:docMk/>
            <pc:sldMk cId="603061683" sldId="330"/>
            <ac:inkMk id="28" creationId="{80307912-EDFE-AE90-9110-FE660849FDEC}"/>
          </ac:inkMkLst>
        </pc:inkChg>
        <pc:inkChg chg="add">
          <ac:chgData name="MINATI RATH ." userId="c069ce78-7b3e-49df-863c-37cd5cba8d18" providerId="ADAL" clId="{88DB0432-0257-4B9C-AC44-4607F71EAFFD}" dt="2026-01-24T14:06:42.329" v="2994"/>
          <ac:inkMkLst>
            <pc:docMk/>
            <pc:sldMk cId="603061683" sldId="330"/>
            <ac:inkMk id="29" creationId="{EE9EA7DF-2051-3263-2E0C-0592D9019E69}"/>
          </ac:inkMkLst>
        </pc:inkChg>
        <pc:inkChg chg="add">
          <ac:chgData name="MINATI RATH ." userId="c069ce78-7b3e-49df-863c-37cd5cba8d18" providerId="ADAL" clId="{88DB0432-0257-4B9C-AC44-4607F71EAFFD}" dt="2026-01-24T14:06:45.162" v="2995"/>
          <ac:inkMkLst>
            <pc:docMk/>
            <pc:sldMk cId="603061683" sldId="330"/>
            <ac:inkMk id="30" creationId="{4F2B464D-6AF9-2B26-3985-F273732993A8}"/>
          </ac:inkMkLst>
        </pc:inkChg>
        <pc:inkChg chg="add">
          <ac:chgData name="MINATI RATH ." userId="c069ce78-7b3e-49df-863c-37cd5cba8d18" providerId="ADAL" clId="{88DB0432-0257-4B9C-AC44-4607F71EAFFD}" dt="2026-01-24T14:07:25.224" v="3005"/>
          <ac:inkMkLst>
            <pc:docMk/>
            <pc:sldMk cId="603061683" sldId="330"/>
            <ac:inkMk id="31" creationId="{89C9FBF8-4C96-DB8D-5761-DF8A1EA1CD02}"/>
          </ac:inkMkLst>
        </pc:inkChg>
        <pc:inkChg chg="add">
          <ac:chgData name="MINATI RATH ." userId="c069ce78-7b3e-49df-863c-37cd5cba8d18" providerId="ADAL" clId="{88DB0432-0257-4B9C-AC44-4607F71EAFFD}" dt="2026-01-24T14:07:28.258" v="3006"/>
          <ac:inkMkLst>
            <pc:docMk/>
            <pc:sldMk cId="603061683" sldId="330"/>
            <ac:inkMk id="32" creationId="{32BB6405-55C1-A345-6D5A-514B3DAC55C6}"/>
          </ac:inkMkLst>
        </pc:inkChg>
        <pc:inkChg chg="add">
          <ac:chgData name="MINATI RATH ." userId="c069ce78-7b3e-49df-863c-37cd5cba8d18" providerId="ADAL" clId="{88DB0432-0257-4B9C-AC44-4607F71EAFFD}" dt="2026-01-24T14:07:38.685" v="3007"/>
          <ac:inkMkLst>
            <pc:docMk/>
            <pc:sldMk cId="603061683" sldId="330"/>
            <ac:inkMk id="33" creationId="{3C3B7902-AFFB-EAB1-0097-6611F9F06DF2}"/>
          </ac:inkMkLst>
        </pc:inkChg>
        <pc:inkChg chg="add">
          <ac:chgData name="MINATI RATH ." userId="c069ce78-7b3e-49df-863c-37cd5cba8d18" providerId="ADAL" clId="{88DB0432-0257-4B9C-AC44-4607F71EAFFD}" dt="2026-01-24T14:08:18.273" v="3008"/>
          <ac:inkMkLst>
            <pc:docMk/>
            <pc:sldMk cId="603061683" sldId="330"/>
            <ac:inkMk id="34" creationId="{654001AA-6FAA-D4B6-EBF0-D32D29614775}"/>
          </ac:inkMkLst>
        </pc:inkChg>
        <pc:inkChg chg="add">
          <ac:chgData name="MINATI RATH ." userId="c069ce78-7b3e-49df-863c-37cd5cba8d18" providerId="ADAL" clId="{88DB0432-0257-4B9C-AC44-4607F71EAFFD}" dt="2026-01-24T14:08:20.170" v="3009"/>
          <ac:inkMkLst>
            <pc:docMk/>
            <pc:sldMk cId="603061683" sldId="330"/>
            <ac:inkMk id="35" creationId="{FD59334E-B71C-C51A-F36F-7209363993A6}"/>
          </ac:inkMkLst>
        </pc:inkChg>
        <pc:inkChg chg="add">
          <ac:chgData name="MINATI RATH ." userId="c069ce78-7b3e-49df-863c-37cd5cba8d18" providerId="ADAL" clId="{88DB0432-0257-4B9C-AC44-4607F71EAFFD}" dt="2026-01-24T14:08:23.145" v="3010"/>
          <ac:inkMkLst>
            <pc:docMk/>
            <pc:sldMk cId="603061683" sldId="330"/>
            <ac:inkMk id="36" creationId="{E60EC472-2733-FD85-6814-2B85B1ABB7BB}"/>
          </ac:inkMkLst>
        </pc:inkChg>
        <pc:inkChg chg="add">
          <ac:chgData name="MINATI RATH ." userId="c069ce78-7b3e-49df-863c-37cd5cba8d18" providerId="ADAL" clId="{88DB0432-0257-4B9C-AC44-4607F71EAFFD}" dt="2026-01-24T14:08:28.119" v="3011"/>
          <ac:inkMkLst>
            <pc:docMk/>
            <pc:sldMk cId="603061683" sldId="330"/>
            <ac:inkMk id="37" creationId="{B43E809E-54FF-4A0E-69C9-BAE977216356}"/>
          </ac:inkMkLst>
        </pc:inkChg>
        <pc:inkChg chg="add">
          <ac:chgData name="MINATI RATH ." userId="c069ce78-7b3e-49df-863c-37cd5cba8d18" providerId="ADAL" clId="{88DB0432-0257-4B9C-AC44-4607F71EAFFD}" dt="2026-01-24T14:08:34.271" v="3012"/>
          <ac:inkMkLst>
            <pc:docMk/>
            <pc:sldMk cId="603061683" sldId="330"/>
            <ac:inkMk id="38" creationId="{81FF35F2-D001-9B44-F203-39134C106172}"/>
          </ac:inkMkLst>
        </pc:inkChg>
        <pc:inkChg chg="add">
          <ac:chgData name="MINATI RATH ." userId="c069ce78-7b3e-49df-863c-37cd5cba8d18" providerId="ADAL" clId="{88DB0432-0257-4B9C-AC44-4607F71EAFFD}" dt="2026-01-24T14:08:37.322" v="3013"/>
          <ac:inkMkLst>
            <pc:docMk/>
            <pc:sldMk cId="603061683" sldId="330"/>
            <ac:inkMk id="39" creationId="{F300482B-512F-7A8F-C7EA-C21C9EDCDB87}"/>
          </ac:inkMkLst>
        </pc:inkChg>
        <pc:inkChg chg="add">
          <ac:chgData name="MINATI RATH ." userId="c069ce78-7b3e-49df-863c-37cd5cba8d18" providerId="ADAL" clId="{88DB0432-0257-4B9C-AC44-4607F71EAFFD}" dt="2026-01-24T14:08:40.917" v="3014"/>
          <ac:inkMkLst>
            <pc:docMk/>
            <pc:sldMk cId="603061683" sldId="330"/>
            <ac:inkMk id="40" creationId="{BE21FF67-CDF3-8DAC-32AB-7D299F942440}"/>
          </ac:inkMkLst>
        </pc:inkChg>
        <pc:inkChg chg="add">
          <ac:chgData name="MINATI RATH ." userId="c069ce78-7b3e-49df-863c-37cd5cba8d18" providerId="ADAL" clId="{88DB0432-0257-4B9C-AC44-4607F71EAFFD}" dt="2026-01-24T14:08:44.979" v="3015"/>
          <ac:inkMkLst>
            <pc:docMk/>
            <pc:sldMk cId="603061683" sldId="330"/>
            <ac:inkMk id="41" creationId="{F1CDAF15-5679-1A23-A4CB-E906973766F9}"/>
          </ac:inkMkLst>
        </pc:inkChg>
        <pc:inkChg chg="add">
          <ac:chgData name="MINATI RATH ." userId="c069ce78-7b3e-49df-863c-37cd5cba8d18" providerId="ADAL" clId="{88DB0432-0257-4B9C-AC44-4607F71EAFFD}" dt="2026-01-24T14:08:48.528" v="3016"/>
          <ac:inkMkLst>
            <pc:docMk/>
            <pc:sldMk cId="603061683" sldId="330"/>
            <ac:inkMk id="42" creationId="{89EA8A8C-8E6F-5861-83A1-15529EC2BB56}"/>
          </ac:inkMkLst>
        </pc:inkChg>
        <pc:inkChg chg="add">
          <ac:chgData name="MINATI RATH ." userId="c069ce78-7b3e-49df-863c-37cd5cba8d18" providerId="ADAL" clId="{88DB0432-0257-4B9C-AC44-4607F71EAFFD}" dt="2026-01-24T14:08:52" v="3017"/>
          <ac:inkMkLst>
            <pc:docMk/>
            <pc:sldMk cId="603061683" sldId="330"/>
            <ac:inkMk id="43" creationId="{E92B1E4F-9B21-44F4-67C7-B3846DBEF790}"/>
          </ac:inkMkLst>
        </pc:inkChg>
        <pc:inkChg chg="add del">
          <ac:chgData name="MINATI RATH ." userId="c069ce78-7b3e-49df-863c-37cd5cba8d18" providerId="ADAL" clId="{88DB0432-0257-4B9C-AC44-4607F71EAFFD}" dt="2026-01-24T14:08:57.355" v="3021"/>
          <ac:inkMkLst>
            <pc:docMk/>
            <pc:sldMk cId="603061683" sldId="330"/>
            <ac:inkMk id="44" creationId="{C31709F6-9815-46A5-D368-FD7DF2A41DEB}"/>
          </ac:inkMkLst>
        </pc:inkChg>
        <pc:inkChg chg="add del">
          <ac:chgData name="MINATI RATH ." userId="c069ce78-7b3e-49df-863c-37cd5cba8d18" providerId="ADAL" clId="{88DB0432-0257-4B9C-AC44-4607F71EAFFD}" dt="2026-01-24T14:08:57.355" v="3021"/>
          <ac:inkMkLst>
            <pc:docMk/>
            <pc:sldMk cId="603061683" sldId="330"/>
            <ac:inkMk id="45" creationId="{0E71E998-219B-00AF-F6C7-121BB3155969}"/>
          </ac:inkMkLst>
        </pc:inkChg>
        <pc:inkChg chg="add del">
          <ac:chgData name="MINATI RATH ." userId="c069ce78-7b3e-49df-863c-37cd5cba8d18" providerId="ADAL" clId="{88DB0432-0257-4B9C-AC44-4607F71EAFFD}" dt="2026-01-24T14:08:57.355" v="3021"/>
          <ac:inkMkLst>
            <pc:docMk/>
            <pc:sldMk cId="603061683" sldId="330"/>
            <ac:inkMk id="46" creationId="{C125BFC8-8BB2-6E38-9561-F9B1C1DDE97F}"/>
          </ac:inkMkLst>
        </pc:inkChg>
        <pc:inkChg chg="add reco">
          <ac:chgData name="MINATI RATH ." userId="c069ce78-7b3e-49df-863c-37cd5cba8d18" providerId="ADAL" clId="{88DB0432-0257-4B9C-AC44-4607F71EAFFD}" dt="2026-01-24T14:08:57.355" v="3021"/>
          <ac:inkMkLst>
            <pc:docMk/>
            <pc:sldMk cId="603061683" sldId="330"/>
            <ac:inkMk id="47" creationId="{98BDED1D-FD33-AB70-629A-1FF1904B48BC}"/>
          </ac:inkMkLst>
        </pc:inkChg>
        <pc:inkChg chg="add">
          <ac:chgData name="MINATI RATH ." userId="c069ce78-7b3e-49df-863c-37cd5cba8d18" providerId="ADAL" clId="{88DB0432-0257-4B9C-AC44-4607F71EAFFD}" dt="2026-01-24T14:09:02.581" v="3022"/>
          <ac:inkMkLst>
            <pc:docMk/>
            <pc:sldMk cId="603061683" sldId="330"/>
            <ac:inkMk id="48" creationId="{18D9352C-AEBF-CDB6-997D-01AC68241F7B}"/>
          </ac:inkMkLst>
        </pc:inkChg>
        <pc:inkChg chg="add">
          <ac:chgData name="MINATI RATH ." userId="c069ce78-7b3e-49df-863c-37cd5cba8d18" providerId="ADAL" clId="{88DB0432-0257-4B9C-AC44-4607F71EAFFD}" dt="2026-01-24T14:09:08.652" v="3023"/>
          <ac:inkMkLst>
            <pc:docMk/>
            <pc:sldMk cId="603061683" sldId="330"/>
            <ac:inkMk id="49" creationId="{791E0B01-477D-B982-7006-15ADC6ED48A9}"/>
          </ac:inkMkLst>
        </pc:inkChg>
        <pc:inkChg chg="add del">
          <ac:chgData name="MINATI RATH ." userId="c069ce78-7b3e-49df-863c-37cd5cba8d18" providerId="ADAL" clId="{88DB0432-0257-4B9C-AC44-4607F71EAFFD}" dt="2026-01-24T14:09:25.525" v="3026"/>
          <ac:inkMkLst>
            <pc:docMk/>
            <pc:sldMk cId="603061683" sldId="330"/>
            <ac:inkMk id="50" creationId="{40EED371-B78B-47B9-EB9B-027FC6EA53EB}"/>
          </ac:inkMkLst>
        </pc:inkChg>
        <pc:inkChg chg="add del">
          <ac:chgData name="MINATI RATH ." userId="c069ce78-7b3e-49df-863c-37cd5cba8d18" providerId="ADAL" clId="{88DB0432-0257-4B9C-AC44-4607F71EAFFD}" dt="2026-01-24T14:09:25.525" v="3026"/>
          <ac:inkMkLst>
            <pc:docMk/>
            <pc:sldMk cId="603061683" sldId="330"/>
            <ac:inkMk id="51" creationId="{0EAFB8B8-7AEA-4964-72CC-EDF2B2C1210E}"/>
          </ac:inkMkLst>
        </pc:inkChg>
        <pc:inkChg chg="add reco">
          <ac:chgData name="MINATI RATH ." userId="c069ce78-7b3e-49df-863c-37cd5cba8d18" providerId="ADAL" clId="{88DB0432-0257-4B9C-AC44-4607F71EAFFD}" dt="2026-01-24T14:09:25.525" v="3026"/>
          <ac:inkMkLst>
            <pc:docMk/>
            <pc:sldMk cId="603061683" sldId="330"/>
            <ac:inkMk id="52" creationId="{4044B953-5EDA-5184-B576-AD744C0AB269}"/>
          </ac:inkMkLst>
        </pc:inkChg>
        <pc:inkChg chg="add">
          <ac:chgData name="MINATI RATH ." userId="c069ce78-7b3e-49df-863c-37cd5cba8d18" providerId="ADAL" clId="{88DB0432-0257-4B9C-AC44-4607F71EAFFD}" dt="2026-01-24T14:09:26.699" v="3027"/>
          <ac:inkMkLst>
            <pc:docMk/>
            <pc:sldMk cId="603061683" sldId="330"/>
            <ac:inkMk id="53" creationId="{917A806E-3A88-4ADE-CF69-64AB91C1E80D}"/>
          </ac:inkMkLst>
        </pc:inkChg>
        <pc:inkChg chg="add">
          <ac:chgData name="MINATI RATH ." userId="c069ce78-7b3e-49df-863c-37cd5cba8d18" providerId="ADAL" clId="{88DB0432-0257-4B9C-AC44-4607F71EAFFD}" dt="2026-01-24T14:09:31.343" v="3028"/>
          <ac:inkMkLst>
            <pc:docMk/>
            <pc:sldMk cId="603061683" sldId="330"/>
            <ac:inkMk id="54" creationId="{2FFF1F75-FF2E-AC6D-0F93-9F578D0F79C2}"/>
          </ac:inkMkLst>
        </pc:inkChg>
        <pc:inkChg chg="add del">
          <ac:chgData name="MINATI RATH ." userId="c069ce78-7b3e-49df-863c-37cd5cba8d18" providerId="ADAL" clId="{88DB0432-0257-4B9C-AC44-4607F71EAFFD}" dt="2026-01-24T14:09:35.412" v="3032"/>
          <ac:inkMkLst>
            <pc:docMk/>
            <pc:sldMk cId="603061683" sldId="330"/>
            <ac:inkMk id="55" creationId="{77A9084E-B625-A6C6-55A9-8BC3C6181DDF}"/>
          </ac:inkMkLst>
        </pc:inkChg>
        <pc:inkChg chg="add del">
          <ac:chgData name="MINATI RATH ." userId="c069ce78-7b3e-49df-863c-37cd5cba8d18" providerId="ADAL" clId="{88DB0432-0257-4B9C-AC44-4607F71EAFFD}" dt="2026-01-24T14:09:35.412" v="3032"/>
          <ac:inkMkLst>
            <pc:docMk/>
            <pc:sldMk cId="603061683" sldId="330"/>
            <ac:inkMk id="56" creationId="{08CA6B80-8E8D-3E56-CA81-1BD45730252D}"/>
          </ac:inkMkLst>
        </pc:inkChg>
        <pc:inkChg chg="add del">
          <ac:chgData name="MINATI RATH ." userId="c069ce78-7b3e-49df-863c-37cd5cba8d18" providerId="ADAL" clId="{88DB0432-0257-4B9C-AC44-4607F71EAFFD}" dt="2026-01-24T14:09:35.412" v="3032"/>
          <ac:inkMkLst>
            <pc:docMk/>
            <pc:sldMk cId="603061683" sldId="330"/>
            <ac:inkMk id="57" creationId="{7D9E7406-96FA-EB34-4C20-10D4D53B95CF}"/>
          </ac:inkMkLst>
        </pc:inkChg>
        <pc:inkChg chg="add reco">
          <ac:chgData name="MINATI RATH ." userId="c069ce78-7b3e-49df-863c-37cd5cba8d18" providerId="ADAL" clId="{88DB0432-0257-4B9C-AC44-4607F71EAFFD}" dt="2026-01-24T14:09:35.412" v="3032"/>
          <ac:inkMkLst>
            <pc:docMk/>
            <pc:sldMk cId="603061683" sldId="330"/>
            <ac:inkMk id="58" creationId="{A7D5C2B8-8C70-FE84-85A9-2C99149486E8}"/>
          </ac:inkMkLst>
        </pc:inkChg>
        <pc:inkChg chg="add">
          <ac:chgData name="MINATI RATH ." userId="c069ce78-7b3e-49df-863c-37cd5cba8d18" providerId="ADAL" clId="{88DB0432-0257-4B9C-AC44-4607F71EAFFD}" dt="2026-01-24T14:09:37.747" v="3033"/>
          <ac:inkMkLst>
            <pc:docMk/>
            <pc:sldMk cId="603061683" sldId="330"/>
            <ac:inkMk id="59" creationId="{8F48D3EA-6937-A047-22A3-83BA370C62CE}"/>
          </ac:inkMkLst>
        </pc:inkChg>
        <pc:inkChg chg="add del">
          <ac:chgData name="MINATI RATH ." userId="c069ce78-7b3e-49df-863c-37cd5cba8d18" providerId="ADAL" clId="{88DB0432-0257-4B9C-AC44-4607F71EAFFD}" dt="2026-01-24T14:09:42.843" v="3037"/>
          <ac:inkMkLst>
            <pc:docMk/>
            <pc:sldMk cId="603061683" sldId="330"/>
            <ac:inkMk id="60" creationId="{9D400D98-15E3-4519-8C9B-9C0D6EE29EB2}"/>
          </ac:inkMkLst>
        </pc:inkChg>
        <pc:inkChg chg="add del">
          <ac:chgData name="MINATI RATH ." userId="c069ce78-7b3e-49df-863c-37cd5cba8d18" providerId="ADAL" clId="{88DB0432-0257-4B9C-AC44-4607F71EAFFD}" dt="2026-01-24T14:09:42.843" v="3037"/>
          <ac:inkMkLst>
            <pc:docMk/>
            <pc:sldMk cId="603061683" sldId="330"/>
            <ac:inkMk id="61" creationId="{710D0FE2-906E-17E5-2AB6-8DA1EEB04088}"/>
          </ac:inkMkLst>
        </pc:inkChg>
        <pc:inkChg chg="add del">
          <ac:chgData name="MINATI RATH ." userId="c069ce78-7b3e-49df-863c-37cd5cba8d18" providerId="ADAL" clId="{88DB0432-0257-4B9C-AC44-4607F71EAFFD}" dt="2026-01-24T14:09:42.843" v="3037"/>
          <ac:inkMkLst>
            <pc:docMk/>
            <pc:sldMk cId="603061683" sldId="330"/>
            <ac:inkMk id="62" creationId="{C8CF4D3D-226C-0DA3-09CA-2FC9A0192AA2}"/>
          </ac:inkMkLst>
        </pc:inkChg>
        <pc:inkChg chg="add reco">
          <ac:chgData name="MINATI RATH ." userId="c069ce78-7b3e-49df-863c-37cd5cba8d18" providerId="ADAL" clId="{88DB0432-0257-4B9C-AC44-4607F71EAFFD}" dt="2026-01-24T14:09:42.843" v="3037"/>
          <ac:inkMkLst>
            <pc:docMk/>
            <pc:sldMk cId="603061683" sldId="330"/>
            <ac:inkMk id="63" creationId="{4802FEA5-B29D-D201-4BD0-8D5EFC7EB9E9}"/>
          </ac:inkMkLst>
        </pc:inkChg>
        <pc:inkChg chg="add del">
          <ac:chgData name="MINATI RATH ." userId="c069ce78-7b3e-49df-863c-37cd5cba8d18" providerId="ADAL" clId="{88DB0432-0257-4B9C-AC44-4607F71EAFFD}" dt="2026-01-24T14:09:44.606" v="3041"/>
          <ac:inkMkLst>
            <pc:docMk/>
            <pc:sldMk cId="603061683" sldId="330"/>
            <ac:inkMk id="64" creationId="{3115F7ED-515D-C088-9E7C-F92693DCAA6E}"/>
          </ac:inkMkLst>
        </pc:inkChg>
        <pc:inkChg chg="add del">
          <ac:chgData name="MINATI RATH ." userId="c069ce78-7b3e-49df-863c-37cd5cba8d18" providerId="ADAL" clId="{88DB0432-0257-4B9C-AC44-4607F71EAFFD}" dt="2026-01-24T14:09:44.606" v="3041"/>
          <ac:inkMkLst>
            <pc:docMk/>
            <pc:sldMk cId="603061683" sldId="330"/>
            <ac:inkMk id="65" creationId="{FFEE50A3-5568-2510-2111-92C7BCAE76DA}"/>
          </ac:inkMkLst>
        </pc:inkChg>
        <pc:inkChg chg="add del">
          <ac:chgData name="MINATI RATH ." userId="c069ce78-7b3e-49df-863c-37cd5cba8d18" providerId="ADAL" clId="{88DB0432-0257-4B9C-AC44-4607F71EAFFD}" dt="2026-01-24T14:09:44.606" v="3041"/>
          <ac:inkMkLst>
            <pc:docMk/>
            <pc:sldMk cId="603061683" sldId="330"/>
            <ac:inkMk id="66" creationId="{0DE0C7F3-90F8-F903-4C62-389419E30009}"/>
          </ac:inkMkLst>
        </pc:inkChg>
        <pc:inkChg chg="add reco">
          <ac:chgData name="MINATI RATH ." userId="c069ce78-7b3e-49df-863c-37cd5cba8d18" providerId="ADAL" clId="{88DB0432-0257-4B9C-AC44-4607F71EAFFD}" dt="2026-01-24T14:09:44.606" v="3041"/>
          <ac:inkMkLst>
            <pc:docMk/>
            <pc:sldMk cId="603061683" sldId="330"/>
            <ac:inkMk id="67" creationId="{09758071-7E39-E1F2-CEA1-06009311841C}"/>
          </ac:inkMkLst>
        </pc:inkChg>
        <pc:inkChg chg="add del">
          <ac:chgData name="MINATI RATH ." userId="c069ce78-7b3e-49df-863c-37cd5cba8d18" providerId="ADAL" clId="{88DB0432-0257-4B9C-AC44-4607F71EAFFD}" dt="2026-01-24T14:09:48.077" v="3046"/>
          <ac:inkMkLst>
            <pc:docMk/>
            <pc:sldMk cId="603061683" sldId="330"/>
            <ac:inkMk id="68" creationId="{F0F68C4C-F093-C093-5FB8-99531FFCF27E}"/>
          </ac:inkMkLst>
        </pc:inkChg>
        <pc:inkChg chg="add del">
          <ac:chgData name="MINATI RATH ." userId="c069ce78-7b3e-49df-863c-37cd5cba8d18" providerId="ADAL" clId="{88DB0432-0257-4B9C-AC44-4607F71EAFFD}" dt="2026-01-24T14:09:48.077" v="3046"/>
          <ac:inkMkLst>
            <pc:docMk/>
            <pc:sldMk cId="603061683" sldId="330"/>
            <ac:inkMk id="69" creationId="{1C27EB3E-B93E-6287-30EC-64E311ADADBB}"/>
          </ac:inkMkLst>
        </pc:inkChg>
        <pc:inkChg chg="add del">
          <ac:chgData name="MINATI RATH ." userId="c069ce78-7b3e-49df-863c-37cd5cba8d18" providerId="ADAL" clId="{88DB0432-0257-4B9C-AC44-4607F71EAFFD}" dt="2026-01-24T14:09:48.077" v="3046"/>
          <ac:inkMkLst>
            <pc:docMk/>
            <pc:sldMk cId="603061683" sldId="330"/>
            <ac:inkMk id="70" creationId="{722CB6B3-38B2-0822-E973-9A180FD7C558}"/>
          </ac:inkMkLst>
        </pc:inkChg>
        <pc:inkChg chg="add del">
          <ac:chgData name="MINATI RATH ." userId="c069ce78-7b3e-49df-863c-37cd5cba8d18" providerId="ADAL" clId="{88DB0432-0257-4B9C-AC44-4607F71EAFFD}" dt="2026-01-24T14:09:48.077" v="3046"/>
          <ac:inkMkLst>
            <pc:docMk/>
            <pc:sldMk cId="603061683" sldId="330"/>
            <ac:inkMk id="71" creationId="{3EB9E700-DA3A-3579-8D04-6331DEDA2D43}"/>
          </ac:inkMkLst>
        </pc:inkChg>
        <pc:inkChg chg="add reco">
          <ac:chgData name="MINATI RATH ." userId="c069ce78-7b3e-49df-863c-37cd5cba8d18" providerId="ADAL" clId="{88DB0432-0257-4B9C-AC44-4607F71EAFFD}" dt="2026-01-24T14:09:48.077" v="3046"/>
          <ac:inkMkLst>
            <pc:docMk/>
            <pc:sldMk cId="603061683" sldId="330"/>
            <ac:inkMk id="72" creationId="{D03ADD31-C8A8-5798-7996-6FCB02B69468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3" creationId="{6A440D5B-5EE4-D886-185E-54C8FC9BF7A2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4" creationId="{EAEFBAD8-C160-7A86-9764-1CF73A5621AF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5" creationId="{10B1E6B1-E247-1279-43D3-2D236342F023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6" creationId="{15E66720-62DE-6D96-AEDF-D7567B04E59B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7" creationId="{75119E9E-C38C-6433-201E-4E740F3420CB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8" creationId="{8DDC1A96-E5F9-EA8B-D643-1D1BFD7A2491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79" creationId="{2D360157-6A8C-FC70-318A-2EFDB3168C9B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80" creationId="{D7D758C2-B0F1-933E-0A1F-CB4F7AE9BBC4}"/>
          </ac:inkMkLst>
        </pc:inkChg>
        <pc:inkChg chg="add del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81" creationId="{707DDA89-FF4A-E142-BD01-1D55E115A9A3}"/>
          </ac:inkMkLst>
        </pc:inkChg>
        <pc:inkChg chg="add reco">
          <ac:chgData name="MINATI RATH ." userId="c069ce78-7b3e-49df-863c-37cd5cba8d18" providerId="ADAL" clId="{88DB0432-0257-4B9C-AC44-4607F71EAFFD}" dt="2026-01-24T14:10:05.354" v="3056"/>
          <ac:inkMkLst>
            <pc:docMk/>
            <pc:sldMk cId="603061683" sldId="330"/>
            <ac:inkMk id="82" creationId="{45EE456B-DB7A-BAAD-B7FD-EE00750D4819}"/>
          </ac:inkMkLst>
        </pc:inkChg>
        <pc:inkChg chg="add del">
          <ac:chgData name="MINATI RATH ." userId="c069ce78-7b3e-49df-863c-37cd5cba8d18" providerId="ADAL" clId="{88DB0432-0257-4B9C-AC44-4607F71EAFFD}" dt="2026-01-24T14:15:05.874" v="3230"/>
          <ac:inkMkLst>
            <pc:docMk/>
            <pc:sldMk cId="603061683" sldId="330"/>
            <ac:inkMk id="83" creationId="{C914BC32-8281-6692-2619-D540A3D66932}"/>
          </ac:inkMkLst>
        </pc:inkChg>
        <pc:inkChg chg="add del">
          <ac:chgData name="MINATI RATH ." userId="c069ce78-7b3e-49df-863c-37cd5cba8d18" providerId="ADAL" clId="{88DB0432-0257-4B9C-AC44-4607F71EAFFD}" dt="2026-01-24T14:15:05.874" v="3230"/>
          <ac:inkMkLst>
            <pc:docMk/>
            <pc:sldMk cId="603061683" sldId="330"/>
            <ac:inkMk id="84" creationId="{F563C370-3673-0DA6-2A51-7BB788B86501}"/>
          </ac:inkMkLst>
        </pc:inkChg>
        <pc:inkChg chg="add reco">
          <ac:chgData name="MINATI RATH ." userId="c069ce78-7b3e-49df-863c-37cd5cba8d18" providerId="ADAL" clId="{88DB0432-0257-4B9C-AC44-4607F71EAFFD}" dt="2026-01-24T14:15:05.874" v="3230"/>
          <ac:inkMkLst>
            <pc:docMk/>
            <pc:sldMk cId="603061683" sldId="330"/>
            <ac:inkMk id="85" creationId="{A12530C5-73B7-ACA2-47A8-5AFFF7413F12}"/>
          </ac:inkMkLst>
        </pc:inkChg>
      </pc:sldChg>
      <pc:sldChg chg="addSp delSp mod">
        <pc:chgData name="MINATI RATH ." userId="c069ce78-7b3e-49df-863c-37cd5cba8d18" providerId="ADAL" clId="{88DB0432-0257-4B9C-AC44-4607F71EAFFD}" dt="2026-01-24T14:16:05.596" v="3264"/>
        <pc:sldMkLst>
          <pc:docMk/>
          <pc:sldMk cId="3875620551" sldId="333"/>
        </pc:sldMkLst>
        <pc:inkChg chg="add del">
          <ac:chgData name="MINATI RATH ." userId="c069ce78-7b3e-49df-863c-37cd5cba8d18" providerId="ADAL" clId="{88DB0432-0257-4B9C-AC44-4607F71EAFFD}" dt="2026-01-24T14:10:58.398" v="3059"/>
          <ac:inkMkLst>
            <pc:docMk/>
            <pc:sldMk cId="3875620551" sldId="333"/>
            <ac:inkMk id="2" creationId="{0F39589A-52BB-7555-A96B-8F914EEF407F}"/>
          </ac:inkMkLst>
        </pc:inkChg>
        <pc:inkChg chg="add del">
          <ac:chgData name="MINATI RATH ." userId="c069ce78-7b3e-49df-863c-37cd5cba8d18" providerId="ADAL" clId="{88DB0432-0257-4B9C-AC44-4607F71EAFFD}" dt="2026-01-24T14:10:58.398" v="3059"/>
          <ac:inkMkLst>
            <pc:docMk/>
            <pc:sldMk cId="3875620551" sldId="333"/>
            <ac:inkMk id="4" creationId="{2D25FCF2-914A-B8F0-A33F-B0C1EB89A3BA}"/>
          </ac:inkMkLst>
        </pc:inkChg>
        <pc:inkChg chg="add reco">
          <ac:chgData name="MINATI RATH ." userId="c069ce78-7b3e-49df-863c-37cd5cba8d18" providerId="ADAL" clId="{88DB0432-0257-4B9C-AC44-4607F71EAFFD}" dt="2026-01-24T14:10:58.398" v="3059"/>
          <ac:inkMkLst>
            <pc:docMk/>
            <pc:sldMk cId="3875620551" sldId="333"/>
            <ac:inkMk id="13" creationId="{84B0843E-4821-5371-94DC-2A67FAEB43E5}"/>
          </ac:inkMkLst>
        </pc:inkChg>
        <pc:inkChg chg="add">
          <ac:chgData name="MINATI RATH ." userId="c069ce78-7b3e-49df-863c-37cd5cba8d18" providerId="ADAL" clId="{88DB0432-0257-4B9C-AC44-4607F71EAFFD}" dt="2026-01-24T14:11:01.055" v="3060"/>
          <ac:inkMkLst>
            <pc:docMk/>
            <pc:sldMk cId="3875620551" sldId="333"/>
            <ac:inkMk id="14" creationId="{90F48EAC-4D4B-A20C-F294-CF94A2DA3C29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15" creationId="{ACA92730-C682-84B5-65AE-B2BA7725409D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16" creationId="{F54207E9-C1BC-452E-F208-6B8845269439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17" creationId="{81885DA3-A3B1-D064-63E9-3692502817AE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18" creationId="{C40A8D4E-8BD9-71C7-1D0C-C03C71B16528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19" creationId="{8ED706EF-E8CE-73D3-877C-D3B91969B289}"/>
          </ac:inkMkLst>
        </pc:inkChg>
        <pc:inkChg chg="add del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20" creationId="{4ADA87C5-E187-2B73-1394-0B8B61479F71}"/>
          </ac:inkMkLst>
        </pc:inkChg>
        <pc:inkChg chg="add reco">
          <ac:chgData name="MINATI RATH ." userId="c069ce78-7b3e-49df-863c-37cd5cba8d18" providerId="ADAL" clId="{88DB0432-0257-4B9C-AC44-4607F71EAFFD}" dt="2026-01-24T14:11:07.791" v="3067"/>
          <ac:inkMkLst>
            <pc:docMk/>
            <pc:sldMk cId="3875620551" sldId="333"/>
            <ac:inkMk id="21" creationId="{F3A39927-B59A-172D-A20E-8A38B7525D44}"/>
          </ac:inkMkLst>
        </pc:inkChg>
        <pc:inkChg chg="add del">
          <ac:chgData name="MINATI RATH ." userId="c069ce78-7b3e-49df-863c-37cd5cba8d18" providerId="ADAL" clId="{88DB0432-0257-4B9C-AC44-4607F71EAFFD}" dt="2026-01-24T14:11:10.568" v="3070"/>
          <ac:inkMkLst>
            <pc:docMk/>
            <pc:sldMk cId="3875620551" sldId="333"/>
            <ac:inkMk id="22" creationId="{3D2D5900-F39D-6FDE-3F7B-C9A342D2EAD0}"/>
          </ac:inkMkLst>
        </pc:inkChg>
        <pc:inkChg chg="add del">
          <ac:chgData name="MINATI RATH ." userId="c069ce78-7b3e-49df-863c-37cd5cba8d18" providerId="ADAL" clId="{88DB0432-0257-4B9C-AC44-4607F71EAFFD}" dt="2026-01-24T14:11:10.568" v="3070"/>
          <ac:inkMkLst>
            <pc:docMk/>
            <pc:sldMk cId="3875620551" sldId="333"/>
            <ac:inkMk id="23" creationId="{CCB28AD9-CC43-0865-9866-1B3533648A85}"/>
          </ac:inkMkLst>
        </pc:inkChg>
        <pc:inkChg chg="add reco">
          <ac:chgData name="MINATI RATH ." userId="c069ce78-7b3e-49df-863c-37cd5cba8d18" providerId="ADAL" clId="{88DB0432-0257-4B9C-AC44-4607F71EAFFD}" dt="2026-01-24T14:11:10.568" v="3070"/>
          <ac:inkMkLst>
            <pc:docMk/>
            <pc:sldMk cId="3875620551" sldId="333"/>
            <ac:inkMk id="24" creationId="{CBFF96C7-24A2-4589-9F41-C04A29F5C8E7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25" creationId="{B69035B1-32AD-5AEF-176F-DD9748DC1A3F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26" creationId="{59B91D11-BD0F-E64C-C602-BB3786A39238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27" creationId="{19FD44C4-F71D-2EE4-49EB-F80C74C63900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28" creationId="{0C37AD3D-4EED-0348-A2D3-4AF0C17AA901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29" creationId="{937CBF20-EA52-C50E-29BD-D877EB609479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30" creationId="{A86CDED9-AE7E-59C2-6A63-C928455495A7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31" creationId="{C00C135F-CAA4-2513-3123-D424BB62FB43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32" creationId="{A75560BB-2E6C-5080-1BCC-5CB876305840}"/>
          </ac:inkMkLst>
        </pc:inkChg>
        <pc:inkChg chg="add del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33" creationId="{39440711-EE1B-6F72-EDA1-43CC20306122}"/>
          </ac:inkMkLst>
        </pc:inkChg>
        <pc:inkChg chg="add reco">
          <ac:chgData name="MINATI RATH ." userId="c069ce78-7b3e-49df-863c-37cd5cba8d18" providerId="ADAL" clId="{88DB0432-0257-4B9C-AC44-4607F71EAFFD}" dt="2026-01-24T14:11:18.165" v="3080"/>
          <ac:inkMkLst>
            <pc:docMk/>
            <pc:sldMk cId="3875620551" sldId="333"/>
            <ac:inkMk id="34" creationId="{4E43EBFF-A64C-5621-E0BF-5E393A89C584}"/>
          </ac:inkMkLst>
        </pc:inkChg>
        <pc:inkChg chg="add del">
          <ac:chgData name="MINATI RATH ." userId="c069ce78-7b3e-49df-863c-37cd5cba8d18" providerId="ADAL" clId="{88DB0432-0257-4B9C-AC44-4607F71EAFFD}" dt="2026-01-24T14:11:22.016" v="3085"/>
          <ac:inkMkLst>
            <pc:docMk/>
            <pc:sldMk cId="3875620551" sldId="333"/>
            <ac:inkMk id="35" creationId="{70118CCD-EB40-9DDA-66E6-B27C74BDC093}"/>
          </ac:inkMkLst>
        </pc:inkChg>
        <pc:inkChg chg="add del">
          <ac:chgData name="MINATI RATH ." userId="c069ce78-7b3e-49df-863c-37cd5cba8d18" providerId="ADAL" clId="{88DB0432-0257-4B9C-AC44-4607F71EAFFD}" dt="2026-01-24T14:11:22.016" v="3085"/>
          <ac:inkMkLst>
            <pc:docMk/>
            <pc:sldMk cId="3875620551" sldId="333"/>
            <ac:inkMk id="36" creationId="{9627A27A-E6EA-D305-2926-5C9910591F4E}"/>
          </ac:inkMkLst>
        </pc:inkChg>
        <pc:inkChg chg="add del">
          <ac:chgData name="MINATI RATH ." userId="c069ce78-7b3e-49df-863c-37cd5cba8d18" providerId="ADAL" clId="{88DB0432-0257-4B9C-AC44-4607F71EAFFD}" dt="2026-01-24T14:11:22.016" v="3085"/>
          <ac:inkMkLst>
            <pc:docMk/>
            <pc:sldMk cId="3875620551" sldId="333"/>
            <ac:inkMk id="37" creationId="{0651B2BF-C9C2-E39A-CDC5-72A06139D632}"/>
          </ac:inkMkLst>
        </pc:inkChg>
        <pc:inkChg chg="add del">
          <ac:chgData name="MINATI RATH ." userId="c069ce78-7b3e-49df-863c-37cd5cba8d18" providerId="ADAL" clId="{88DB0432-0257-4B9C-AC44-4607F71EAFFD}" dt="2026-01-24T14:11:22.016" v="3085"/>
          <ac:inkMkLst>
            <pc:docMk/>
            <pc:sldMk cId="3875620551" sldId="333"/>
            <ac:inkMk id="38" creationId="{EF3187B7-621D-8E3E-A6B4-A8E1B4EF7071}"/>
          </ac:inkMkLst>
        </pc:inkChg>
        <pc:inkChg chg="add reco">
          <ac:chgData name="MINATI RATH ." userId="c069ce78-7b3e-49df-863c-37cd5cba8d18" providerId="ADAL" clId="{88DB0432-0257-4B9C-AC44-4607F71EAFFD}" dt="2026-01-24T14:11:22.016" v="3085"/>
          <ac:inkMkLst>
            <pc:docMk/>
            <pc:sldMk cId="3875620551" sldId="333"/>
            <ac:inkMk id="39" creationId="{6CD4F859-1E8C-E6C9-A208-24D0E95CE90F}"/>
          </ac:inkMkLst>
        </pc:inkChg>
        <pc:inkChg chg="add">
          <ac:chgData name="MINATI RATH ." userId="c069ce78-7b3e-49df-863c-37cd5cba8d18" providerId="ADAL" clId="{88DB0432-0257-4B9C-AC44-4607F71EAFFD}" dt="2026-01-24T14:11:22.619" v="3086"/>
          <ac:inkMkLst>
            <pc:docMk/>
            <pc:sldMk cId="3875620551" sldId="333"/>
            <ac:inkMk id="40" creationId="{3E07B6A1-584F-D2CC-7048-94F4EFA38DAB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1" creationId="{134A5C7D-AB2E-1459-D2AB-A59BCE49E489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2" creationId="{6F68ADE9-4ADF-3AF7-7DFC-575075ADE025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3" creationId="{B4279381-9274-3080-9FDF-CFEF00349465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4" creationId="{460FC0FB-A2FB-579A-41C9-5CA20C03F4A9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5" creationId="{BE6087E7-FB63-CAF6-8A9E-7F21B30B8339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6" creationId="{8036A953-FBE0-16AD-8368-F5FCCC44C198}"/>
          </ac:inkMkLst>
        </pc:inkChg>
        <pc:inkChg chg="add del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7" creationId="{0EA1721D-F980-3F94-8053-E2278BB55D41}"/>
          </ac:inkMkLst>
        </pc:inkChg>
        <pc:inkChg chg="add reco">
          <ac:chgData name="MINATI RATH ." userId="c069ce78-7b3e-49df-863c-37cd5cba8d18" providerId="ADAL" clId="{88DB0432-0257-4B9C-AC44-4607F71EAFFD}" dt="2026-01-24T14:11:30.731" v="3094"/>
          <ac:inkMkLst>
            <pc:docMk/>
            <pc:sldMk cId="3875620551" sldId="333"/>
            <ac:inkMk id="48" creationId="{8C5B4274-7DB9-77B0-0718-6BD616A61FF6}"/>
          </ac:inkMkLst>
        </pc:inkChg>
        <pc:inkChg chg="add">
          <ac:chgData name="MINATI RATH ." userId="c069ce78-7b3e-49df-863c-37cd5cba8d18" providerId="ADAL" clId="{88DB0432-0257-4B9C-AC44-4607F71EAFFD}" dt="2026-01-24T14:11:36.152" v="3095"/>
          <ac:inkMkLst>
            <pc:docMk/>
            <pc:sldMk cId="3875620551" sldId="333"/>
            <ac:inkMk id="49" creationId="{0473582C-B5FD-DDF1-F505-9F499EBDAC0B}"/>
          </ac:inkMkLst>
        </pc:inkChg>
        <pc:inkChg chg="add">
          <ac:chgData name="MINATI RATH ." userId="c069ce78-7b3e-49df-863c-37cd5cba8d18" providerId="ADAL" clId="{88DB0432-0257-4B9C-AC44-4607F71EAFFD}" dt="2026-01-24T14:11:36.471" v="3096"/>
          <ac:inkMkLst>
            <pc:docMk/>
            <pc:sldMk cId="3875620551" sldId="333"/>
            <ac:inkMk id="50" creationId="{D2205478-C699-754C-C489-956C0BD3B6BD}"/>
          </ac:inkMkLst>
        </pc:inkChg>
        <pc:inkChg chg="add">
          <ac:chgData name="MINATI RATH ." userId="c069ce78-7b3e-49df-863c-37cd5cba8d18" providerId="ADAL" clId="{88DB0432-0257-4B9C-AC44-4607F71EAFFD}" dt="2026-01-24T14:11:37.168" v="3097"/>
          <ac:inkMkLst>
            <pc:docMk/>
            <pc:sldMk cId="3875620551" sldId="333"/>
            <ac:inkMk id="51" creationId="{36F4635E-47BC-2BFE-5A3D-0D8F930A5E05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2" creationId="{162A356A-96CE-E684-E46C-53EAC6B1D71C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3" creationId="{02D20983-4471-4670-7366-120BF23EF372}"/>
          </ac:inkMkLst>
        </pc:inkChg>
        <pc:inkChg chg="add">
          <ac:chgData name="MINATI RATH ." userId="c069ce78-7b3e-49df-863c-37cd5cba8d18" providerId="ADAL" clId="{88DB0432-0257-4B9C-AC44-4607F71EAFFD}" dt="2026-01-24T14:13:37.874" v="3159"/>
          <ac:inkMkLst>
            <pc:docMk/>
            <pc:sldMk cId="3875620551" sldId="333"/>
            <ac:inkMk id="54" creationId="{41FACF2E-1E17-E922-14A5-46BB67036693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5" creationId="{D4A2FB50-47C0-FD8F-DFD7-A1FEA0B5F201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6" creationId="{8810BF96-3E56-8C53-58CC-9E7C1E2D8294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7" creationId="{0DF83D69-CBED-63A6-1D71-F6F5B6FF01C6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8" creationId="{4EDDFCA0-71D2-2D47-66B5-5260B5D045EF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59" creationId="{49518BBB-406B-50E8-3847-A50B2F126CFE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60" creationId="{E1C5D2D3-E97F-3486-5CDE-960C3EAB37EF}"/>
          </ac:inkMkLst>
        </pc:inkChg>
        <pc:inkChg chg="add del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61" creationId="{918F33EA-91BA-05D1-A44E-4C30E97868C9}"/>
          </ac:inkMkLst>
        </pc:inkChg>
        <pc:inkChg chg="add reco">
          <ac:chgData name="MINATI RATH ." userId="c069ce78-7b3e-49df-863c-37cd5cba8d18" providerId="ADAL" clId="{88DB0432-0257-4B9C-AC44-4607F71EAFFD}" dt="2026-01-24T14:13:42.128" v="3167"/>
          <ac:inkMkLst>
            <pc:docMk/>
            <pc:sldMk cId="3875620551" sldId="333"/>
            <ac:inkMk id="62" creationId="{ACB6C2D4-4A09-BF0C-56BA-BB1C1F5259ED}"/>
          </ac:inkMkLst>
        </pc:inkChg>
        <pc:inkChg chg="add del">
          <ac:chgData name="MINATI RATH ." userId="c069ce78-7b3e-49df-863c-37cd5cba8d18" providerId="ADAL" clId="{88DB0432-0257-4B9C-AC44-4607F71EAFFD}" dt="2026-01-24T14:13:44.339" v="3171"/>
          <ac:inkMkLst>
            <pc:docMk/>
            <pc:sldMk cId="3875620551" sldId="333"/>
            <ac:inkMk id="63" creationId="{D4607D92-A599-FCC5-D389-60993EE8B65B}"/>
          </ac:inkMkLst>
        </pc:inkChg>
        <pc:inkChg chg="add del">
          <ac:chgData name="MINATI RATH ." userId="c069ce78-7b3e-49df-863c-37cd5cba8d18" providerId="ADAL" clId="{88DB0432-0257-4B9C-AC44-4607F71EAFFD}" dt="2026-01-24T14:13:44.339" v="3171"/>
          <ac:inkMkLst>
            <pc:docMk/>
            <pc:sldMk cId="3875620551" sldId="333"/>
            <ac:inkMk id="64" creationId="{E4C6C607-1D47-9BD2-3F96-C51B56974DCA}"/>
          </ac:inkMkLst>
        </pc:inkChg>
        <pc:inkChg chg="add del">
          <ac:chgData name="MINATI RATH ." userId="c069ce78-7b3e-49df-863c-37cd5cba8d18" providerId="ADAL" clId="{88DB0432-0257-4B9C-AC44-4607F71EAFFD}" dt="2026-01-24T14:13:44.339" v="3171"/>
          <ac:inkMkLst>
            <pc:docMk/>
            <pc:sldMk cId="3875620551" sldId="333"/>
            <ac:inkMk id="65" creationId="{FD212291-38E9-122A-63D8-E6BDF7B9450D}"/>
          </ac:inkMkLst>
        </pc:inkChg>
        <pc:inkChg chg="add reco">
          <ac:chgData name="MINATI RATH ." userId="c069ce78-7b3e-49df-863c-37cd5cba8d18" providerId="ADAL" clId="{88DB0432-0257-4B9C-AC44-4607F71EAFFD}" dt="2026-01-24T14:13:44.339" v="3171"/>
          <ac:inkMkLst>
            <pc:docMk/>
            <pc:sldMk cId="3875620551" sldId="333"/>
            <ac:inkMk id="66" creationId="{022039DF-3AEB-DE9F-AD25-F7925453CC5C}"/>
          </ac:inkMkLst>
        </pc:inkChg>
        <pc:inkChg chg="add del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67" creationId="{A0699214-5004-84FF-E2C0-152E69CF6D69}"/>
          </ac:inkMkLst>
        </pc:inkChg>
        <pc:inkChg chg="add del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68" creationId="{66AD6599-AAFF-5DD8-8595-4BDA911F36C2}"/>
          </ac:inkMkLst>
        </pc:inkChg>
        <pc:inkChg chg="add del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69" creationId="{BDA200A6-7E57-9309-68D1-531B00532141}"/>
          </ac:inkMkLst>
        </pc:inkChg>
        <pc:inkChg chg="add del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70" creationId="{9744960A-CED3-1710-55E4-F2A4F8C9F8A1}"/>
          </ac:inkMkLst>
        </pc:inkChg>
        <pc:inkChg chg="add del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71" creationId="{207841FC-13D6-A4B2-4009-F6FC53164659}"/>
          </ac:inkMkLst>
        </pc:inkChg>
        <pc:inkChg chg="add reco">
          <ac:chgData name="MINATI RATH ." userId="c069ce78-7b3e-49df-863c-37cd5cba8d18" providerId="ADAL" clId="{88DB0432-0257-4B9C-AC44-4607F71EAFFD}" dt="2026-01-24T14:13:49.632" v="3177"/>
          <ac:inkMkLst>
            <pc:docMk/>
            <pc:sldMk cId="3875620551" sldId="333"/>
            <ac:inkMk id="72" creationId="{FA688BA2-6FDE-D4AC-00D3-39649E756275}"/>
          </ac:inkMkLst>
        </pc:inkChg>
        <pc:inkChg chg="add del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3" creationId="{299562F6-B2D5-EA8C-A388-3063D877BD15}"/>
          </ac:inkMkLst>
        </pc:inkChg>
        <pc:inkChg chg="add del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4" creationId="{27AA52B2-D104-6595-481F-91DDD4DA92CD}"/>
          </ac:inkMkLst>
        </pc:inkChg>
        <pc:inkChg chg="add del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5" creationId="{2A7C546B-5FA0-F7E7-3564-B99554C0A30D}"/>
          </ac:inkMkLst>
        </pc:inkChg>
        <pc:inkChg chg="add del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6" creationId="{ABD8FB34-3666-1C58-415E-4DFC7FF2F73A}"/>
          </ac:inkMkLst>
        </pc:inkChg>
        <pc:inkChg chg="add del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7" creationId="{7FFBFEE0-681F-D270-08DB-35318255CD25}"/>
          </ac:inkMkLst>
        </pc:inkChg>
        <pc:inkChg chg="add reco">
          <ac:chgData name="MINATI RATH ." userId="c069ce78-7b3e-49df-863c-37cd5cba8d18" providerId="ADAL" clId="{88DB0432-0257-4B9C-AC44-4607F71EAFFD}" dt="2026-01-24T14:13:55.989" v="3183"/>
          <ac:inkMkLst>
            <pc:docMk/>
            <pc:sldMk cId="3875620551" sldId="333"/>
            <ac:inkMk id="78" creationId="{83E592D0-6F1A-E9D7-3547-D6569EDF1155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79" creationId="{ADD079A5-493A-7A5F-68EE-C2DEBCC65402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0" creationId="{D11658BF-17C8-6190-CADD-095145854174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1" creationId="{C1571315-A500-C0FD-5EC7-05A126A169E1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2" creationId="{7E0051E2-60CA-E6F9-C116-6086CEE9AD72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3" creationId="{0C3DFCE3-807E-2DDC-BBAC-45D95031C1E5}"/>
          </ac:inkMkLst>
        </pc:inkChg>
        <pc:inkChg chg="add del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4" creationId="{46E7CF20-E910-C260-B53F-25C49ECE37F4}"/>
          </ac:inkMkLst>
        </pc:inkChg>
        <pc:inkChg chg="add reco">
          <ac:chgData name="MINATI RATH ." userId="c069ce78-7b3e-49df-863c-37cd5cba8d18" providerId="ADAL" clId="{88DB0432-0257-4B9C-AC44-4607F71EAFFD}" dt="2026-01-24T14:13:59.890" v="3190"/>
          <ac:inkMkLst>
            <pc:docMk/>
            <pc:sldMk cId="3875620551" sldId="333"/>
            <ac:inkMk id="85" creationId="{2DA17C95-37E0-4C81-96DC-5C8D1F10EFF9}"/>
          </ac:inkMkLst>
        </pc:inkChg>
        <pc:inkChg chg="add del">
          <ac:chgData name="MINATI RATH ." userId="c069ce78-7b3e-49df-863c-37cd5cba8d18" providerId="ADAL" clId="{88DB0432-0257-4B9C-AC44-4607F71EAFFD}" dt="2026-01-24T14:14:02.579" v="3194"/>
          <ac:inkMkLst>
            <pc:docMk/>
            <pc:sldMk cId="3875620551" sldId="333"/>
            <ac:inkMk id="86" creationId="{EDADB04B-05DB-C242-174E-6FF6CCC14A33}"/>
          </ac:inkMkLst>
        </pc:inkChg>
        <pc:inkChg chg="add del">
          <ac:chgData name="MINATI RATH ." userId="c069ce78-7b3e-49df-863c-37cd5cba8d18" providerId="ADAL" clId="{88DB0432-0257-4B9C-AC44-4607F71EAFFD}" dt="2026-01-24T14:14:02.579" v="3194"/>
          <ac:inkMkLst>
            <pc:docMk/>
            <pc:sldMk cId="3875620551" sldId="333"/>
            <ac:inkMk id="87" creationId="{110F1ED6-A311-6088-9D8B-BA56609557A6}"/>
          </ac:inkMkLst>
        </pc:inkChg>
        <pc:inkChg chg="add del">
          <ac:chgData name="MINATI RATH ." userId="c069ce78-7b3e-49df-863c-37cd5cba8d18" providerId="ADAL" clId="{88DB0432-0257-4B9C-AC44-4607F71EAFFD}" dt="2026-01-24T14:14:02.579" v="3194"/>
          <ac:inkMkLst>
            <pc:docMk/>
            <pc:sldMk cId="3875620551" sldId="333"/>
            <ac:inkMk id="88" creationId="{6AB63C6E-CDE2-19FF-248A-3235C29456CD}"/>
          </ac:inkMkLst>
        </pc:inkChg>
        <pc:inkChg chg="add reco">
          <ac:chgData name="MINATI RATH ." userId="c069ce78-7b3e-49df-863c-37cd5cba8d18" providerId="ADAL" clId="{88DB0432-0257-4B9C-AC44-4607F71EAFFD}" dt="2026-01-24T14:14:02.579" v="3194"/>
          <ac:inkMkLst>
            <pc:docMk/>
            <pc:sldMk cId="3875620551" sldId="333"/>
            <ac:inkMk id="89" creationId="{D6C8BEA3-5ACA-6D2E-3B1C-5127FB80D513}"/>
          </ac:inkMkLst>
        </pc:inkChg>
        <pc:inkChg chg="add del">
          <ac:chgData name="MINATI RATH ." userId="c069ce78-7b3e-49df-863c-37cd5cba8d18" providerId="ADAL" clId="{88DB0432-0257-4B9C-AC44-4607F71EAFFD}" dt="2026-01-24T14:14:10.982" v="3198"/>
          <ac:inkMkLst>
            <pc:docMk/>
            <pc:sldMk cId="3875620551" sldId="333"/>
            <ac:inkMk id="90" creationId="{E57BC4E7-355D-6B63-66D2-AE2402D1E026}"/>
          </ac:inkMkLst>
        </pc:inkChg>
        <pc:inkChg chg="add del">
          <ac:chgData name="MINATI RATH ." userId="c069ce78-7b3e-49df-863c-37cd5cba8d18" providerId="ADAL" clId="{88DB0432-0257-4B9C-AC44-4607F71EAFFD}" dt="2026-01-24T14:14:10.982" v="3198"/>
          <ac:inkMkLst>
            <pc:docMk/>
            <pc:sldMk cId="3875620551" sldId="333"/>
            <ac:inkMk id="91" creationId="{12244447-200B-28E3-C803-7452E4455DCF}"/>
          </ac:inkMkLst>
        </pc:inkChg>
        <pc:inkChg chg="add del">
          <ac:chgData name="MINATI RATH ." userId="c069ce78-7b3e-49df-863c-37cd5cba8d18" providerId="ADAL" clId="{88DB0432-0257-4B9C-AC44-4607F71EAFFD}" dt="2026-01-24T14:14:10.982" v="3198"/>
          <ac:inkMkLst>
            <pc:docMk/>
            <pc:sldMk cId="3875620551" sldId="333"/>
            <ac:inkMk id="92" creationId="{E1A7F50B-E4B2-12D8-F3D5-4ED770D5B465}"/>
          </ac:inkMkLst>
        </pc:inkChg>
        <pc:inkChg chg="add reco">
          <ac:chgData name="MINATI RATH ." userId="c069ce78-7b3e-49df-863c-37cd5cba8d18" providerId="ADAL" clId="{88DB0432-0257-4B9C-AC44-4607F71EAFFD}" dt="2026-01-24T14:14:10.982" v="3198"/>
          <ac:inkMkLst>
            <pc:docMk/>
            <pc:sldMk cId="3875620551" sldId="333"/>
            <ac:inkMk id="93" creationId="{80FEE45A-BE4A-94EF-B424-B640ABB5E98A}"/>
          </ac:inkMkLst>
        </pc:inkChg>
        <pc:inkChg chg="add del">
          <ac:chgData name="MINATI RATH ." userId="c069ce78-7b3e-49df-863c-37cd5cba8d18" providerId="ADAL" clId="{88DB0432-0257-4B9C-AC44-4607F71EAFFD}" dt="2026-01-24T14:14:17.280" v="3202"/>
          <ac:inkMkLst>
            <pc:docMk/>
            <pc:sldMk cId="3875620551" sldId="333"/>
            <ac:inkMk id="94" creationId="{C9F64ED0-54A9-4975-B05D-3D32269839A8}"/>
          </ac:inkMkLst>
        </pc:inkChg>
        <pc:inkChg chg="add del">
          <ac:chgData name="MINATI RATH ." userId="c069ce78-7b3e-49df-863c-37cd5cba8d18" providerId="ADAL" clId="{88DB0432-0257-4B9C-AC44-4607F71EAFFD}" dt="2026-01-24T14:14:17.280" v="3202"/>
          <ac:inkMkLst>
            <pc:docMk/>
            <pc:sldMk cId="3875620551" sldId="333"/>
            <ac:inkMk id="95" creationId="{D1C01EED-3DC1-DC69-E667-5947143E93C9}"/>
          </ac:inkMkLst>
        </pc:inkChg>
        <pc:inkChg chg="add del">
          <ac:chgData name="MINATI RATH ." userId="c069ce78-7b3e-49df-863c-37cd5cba8d18" providerId="ADAL" clId="{88DB0432-0257-4B9C-AC44-4607F71EAFFD}" dt="2026-01-24T14:14:17.280" v="3202"/>
          <ac:inkMkLst>
            <pc:docMk/>
            <pc:sldMk cId="3875620551" sldId="333"/>
            <ac:inkMk id="96" creationId="{EE0371B2-115A-F375-CAC3-B43026C85723}"/>
          </ac:inkMkLst>
        </pc:inkChg>
        <pc:inkChg chg="add reco">
          <ac:chgData name="MINATI RATH ." userId="c069ce78-7b3e-49df-863c-37cd5cba8d18" providerId="ADAL" clId="{88DB0432-0257-4B9C-AC44-4607F71EAFFD}" dt="2026-01-24T14:14:17.280" v="3202"/>
          <ac:inkMkLst>
            <pc:docMk/>
            <pc:sldMk cId="3875620551" sldId="333"/>
            <ac:inkMk id="97" creationId="{A12D991F-6DB5-276F-8B79-8FB301E1D06C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98" creationId="{FFEB827C-64E3-EE55-C35C-C7EE950E8526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99" creationId="{F75377FC-2281-8204-1267-954C06EE0A9E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0" creationId="{8B76318F-2194-C261-DE33-FACDF027F946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1" creationId="{2142C81B-C364-3698-F91C-C0CE581A6129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2" creationId="{B476F309-7FA9-40CE-18B9-B392F8E0BD76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3" creationId="{A1FAD986-298F-3476-DFBA-2C424384F7C9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4" creationId="{E20D013A-2036-54FE-1482-DED7428929AE}"/>
          </ac:inkMkLst>
        </pc:inkChg>
        <pc:inkChg chg="add del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5" creationId="{08FCA159-2133-391C-C5E9-A769BE83EC31}"/>
          </ac:inkMkLst>
        </pc:inkChg>
        <pc:inkChg chg="add reco">
          <ac:chgData name="MINATI RATH ." userId="c069ce78-7b3e-49df-863c-37cd5cba8d18" providerId="ADAL" clId="{88DB0432-0257-4B9C-AC44-4607F71EAFFD}" dt="2026-01-24T14:14:31.602" v="3211"/>
          <ac:inkMkLst>
            <pc:docMk/>
            <pc:sldMk cId="3875620551" sldId="333"/>
            <ac:inkMk id="106" creationId="{2CC784AA-E4D0-ECAE-7405-EB15FA7F1432}"/>
          </ac:inkMkLst>
        </pc:inkChg>
        <pc:inkChg chg="add del">
          <ac:chgData name="MINATI RATH ." userId="c069ce78-7b3e-49df-863c-37cd5cba8d18" providerId="ADAL" clId="{88DB0432-0257-4B9C-AC44-4607F71EAFFD}" dt="2026-01-24T14:14:41.932" v="3214"/>
          <ac:inkMkLst>
            <pc:docMk/>
            <pc:sldMk cId="3875620551" sldId="333"/>
            <ac:inkMk id="107" creationId="{6D09A30E-D0F3-4E3A-5FEF-6A494E784E3C}"/>
          </ac:inkMkLst>
        </pc:inkChg>
        <pc:inkChg chg="add del">
          <ac:chgData name="MINATI RATH ." userId="c069ce78-7b3e-49df-863c-37cd5cba8d18" providerId="ADAL" clId="{88DB0432-0257-4B9C-AC44-4607F71EAFFD}" dt="2026-01-24T14:14:41.932" v="3214"/>
          <ac:inkMkLst>
            <pc:docMk/>
            <pc:sldMk cId="3875620551" sldId="333"/>
            <ac:inkMk id="108" creationId="{9780B2E9-73AE-BCF7-0335-1C8BADA1E235}"/>
          </ac:inkMkLst>
        </pc:inkChg>
        <pc:inkChg chg="add reco">
          <ac:chgData name="MINATI RATH ." userId="c069ce78-7b3e-49df-863c-37cd5cba8d18" providerId="ADAL" clId="{88DB0432-0257-4B9C-AC44-4607F71EAFFD}" dt="2026-01-24T14:14:41.932" v="3214"/>
          <ac:inkMkLst>
            <pc:docMk/>
            <pc:sldMk cId="3875620551" sldId="333"/>
            <ac:inkMk id="109" creationId="{8273E085-CD49-07FB-47CE-B79CB7D9A387}"/>
          </ac:inkMkLst>
        </pc:inkChg>
        <pc:inkChg chg="add del">
          <ac:chgData name="MINATI RATH ." userId="c069ce78-7b3e-49df-863c-37cd5cba8d18" providerId="ADAL" clId="{88DB0432-0257-4B9C-AC44-4607F71EAFFD}" dt="2026-01-24T14:14:48.596" v="3219"/>
          <ac:inkMkLst>
            <pc:docMk/>
            <pc:sldMk cId="3875620551" sldId="333"/>
            <ac:inkMk id="110" creationId="{D0C6128C-1714-8FF9-B674-AA540283170F}"/>
          </ac:inkMkLst>
        </pc:inkChg>
        <pc:inkChg chg="add del">
          <ac:chgData name="MINATI RATH ." userId="c069ce78-7b3e-49df-863c-37cd5cba8d18" providerId="ADAL" clId="{88DB0432-0257-4B9C-AC44-4607F71EAFFD}" dt="2026-01-24T14:14:48.596" v="3219"/>
          <ac:inkMkLst>
            <pc:docMk/>
            <pc:sldMk cId="3875620551" sldId="333"/>
            <ac:inkMk id="111" creationId="{3E322ADB-6825-3407-69E1-4CD2D1DF5095}"/>
          </ac:inkMkLst>
        </pc:inkChg>
        <pc:inkChg chg="add del">
          <ac:chgData name="MINATI RATH ." userId="c069ce78-7b3e-49df-863c-37cd5cba8d18" providerId="ADAL" clId="{88DB0432-0257-4B9C-AC44-4607F71EAFFD}" dt="2026-01-24T14:14:48.596" v="3219"/>
          <ac:inkMkLst>
            <pc:docMk/>
            <pc:sldMk cId="3875620551" sldId="333"/>
            <ac:inkMk id="112" creationId="{0C4446CE-5F8D-F829-D1EE-C4EE0FBE2A31}"/>
          </ac:inkMkLst>
        </pc:inkChg>
        <pc:inkChg chg="add del">
          <ac:chgData name="MINATI RATH ." userId="c069ce78-7b3e-49df-863c-37cd5cba8d18" providerId="ADAL" clId="{88DB0432-0257-4B9C-AC44-4607F71EAFFD}" dt="2026-01-24T14:14:48.596" v="3219"/>
          <ac:inkMkLst>
            <pc:docMk/>
            <pc:sldMk cId="3875620551" sldId="333"/>
            <ac:inkMk id="113" creationId="{8A81D5A6-36FD-B6DA-0F32-F604417BE3A6}"/>
          </ac:inkMkLst>
        </pc:inkChg>
        <pc:inkChg chg="add reco">
          <ac:chgData name="MINATI RATH ." userId="c069ce78-7b3e-49df-863c-37cd5cba8d18" providerId="ADAL" clId="{88DB0432-0257-4B9C-AC44-4607F71EAFFD}" dt="2026-01-24T14:14:48.596" v="3219"/>
          <ac:inkMkLst>
            <pc:docMk/>
            <pc:sldMk cId="3875620551" sldId="333"/>
            <ac:inkMk id="114" creationId="{7A661119-8F0A-D9AB-7030-BDA7B9455408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15" creationId="{02E05B77-F079-664C-B0F9-49785E6FC894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16" creationId="{4D686CAC-40C1-4998-7869-D0FE24C048E7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17" creationId="{E2EDB7F2-5BC0-A19B-C138-98578AA39942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18" creationId="{F949FC7B-DC23-D009-764C-FB4925FD6C2D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19" creationId="{1F50030E-F0A8-74C5-9149-C1ACA915F888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20" creationId="{1E07F0D0-464E-1666-827B-B6CCA5D75BB9}"/>
          </ac:inkMkLst>
        </pc:inkChg>
        <pc:inkChg chg="add del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21" creationId="{73C8E6CC-D1A6-A865-8FA5-CD18D4B38016}"/>
          </ac:inkMkLst>
        </pc:inkChg>
        <pc:inkChg chg="add reco">
          <ac:chgData name="MINATI RATH ." userId="c069ce78-7b3e-49df-863c-37cd5cba8d18" providerId="ADAL" clId="{88DB0432-0257-4B9C-AC44-4607F71EAFFD}" dt="2026-01-24T14:14:57.464" v="3227"/>
          <ac:inkMkLst>
            <pc:docMk/>
            <pc:sldMk cId="3875620551" sldId="333"/>
            <ac:inkMk id="122" creationId="{3C74122C-8C02-D54D-6504-B710DA3AB1E7}"/>
          </ac:inkMkLst>
        </pc:inkChg>
        <pc:inkChg chg="add">
          <ac:chgData name="MINATI RATH ." userId="c069ce78-7b3e-49df-863c-37cd5cba8d18" providerId="ADAL" clId="{88DB0432-0257-4B9C-AC44-4607F71EAFFD}" dt="2026-01-24T14:15:10.947" v="3231"/>
          <ac:inkMkLst>
            <pc:docMk/>
            <pc:sldMk cId="3875620551" sldId="333"/>
            <ac:inkMk id="123" creationId="{8C181D77-794A-4BAF-D282-4535FA3F1F55}"/>
          </ac:inkMkLst>
        </pc:inkChg>
        <pc:inkChg chg="add">
          <ac:chgData name="MINATI RATH ." userId="c069ce78-7b3e-49df-863c-37cd5cba8d18" providerId="ADAL" clId="{88DB0432-0257-4B9C-AC44-4607F71EAFFD}" dt="2026-01-24T14:15:11.495" v="3232"/>
          <ac:inkMkLst>
            <pc:docMk/>
            <pc:sldMk cId="3875620551" sldId="333"/>
            <ac:inkMk id="124" creationId="{B6C513B7-68F0-2A30-A0E9-283DF1CD0E01}"/>
          </ac:inkMkLst>
        </pc:inkChg>
        <pc:inkChg chg="add">
          <ac:chgData name="MINATI RATH ." userId="c069ce78-7b3e-49df-863c-37cd5cba8d18" providerId="ADAL" clId="{88DB0432-0257-4B9C-AC44-4607F71EAFFD}" dt="2026-01-24T14:15:12.200" v="3233"/>
          <ac:inkMkLst>
            <pc:docMk/>
            <pc:sldMk cId="3875620551" sldId="333"/>
            <ac:inkMk id="125" creationId="{BA1E203D-61A2-7D89-2A70-F412DD93F865}"/>
          </ac:inkMkLst>
        </pc:inkChg>
        <pc:inkChg chg="add">
          <ac:chgData name="MINATI RATH ." userId="c069ce78-7b3e-49df-863c-37cd5cba8d18" providerId="ADAL" clId="{88DB0432-0257-4B9C-AC44-4607F71EAFFD}" dt="2026-01-24T14:15:12.485" v="3234"/>
          <ac:inkMkLst>
            <pc:docMk/>
            <pc:sldMk cId="3875620551" sldId="333"/>
            <ac:inkMk id="126" creationId="{58E0FDF6-5BB1-827A-01A6-184EEBD80FC9}"/>
          </ac:inkMkLst>
        </pc:inkChg>
        <pc:inkChg chg="add">
          <ac:chgData name="MINATI RATH ." userId="c069ce78-7b3e-49df-863c-37cd5cba8d18" providerId="ADAL" clId="{88DB0432-0257-4B9C-AC44-4607F71EAFFD}" dt="2026-01-24T14:15:20.847" v="3235"/>
          <ac:inkMkLst>
            <pc:docMk/>
            <pc:sldMk cId="3875620551" sldId="333"/>
            <ac:inkMk id="127" creationId="{31F1ABCA-89AE-6EE5-6D38-0716641A72C0}"/>
          </ac:inkMkLst>
        </pc:inkChg>
        <pc:inkChg chg="add del">
          <ac:chgData name="MINATI RATH ." userId="c069ce78-7b3e-49df-863c-37cd5cba8d18" providerId="ADAL" clId="{88DB0432-0257-4B9C-AC44-4607F71EAFFD}" dt="2026-01-24T14:15:24.775" v="3238"/>
          <ac:inkMkLst>
            <pc:docMk/>
            <pc:sldMk cId="3875620551" sldId="333"/>
            <ac:inkMk id="128" creationId="{0D115EB9-F939-83EE-97CF-6B70120FC1E5}"/>
          </ac:inkMkLst>
        </pc:inkChg>
        <pc:inkChg chg="add del">
          <ac:chgData name="MINATI RATH ." userId="c069ce78-7b3e-49df-863c-37cd5cba8d18" providerId="ADAL" clId="{88DB0432-0257-4B9C-AC44-4607F71EAFFD}" dt="2026-01-24T14:15:24.775" v="3238"/>
          <ac:inkMkLst>
            <pc:docMk/>
            <pc:sldMk cId="3875620551" sldId="333"/>
            <ac:inkMk id="129" creationId="{85FE4DE2-2B1F-6067-DE28-945C86E9EC97}"/>
          </ac:inkMkLst>
        </pc:inkChg>
        <pc:inkChg chg="add reco">
          <ac:chgData name="MINATI RATH ." userId="c069ce78-7b3e-49df-863c-37cd5cba8d18" providerId="ADAL" clId="{88DB0432-0257-4B9C-AC44-4607F71EAFFD}" dt="2026-01-24T14:15:24.775" v="3238"/>
          <ac:inkMkLst>
            <pc:docMk/>
            <pc:sldMk cId="3875620551" sldId="333"/>
            <ac:inkMk id="130" creationId="{D88E9C44-FAE0-C881-CAED-DC884383F504}"/>
          </ac:inkMkLst>
        </pc:inkChg>
        <pc:inkChg chg="add del">
          <ac:chgData name="MINATI RATH ." userId="c069ce78-7b3e-49df-863c-37cd5cba8d18" providerId="ADAL" clId="{88DB0432-0257-4B9C-AC44-4607F71EAFFD}" dt="2026-01-24T14:15:39.410" v="3241"/>
          <ac:inkMkLst>
            <pc:docMk/>
            <pc:sldMk cId="3875620551" sldId="333"/>
            <ac:inkMk id="131" creationId="{C4F87BDF-7032-D1C0-07C5-7FF3AE93DFDC}"/>
          </ac:inkMkLst>
        </pc:inkChg>
        <pc:inkChg chg="add del">
          <ac:chgData name="MINATI RATH ." userId="c069ce78-7b3e-49df-863c-37cd5cba8d18" providerId="ADAL" clId="{88DB0432-0257-4B9C-AC44-4607F71EAFFD}" dt="2026-01-24T14:15:39.410" v="3241"/>
          <ac:inkMkLst>
            <pc:docMk/>
            <pc:sldMk cId="3875620551" sldId="333"/>
            <ac:inkMk id="132" creationId="{65349554-6A0B-B31C-47BE-E9339ADE1FEA}"/>
          </ac:inkMkLst>
        </pc:inkChg>
        <pc:inkChg chg="add reco">
          <ac:chgData name="MINATI RATH ." userId="c069ce78-7b3e-49df-863c-37cd5cba8d18" providerId="ADAL" clId="{88DB0432-0257-4B9C-AC44-4607F71EAFFD}" dt="2026-01-24T14:15:39.410" v="3241"/>
          <ac:inkMkLst>
            <pc:docMk/>
            <pc:sldMk cId="3875620551" sldId="333"/>
            <ac:inkMk id="133" creationId="{8E6E86CB-B5F1-471E-C322-C852C95B76BB}"/>
          </ac:inkMkLst>
        </pc:inkChg>
        <pc:inkChg chg="add">
          <ac:chgData name="MINATI RATH ." userId="c069ce78-7b3e-49df-863c-37cd5cba8d18" providerId="ADAL" clId="{88DB0432-0257-4B9C-AC44-4607F71EAFFD}" dt="2026-01-24T14:15:39.910" v="3242"/>
          <ac:inkMkLst>
            <pc:docMk/>
            <pc:sldMk cId="3875620551" sldId="333"/>
            <ac:inkMk id="134" creationId="{6F0C5443-B288-1659-8BF0-1ABAE4FC0EEB}"/>
          </ac:inkMkLst>
        </pc:inkChg>
        <pc:inkChg chg="add del">
          <ac:chgData name="MINATI RATH ." userId="c069ce78-7b3e-49df-863c-37cd5cba8d18" providerId="ADAL" clId="{88DB0432-0257-4B9C-AC44-4607F71EAFFD}" dt="2026-01-24T14:15:44.127" v="3246"/>
          <ac:inkMkLst>
            <pc:docMk/>
            <pc:sldMk cId="3875620551" sldId="333"/>
            <ac:inkMk id="135" creationId="{363D262C-9D23-0B5F-C778-F2FBFD3BEC78}"/>
          </ac:inkMkLst>
        </pc:inkChg>
        <pc:inkChg chg="add del">
          <ac:chgData name="MINATI RATH ." userId="c069ce78-7b3e-49df-863c-37cd5cba8d18" providerId="ADAL" clId="{88DB0432-0257-4B9C-AC44-4607F71EAFFD}" dt="2026-01-24T14:15:44.127" v="3246"/>
          <ac:inkMkLst>
            <pc:docMk/>
            <pc:sldMk cId="3875620551" sldId="333"/>
            <ac:inkMk id="136" creationId="{4EDED89D-61FB-5B92-217B-5B724C27C020}"/>
          </ac:inkMkLst>
        </pc:inkChg>
        <pc:inkChg chg="add del">
          <ac:chgData name="MINATI RATH ." userId="c069ce78-7b3e-49df-863c-37cd5cba8d18" providerId="ADAL" clId="{88DB0432-0257-4B9C-AC44-4607F71EAFFD}" dt="2026-01-24T14:15:44.127" v="3246"/>
          <ac:inkMkLst>
            <pc:docMk/>
            <pc:sldMk cId="3875620551" sldId="333"/>
            <ac:inkMk id="137" creationId="{96B2888B-F54A-5A64-70DA-ADF53D305E74}"/>
          </ac:inkMkLst>
        </pc:inkChg>
        <pc:inkChg chg="add reco">
          <ac:chgData name="MINATI RATH ." userId="c069ce78-7b3e-49df-863c-37cd5cba8d18" providerId="ADAL" clId="{88DB0432-0257-4B9C-AC44-4607F71EAFFD}" dt="2026-01-24T14:15:44.127" v="3246"/>
          <ac:inkMkLst>
            <pc:docMk/>
            <pc:sldMk cId="3875620551" sldId="333"/>
            <ac:inkMk id="138" creationId="{70E8CBF4-ECD9-860B-B4E1-5EE9C7312FAD}"/>
          </ac:inkMkLst>
        </pc:inkChg>
        <pc:inkChg chg="add del">
          <ac:chgData name="MINATI RATH ." userId="c069ce78-7b3e-49df-863c-37cd5cba8d18" providerId="ADAL" clId="{88DB0432-0257-4B9C-AC44-4607F71EAFFD}" dt="2026-01-24T14:15:47.240" v="3251"/>
          <ac:inkMkLst>
            <pc:docMk/>
            <pc:sldMk cId="3875620551" sldId="333"/>
            <ac:inkMk id="139" creationId="{9F7C2BC6-0A90-D26B-140F-F0605D693691}"/>
          </ac:inkMkLst>
        </pc:inkChg>
        <pc:inkChg chg="add del">
          <ac:chgData name="MINATI RATH ." userId="c069ce78-7b3e-49df-863c-37cd5cba8d18" providerId="ADAL" clId="{88DB0432-0257-4B9C-AC44-4607F71EAFFD}" dt="2026-01-24T14:15:47.240" v="3251"/>
          <ac:inkMkLst>
            <pc:docMk/>
            <pc:sldMk cId="3875620551" sldId="333"/>
            <ac:inkMk id="140" creationId="{FD81DF6A-D5B5-D2C3-A1ED-7C134893A721}"/>
          </ac:inkMkLst>
        </pc:inkChg>
        <pc:inkChg chg="add del">
          <ac:chgData name="MINATI RATH ." userId="c069ce78-7b3e-49df-863c-37cd5cba8d18" providerId="ADAL" clId="{88DB0432-0257-4B9C-AC44-4607F71EAFFD}" dt="2026-01-24T14:15:47.240" v="3251"/>
          <ac:inkMkLst>
            <pc:docMk/>
            <pc:sldMk cId="3875620551" sldId="333"/>
            <ac:inkMk id="141" creationId="{0947CD97-42D3-D3F8-F75A-68FCCF9F795A}"/>
          </ac:inkMkLst>
        </pc:inkChg>
        <pc:inkChg chg="add del">
          <ac:chgData name="MINATI RATH ." userId="c069ce78-7b3e-49df-863c-37cd5cba8d18" providerId="ADAL" clId="{88DB0432-0257-4B9C-AC44-4607F71EAFFD}" dt="2026-01-24T14:15:47.240" v="3251"/>
          <ac:inkMkLst>
            <pc:docMk/>
            <pc:sldMk cId="3875620551" sldId="333"/>
            <ac:inkMk id="142" creationId="{4FE84D50-8F20-3145-498E-F09CAF0575E9}"/>
          </ac:inkMkLst>
        </pc:inkChg>
        <pc:inkChg chg="add reco">
          <ac:chgData name="MINATI RATH ." userId="c069ce78-7b3e-49df-863c-37cd5cba8d18" providerId="ADAL" clId="{88DB0432-0257-4B9C-AC44-4607F71EAFFD}" dt="2026-01-24T14:15:47.240" v="3251"/>
          <ac:inkMkLst>
            <pc:docMk/>
            <pc:sldMk cId="3875620551" sldId="333"/>
            <ac:inkMk id="143" creationId="{093CA0CA-5ACD-E5C8-488E-C55049FD3386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4" creationId="{6D162D93-89F2-6FBE-B345-29B171954671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5" creationId="{0754275F-FA63-1CD0-B3CB-07DD0A926A33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6" creationId="{D2F62925-6670-CFD4-3601-BF1A32B00A7F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7" creationId="{A2D83CEC-83AD-933B-414F-357A2706813D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8" creationId="{33D7ACBA-24C1-6C3B-0F8D-1E7F640A6701}"/>
          </ac:inkMkLst>
        </pc:inkChg>
        <pc:inkChg chg="add del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49" creationId="{DE65A0FE-7594-A7B9-0285-98FE49E8B996}"/>
          </ac:inkMkLst>
        </pc:inkChg>
        <pc:inkChg chg="add reco">
          <ac:chgData name="MINATI RATH ." userId="c069ce78-7b3e-49df-863c-37cd5cba8d18" providerId="ADAL" clId="{88DB0432-0257-4B9C-AC44-4607F71EAFFD}" dt="2026-01-24T14:15:52.044" v="3258"/>
          <ac:inkMkLst>
            <pc:docMk/>
            <pc:sldMk cId="3875620551" sldId="333"/>
            <ac:inkMk id="150" creationId="{DD2338DA-6C77-3883-3B80-ADB277C57726}"/>
          </ac:inkMkLst>
        </pc:inkChg>
        <pc:inkChg chg="add">
          <ac:chgData name="MINATI RATH ." userId="c069ce78-7b3e-49df-863c-37cd5cba8d18" providerId="ADAL" clId="{88DB0432-0257-4B9C-AC44-4607F71EAFFD}" dt="2026-01-24T14:15:57.678" v="3259"/>
          <ac:inkMkLst>
            <pc:docMk/>
            <pc:sldMk cId="3875620551" sldId="333"/>
            <ac:inkMk id="151" creationId="{084D1E13-3F78-39BA-265D-1166526D6726}"/>
          </ac:inkMkLst>
        </pc:inkChg>
        <pc:inkChg chg="add">
          <ac:chgData name="MINATI RATH ." userId="c069ce78-7b3e-49df-863c-37cd5cba8d18" providerId="ADAL" clId="{88DB0432-0257-4B9C-AC44-4607F71EAFFD}" dt="2026-01-24T14:15:58.512" v="3260"/>
          <ac:inkMkLst>
            <pc:docMk/>
            <pc:sldMk cId="3875620551" sldId="333"/>
            <ac:inkMk id="152" creationId="{051922B4-C834-B6D1-02D9-A7858DBF0566}"/>
          </ac:inkMkLst>
        </pc:inkChg>
        <pc:inkChg chg="add del">
          <ac:chgData name="MINATI RATH ." userId="c069ce78-7b3e-49df-863c-37cd5cba8d18" providerId="ADAL" clId="{88DB0432-0257-4B9C-AC44-4607F71EAFFD}" dt="2026-01-24T14:16:01.342" v="3263"/>
          <ac:inkMkLst>
            <pc:docMk/>
            <pc:sldMk cId="3875620551" sldId="333"/>
            <ac:inkMk id="153" creationId="{D1099ECC-896F-0B2F-813B-21EA241ECF7E}"/>
          </ac:inkMkLst>
        </pc:inkChg>
        <pc:inkChg chg="add del">
          <ac:chgData name="MINATI RATH ." userId="c069ce78-7b3e-49df-863c-37cd5cba8d18" providerId="ADAL" clId="{88DB0432-0257-4B9C-AC44-4607F71EAFFD}" dt="2026-01-24T14:16:01.342" v="3263"/>
          <ac:inkMkLst>
            <pc:docMk/>
            <pc:sldMk cId="3875620551" sldId="333"/>
            <ac:inkMk id="154" creationId="{2E56344D-A601-A7EA-D907-807A5FFF6F04}"/>
          </ac:inkMkLst>
        </pc:inkChg>
        <pc:inkChg chg="add reco">
          <ac:chgData name="MINATI RATH ." userId="c069ce78-7b3e-49df-863c-37cd5cba8d18" providerId="ADAL" clId="{88DB0432-0257-4B9C-AC44-4607F71EAFFD}" dt="2026-01-24T14:16:01.342" v="3263"/>
          <ac:inkMkLst>
            <pc:docMk/>
            <pc:sldMk cId="3875620551" sldId="333"/>
            <ac:inkMk id="155" creationId="{B9B1DE65-DAE0-17C9-38F7-B75701BE14D2}"/>
          </ac:inkMkLst>
        </pc:inkChg>
        <pc:inkChg chg="add">
          <ac:chgData name="MINATI RATH ." userId="c069ce78-7b3e-49df-863c-37cd5cba8d18" providerId="ADAL" clId="{88DB0432-0257-4B9C-AC44-4607F71EAFFD}" dt="2026-01-24T14:16:05.596" v="3264"/>
          <ac:inkMkLst>
            <pc:docMk/>
            <pc:sldMk cId="3875620551" sldId="333"/>
            <ac:inkMk id="156" creationId="{94B74A0A-39F8-54BE-416A-1CD90A33FC2A}"/>
          </ac:inkMkLst>
        </pc:inkChg>
      </pc:sldChg>
      <pc:sldChg chg="addSp delSp mod">
        <pc:chgData name="MINATI RATH ." userId="c069ce78-7b3e-49df-863c-37cd5cba8d18" providerId="ADAL" clId="{88DB0432-0257-4B9C-AC44-4607F71EAFFD}" dt="2026-01-24T14:03:59.749" v="2963"/>
        <pc:sldMkLst>
          <pc:docMk/>
          <pc:sldMk cId="1772735502" sldId="336"/>
        </pc:sldMkLst>
        <pc:inkChg chg="add del">
          <ac:chgData name="MINATI RATH ." userId="c069ce78-7b3e-49df-863c-37cd5cba8d18" providerId="ADAL" clId="{88DB0432-0257-4B9C-AC44-4607F71EAFFD}" dt="2026-01-24T14:02:50.176" v="2932"/>
          <ac:inkMkLst>
            <pc:docMk/>
            <pc:sldMk cId="1772735502" sldId="336"/>
            <ac:inkMk id="3" creationId="{7AC65EEF-CD50-95A7-DE0C-E3E40DE0098B}"/>
          </ac:inkMkLst>
        </pc:inkChg>
        <pc:inkChg chg="add del">
          <ac:chgData name="MINATI RATH ." userId="c069ce78-7b3e-49df-863c-37cd5cba8d18" providerId="ADAL" clId="{88DB0432-0257-4B9C-AC44-4607F71EAFFD}" dt="2026-01-24T14:02:50.176" v="2932"/>
          <ac:inkMkLst>
            <pc:docMk/>
            <pc:sldMk cId="1772735502" sldId="336"/>
            <ac:inkMk id="4" creationId="{836DC636-A309-F06D-DA03-30877895E1AE}"/>
          </ac:inkMkLst>
        </pc:inkChg>
        <pc:inkChg chg="add reco">
          <ac:chgData name="MINATI RATH ." userId="c069ce78-7b3e-49df-863c-37cd5cba8d18" providerId="ADAL" clId="{88DB0432-0257-4B9C-AC44-4607F71EAFFD}" dt="2026-01-24T14:02:50.176" v="2932"/>
          <ac:inkMkLst>
            <pc:docMk/>
            <pc:sldMk cId="1772735502" sldId="336"/>
            <ac:inkMk id="5" creationId="{8088EED6-2E80-1FBB-BBDC-491C39520FD3}"/>
          </ac:inkMkLst>
        </pc:inkChg>
        <pc:inkChg chg="add">
          <ac:chgData name="MINATI RATH ." userId="c069ce78-7b3e-49df-863c-37cd5cba8d18" providerId="ADAL" clId="{88DB0432-0257-4B9C-AC44-4607F71EAFFD}" dt="2026-01-24T14:03:08.331" v="2933"/>
          <ac:inkMkLst>
            <pc:docMk/>
            <pc:sldMk cId="1772735502" sldId="336"/>
            <ac:inkMk id="6" creationId="{4B2F27D3-4D98-B335-BDD2-C70AA9A12875}"/>
          </ac:inkMkLst>
        </pc:inkChg>
        <pc:inkChg chg="add">
          <ac:chgData name="MINATI RATH ." userId="c069ce78-7b3e-49df-863c-37cd5cba8d18" providerId="ADAL" clId="{88DB0432-0257-4B9C-AC44-4607F71EAFFD}" dt="2026-01-24T14:03:09.915" v="2934"/>
          <ac:inkMkLst>
            <pc:docMk/>
            <pc:sldMk cId="1772735502" sldId="336"/>
            <ac:inkMk id="7" creationId="{C9A4F412-B26D-8B94-7615-5F4AF8463D00}"/>
          </ac:inkMkLst>
        </pc:inkChg>
        <pc:inkChg chg="add">
          <ac:chgData name="MINATI RATH ." userId="c069ce78-7b3e-49df-863c-37cd5cba8d18" providerId="ADAL" clId="{88DB0432-0257-4B9C-AC44-4607F71EAFFD}" dt="2026-01-24T14:03:21.647" v="2935"/>
          <ac:inkMkLst>
            <pc:docMk/>
            <pc:sldMk cId="1772735502" sldId="336"/>
            <ac:inkMk id="8" creationId="{419E64A5-9C90-B24B-D83E-E93A90486C85}"/>
          </ac:inkMkLst>
        </pc:inkChg>
        <pc:inkChg chg="add">
          <ac:chgData name="MINATI RATH ." userId="c069ce78-7b3e-49df-863c-37cd5cba8d18" providerId="ADAL" clId="{88DB0432-0257-4B9C-AC44-4607F71EAFFD}" dt="2026-01-24T14:03:23.756" v="2936"/>
          <ac:inkMkLst>
            <pc:docMk/>
            <pc:sldMk cId="1772735502" sldId="336"/>
            <ac:inkMk id="9" creationId="{E5F549CD-7162-E0BB-973C-E37319C25600}"/>
          </ac:inkMkLst>
        </pc:inkChg>
        <pc:inkChg chg="add">
          <ac:chgData name="MINATI RATH ." userId="c069ce78-7b3e-49df-863c-37cd5cba8d18" providerId="ADAL" clId="{88DB0432-0257-4B9C-AC44-4607F71EAFFD}" dt="2026-01-24T14:03:29.445" v="2937"/>
          <ac:inkMkLst>
            <pc:docMk/>
            <pc:sldMk cId="1772735502" sldId="336"/>
            <ac:inkMk id="10" creationId="{4A3B79D1-D5CC-45A6-094C-31A1042FAC64}"/>
          </ac:inkMkLst>
        </pc:inkChg>
        <pc:inkChg chg="add del">
          <ac:chgData name="MINATI RATH ." userId="c069ce78-7b3e-49df-863c-37cd5cba8d18" providerId="ADAL" clId="{88DB0432-0257-4B9C-AC44-4607F71EAFFD}" dt="2026-01-24T14:03:33.541" v="2940"/>
          <ac:inkMkLst>
            <pc:docMk/>
            <pc:sldMk cId="1772735502" sldId="336"/>
            <ac:inkMk id="11" creationId="{505286E1-D2DE-84FA-CAF9-7D42B3B1E8F3}"/>
          </ac:inkMkLst>
        </pc:inkChg>
        <pc:inkChg chg="add del">
          <ac:chgData name="MINATI RATH ." userId="c069ce78-7b3e-49df-863c-37cd5cba8d18" providerId="ADAL" clId="{88DB0432-0257-4B9C-AC44-4607F71EAFFD}" dt="2026-01-24T14:03:33.541" v="2940"/>
          <ac:inkMkLst>
            <pc:docMk/>
            <pc:sldMk cId="1772735502" sldId="336"/>
            <ac:inkMk id="12" creationId="{02F6341F-EF1D-E9B3-D4D7-8B58238899C5}"/>
          </ac:inkMkLst>
        </pc:inkChg>
        <pc:inkChg chg="add reco">
          <ac:chgData name="MINATI RATH ." userId="c069ce78-7b3e-49df-863c-37cd5cba8d18" providerId="ADAL" clId="{88DB0432-0257-4B9C-AC44-4607F71EAFFD}" dt="2026-01-24T14:03:33.541" v="2940"/>
          <ac:inkMkLst>
            <pc:docMk/>
            <pc:sldMk cId="1772735502" sldId="336"/>
            <ac:inkMk id="13" creationId="{8C274B4C-C7E8-3AE4-FDB9-7311A1C1CE81}"/>
          </ac:inkMkLst>
        </pc:inkChg>
        <pc:inkChg chg="add">
          <ac:chgData name="MINATI RATH ." userId="c069ce78-7b3e-49df-863c-37cd5cba8d18" providerId="ADAL" clId="{88DB0432-0257-4B9C-AC44-4607F71EAFFD}" dt="2026-01-24T14:03:36.137" v="2941"/>
          <ac:inkMkLst>
            <pc:docMk/>
            <pc:sldMk cId="1772735502" sldId="336"/>
            <ac:inkMk id="14" creationId="{E66AB176-B7EC-65AB-8969-6714DDF75BCA}"/>
          </ac:inkMkLst>
        </pc:inkChg>
        <pc:inkChg chg="add">
          <ac:chgData name="MINATI RATH ." userId="c069ce78-7b3e-49df-863c-37cd5cba8d18" providerId="ADAL" clId="{88DB0432-0257-4B9C-AC44-4607F71EAFFD}" dt="2026-01-24T14:03:37.628" v="2942"/>
          <ac:inkMkLst>
            <pc:docMk/>
            <pc:sldMk cId="1772735502" sldId="336"/>
            <ac:inkMk id="15" creationId="{8A7645F3-E3F8-7A3F-AB98-71C01A541D98}"/>
          </ac:inkMkLst>
        </pc:inkChg>
        <pc:inkChg chg="add">
          <ac:chgData name="MINATI RATH ." userId="c069ce78-7b3e-49df-863c-37cd5cba8d18" providerId="ADAL" clId="{88DB0432-0257-4B9C-AC44-4607F71EAFFD}" dt="2026-01-24T14:03:39.080" v="2943"/>
          <ac:inkMkLst>
            <pc:docMk/>
            <pc:sldMk cId="1772735502" sldId="336"/>
            <ac:inkMk id="16" creationId="{CBEE7F98-607B-57D2-0D66-C76E8D2A7439}"/>
          </ac:inkMkLst>
        </pc:inkChg>
        <pc:inkChg chg="add">
          <ac:chgData name="MINATI RATH ." userId="c069ce78-7b3e-49df-863c-37cd5cba8d18" providerId="ADAL" clId="{88DB0432-0257-4B9C-AC44-4607F71EAFFD}" dt="2026-01-24T14:03:41.578" v="2944"/>
          <ac:inkMkLst>
            <pc:docMk/>
            <pc:sldMk cId="1772735502" sldId="336"/>
            <ac:inkMk id="17" creationId="{620DCA4C-ECF3-EF65-D0A0-B581D744330F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18" creationId="{B7B9AD72-E25D-9D94-16A8-17AA00D47E1F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19" creationId="{7EC3DE40-3766-DEEE-64B7-36543FF090D3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0" creationId="{A44849F2-16F7-EC3C-E3CA-B0C84C3E23A2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1" creationId="{A8721B06-68A1-ED1A-65C1-94C80BB43BC0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2" creationId="{960E8F19-1FE3-13D5-BCFC-F95E893099B8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3" creationId="{AC7B84A1-FAD6-6786-ACC2-8BE02CC0C981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4" creationId="{918738DA-7879-262E-E5A4-1B2F0C02DE9D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5" creationId="{EC72681B-4FB4-3C0B-9041-FA9CC3C5C671}"/>
          </ac:inkMkLst>
        </pc:inkChg>
        <pc:inkChg chg="add del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6" creationId="{2E27DA69-1A52-8E88-A26D-C756455B8535}"/>
          </ac:inkMkLst>
        </pc:inkChg>
        <pc:inkChg chg="add reco">
          <ac:chgData name="MINATI RATH ." userId="c069ce78-7b3e-49df-863c-37cd5cba8d18" providerId="ADAL" clId="{88DB0432-0257-4B9C-AC44-4607F71EAFFD}" dt="2026-01-24T14:03:53.023" v="2954"/>
          <ac:inkMkLst>
            <pc:docMk/>
            <pc:sldMk cId="1772735502" sldId="336"/>
            <ac:inkMk id="27" creationId="{EA0331BB-B9FE-FDB3-60DC-C05A1718BE2C}"/>
          </ac:inkMkLst>
        </pc:inkChg>
        <pc:inkChg chg="add del">
          <ac:chgData name="MINATI RATH ." userId="c069ce78-7b3e-49df-863c-37cd5cba8d18" providerId="ADAL" clId="{88DB0432-0257-4B9C-AC44-4607F71EAFFD}" dt="2026-01-24T14:03:55.800" v="2958"/>
          <ac:inkMkLst>
            <pc:docMk/>
            <pc:sldMk cId="1772735502" sldId="336"/>
            <ac:inkMk id="28" creationId="{FDD81D2A-AC9B-ACD1-2C35-F586EE04180B}"/>
          </ac:inkMkLst>
        </pc:inkChg>
        <pc:inkChg chg="add del">
          <ac:chgData name="MINATI RATH ." userId="c069ce78-7b3e-49df-863c-37cd5cba8d18" providerId="ADAL" clId="{88DB0432-0257-4B9C-AC44-4607F71EAFFD}" dt="2026-01-24T14:03:55.800" v="2958"/>
          <ac:inkMkLst>
            <pc:docMk/>
            <pc:sldMk cId="1772735502" sldId="336"/>
            <ac:inkMk id="29" creationId="{DD0E6F40-2C8D-C277-3B87-C89AD6857B1B}"/>
          </ac:inkMkLst>
        </pc:inkChg>
        <pc:inkChg chg="add del">
          <ac:chgData name="MINATI RATH ." userId="c069ce78-7b3e-49df-863c-37cd5cba8d18" providerId="ADAL" clId="{88DB0432-0257-4B9C-AC44-4607F71EAFFD}" dt="2026-01-24T14:03:55.800" v="2958"/>
          <ac:inkMkLst>
            <pc:docMk/>
            <pc:sldMk cId="1772735502" sldId="336"/>
            <ac:inkMk id="30" creationId="{305C69A1-C6F9-4A76-BDA1-0FA7E276C766}"/>
          </ac:inkMkLst>
        </pc:inkChg>
        <pc:inkChg chg="add reco">
          <ac:chgData name="MINATI RATH ." userId="c069ce78-7b3e-49df-863c-37cd5cba8d18" providerId="ADAL" clId="{88DB0432-0257-4B9C-AC44-4607F71EAFFD}" dt="2026-01-24T14:03:55.800" v="2958"/>
          <ac:inkMkLst>
            <pc:docMk/>
            <pc:sldMk cId="1772735502" sldId="336"/>
            <ac:inkMk id="31" creationId="{D9175A8C-2D2C-C639-A018-7A898A634DC6}"/>
          </ac:inkMkLst>
        </pc:inkChg>
        <pc:inkChg chg="add del">
          <ac:chgData name="MINATI RATH ." userId="c069ce78-7b3e-49df-863c-37cd5cba8d18" providerId="ADAL" clId="{88DB0432-0257-4B9C-AC44-4607F71EAFFD}" dt="2026-01-24T14:03:59.749" v="2963"/>
          <ac:inkMkLst>
            <pc:docMk/>
            <pc:sldMk cId="1772735502" sldId="336"/>
            <ac:inkMk id="32" creationId="{97B6E75F-BB8A-E158-689B-38E84DA1C230}"/>
          </ac:inkMkLst>
        </pc:inkChg>
        <pc:inkChg chg="add del">
          <ac:chgData name="MINATI RATH ." userId="c069ce78-7b3e-49df-863c-37cd5cba8d18" providerId="ADAL" clId="{88DB0432-0257-4B9C-AC44-4607F71EAFFD}" dt="2026-01-24T14:03:59.749" v="2963"/>
          <ac:inkMkLst>
            <pc:docMk/>
            <pc:sldMk cId="1772735502" sldId="336"/>
            <ac:inkMk id="33" creationId="{FF8DAB66-D062-1FEC-8DE2-4040A2AF983F}"/>
          </ac:inkMkLst>
        </pc:inkChg>
        <pc:inkChg chg="add del">
          <ac:chgData name="MINATI RATH ." userId="c069ce78-7b3e-49df-863c-37cd5cba8d18" providerId="ADAL" clId="{88DB0432-0257-4B9C-AC44-4607F71EAFFD}" dt="2026-01-24T14:03:59.749" v="2963"/>
          <ac:inkMkLst>
            <pc:docMk/>
            <pc:sldMk cId="1772735502" sldId="336"/>
            <ac:inkMk id="34" creationId="{88FF8CAA-8BB7-EC0A-DCE0-9514FDF62030}"/>
          </ac:inkMkLst>
        </pc:inkChg>
        <pc:inkChg chg="add del">
          <ac:chgData name="MINATI RATH ." userId="c069ce78-7b3e-49df-863c-37cd5cba8d18" providerId="ADAL" clId="{88DB0432-0257-4B9C-AC44-4607F71EAFFD}" dt="2026-01-24T14:03:59.749" v="2963"/>
          <ac:inkMkLst>
            <pc:docMk/>
            <pc:sldMk cId="1772735502" sldId="336"/>
            <ac:inkMk id="35" creationId="{8EAE266A-0B10-0407-0504-299C686BA922}"/>
          </ac:inkMkLst>
        </pc:inkChg>
        <pc:inkChg chg="add reco">
          <ac:chgData name="MINATI RATH ." userId="c069ce78-7b3e-49df-863c-37cd5cba8d18" providerId="ADAL" clId="{88DB0432-0257-4B9C-AC44-4607F71EAFFD}" dt="2026-01-24T14:03:59.749" v="2963"/>
          <ac:inkMkLst>
            <pc:docMk/>
            <pc:sldMk cId="1772735502" sldId="336"/>
            <ac:inkMk id="36" creationId="{7869A18D-ED50-0FA5-061D-839894D015F8}"/>
          </ac:inkMkLst>
        </pc:inkChg>
      </pc:sldChg>
      <pc:sldChg chg="addSp delSp mod">
        <pc:chgData name="MINATI RATH ." userId="c069ce78-7b3e-49df-863c-37cd5cba8d18" providerId="ADAL" clId="{88DB0432-0257-4B9C-AC44-4607F71EAFFD}" dt="2026-01-24T13:44:18.924" v="2265"/>
        <pc:sldMkLst>
          <pc:docMk/>
          <pc:sldMk cId="4007404654" sldId="339"/>
        </pc:sldMkLst>
        <pc:inkChg chg="add del">
          <ac:chgData name="MINATI RATH ." userId="c069ce78-7b3e-49df-863c-37cd5cba8d18" providerId="ADAL" clId="{88DB0432-0257-4B9C-AC44-4607F71EAFFD}" dt="2026-01-24T13:44:08.585" v="2260"/>
          <ac:inkMkLst>
            <pc:docMk/>
            <pc:sldMk cId="4007404654" sldId="339"/>
            <ac:inkMk id="4" creationId="{392DB2C2-C572-961C-5928-818AE4C9FE72}"/>
          </ac:inkMkLst>
        </pc:inkChg>
        <pc:inkChg chg="add del">
          <ac:chgData name="MINATI RATH ." userId="c069ce78-7b3e-49df-863c-37cd5cba8d18" providerId="ADAL" clId="{88DB0432-0257-4B9C-AC44-4607F71EAFFD}" dt="2026-01-24T13:44:08.585" v="2260"/>
          <ac:inkMkLst>
            <pc:docMk/>
            <pc:sldMk cId="4007404654" sldId="339"/>
            <ac:inkMk id="6" creationId="{15563FB6-2448-AABF-15B8-A9CA9D56B94E}"/>
          </ac:inkMkLst>
        </pc:inkChg>
        <pc:inkChg chg="add reco">
          <ac:chgData name="MINATI RATH ." userId="c069ce78-7b3e-49df-863c-37cd5cba8d18" providerId="ADAL" clId="{88DB0432-0257-4B9C-AC44-4607F71EAFFD}" dt="2026-01-24T13:44:08.585" v="2260"/>
          <ac:inkMkLst>
            <pc:docMk/>
            <pc:sldMk cId="4007404654" sldId="339"/>
            <ac:inkMk id="7" creationId="{6F02D360-C03D-C2B2-6F60-266AEA6AE99A}"/>
          </ac:inkMkLst>
        </pc:inkChg>
        <pc:inkChg chg="add">
          <ac:chgData name="MINATI RATH ." userId="c069ce78-7b3e-49df-863c-37cd5cba8d18" providerId="ADAL" clId="{88DB0432-0257-4B9C-AC44-4607F71EAFFD}" dt="2026-01-24T13:44:12.435" v="2261"/>
          <ac:inkMkLst>
            <pc:docMk/>
            <pc:sldMk cId="4007404654" sldId="339"/>
            <ac:inkMk id="8" creationId="{5D11872E-ABDE-90F3-2B03-FA64DE821E49}"/>
          </ac:inkMkLst>
        </pc:inkChg>
        <pc:inkChg chg="add del">
          <ac:chgData name="MINATI RATH ." userId="c069ce78-7b3e-49df-863c-37cd5cba8d18" providerId="ADAL" clId="{88DB0432-0257-4B9C-AC44-4607F71EAFFD}" dt="2026-01-24T13:44:18.311" v="2264"/>
          <ac:inkMkLst>
            <pc:docMk/>
            <pc:sldMk cId="4007404654" sldId="339"/>
            <ac:inkMk id="9" creationId="{ACEF1F1B-CD95-9CC0-FF75-2B1E0AA33471}"/>
          </ac:inkMkLst>
        </pc:inkChg>
        <pc:inkChg chg="add del">
          <ac:chgData name="MINATI RATH ." userId="c069ce78-7b3e-49df-863c-37cd5cba8d18" providerId="ADAL" clId="{88DB0432-0257-4B9C-AC44-4607F71EAFFD}" dt="2026-01-24T13:44:18.311" v="2264"/>
          <ac:inkMkLst>
            <pc:docMk/>
            <pc:sldMk cId="4007404654" sldId="339"/>
            <ac:inkMk id="10" creationId="{7170A310-E64E-F15A-7256-2799BFFA102C}"/>
          </ac:inkMkLst>
        </pc:inkChg>
        <pc:inkChg chg="add reco">
          <ac:chgData name="MINATI RATH ." userId="c069ce78-7b3e-49df-863c-37cd5cba8d18" providerId="ADAL" clId="{88DB0432-0257-4B9C-AC44-4607F71EAFFD}" dt="2026-01-24T13:44:18.311" v="2264"/>
          <ac:inkMkLst>
            <pc:docMk/>
            <pc:sldMk cId="4007404654" sldId="339"/>
            <ac:inkMk id="11" creationId="{F3F2680D-DCED-1D22-1A79-66AEC878E78C}"/>
          </ac:inkMkLst>
        </pc:inkChg>
        <pc:inkChg chg="add">
          <ac:chgData name="MINATI RATH ." userId="c069ce78-7b3e-49df-863c-37cd5cba8d18" providerId="ADAL" clId="{88DB0432-0257-4B9C-AC44-4607F71EAFFD}" dt="2026-01-24T13:44:18.924" v="2265"/>
          <ac:inkMkLst>
            <pc:docMk/>
            <pc:sldMk cId="4007404654" sldId="339"/>
            <ac:inkMk id="12" creationId="{93698AAD-F19F-51DE-E7FC-8C14C442C3FE}"/>
          </ac:inkMkLst>
        </pc:inkChg>
      </pc:sldChg>
      <pc:sldChg chg="addSp delSp mod">
        <pc:chgData name="MINATI RATH ." userId="c069ce78-7b3e-49df-863c-37cd5cba8d18" providerId="ADAL" clId="{88DB0432-0257-4B9C-AC44-4607F71EAFFD}" dt="2026-01-24T12:57:55.629" v="926"/>
        <pc:sldMkLst>
          <pc:docMk/>
          <pc:sldMk cId="1775241401" sldId="341"/>
        </pc:sldMkLst>
        <pc:inkChg chg="add del">
          <ac:chgData name="MINATI RATH ." userId="c069ce78-7b3e-49df-863c-37cd5cba8d18" providerId="ADAL" clId="{88DB0432-0257-4B9C-AC44-4607F71EAFFD}" dt="2026-01-24T12:56:16.721" v="881"/>
          <ac:inkMkLst>
            <pc:docMk/>
            <pc:sldMk cId="1775241401" sldId="341"/>
            <ac:inkMk id="4" creationId="{118470AE-C558-FF48-9628-2F3860874FEF}"/>
          </ac:inkMkLst>
        </pc:inkChg>
        <pc:inkChg chg="add del">
          <ac:chgData name="MINATI RATH ." userId="c069ce78-7b3e-49df-863c-37cd5cba8d18" providerId="ADAL" clId="{88DB0432-0257-4B9C-AC44-4607F71EAFFD}" dt="2026-01-24T12:56:16.721" v="881"/>
          <ac:inkMkLst>
            <pc:docMk/>
            <pc:sldMk cId="1775241401" sldId="341"/>
            <ac:inkMk id="6" creationId="{7E02E749-3EEE-6204-3AED-EC48FD60D661}"/>
          </ac:inkMkLst>
        </pc:inkChg>
        <pc:inkChg chg="add reco">
          <ac:chgData name="MINATI RATH ." userId="c069ce78-7b3e-49df-863c-37cd5cba8d18" providerId="ADAL" clId="{88DB0432-0257-4B9C-AC44-4607F71EAFFD}" dt="2026-01-24T12:56:16.721" v="881"/>
          <ac:inkMkLst>
            <pc:docMk/>
            <pc:sldMk cId="1775241401" sldId="341"/>
            <ac:inkMk id="7" creationId="{09873266-4AA9-A735-29CB-E843285866B8}"/>
          </ac:inkMkLst>
        </pc:inkChg>
        <pc:inkChg chg="add del">
          <ac:chgData name="MINATI RATH ." userId="c069ce78-7b3e-49df-863c-37cd5cba8d18" providerId="ADAL" clId="{88DB0432-0257-4B9C-AC44-4607F71EAFFD}" dt="2026-01-24T12:56:24.772" v="886"/>
          <ac:inkMkLst>
            <pc:docMk/>
            <pc:sldMk cId="1775241401" sldId="341"/>
            <ac:inkMk id="8" creationId="{74A6D6F1-1B5A-1C73-69D8-344C509257B4}"/>
          </ac:inkMkLst>
        </pc:inkChg>
        <pc:inkChg chg="add del">
          <ac:chgData name="MINATI RATH ." userId="c069ce78-7b3e-49df-863c-37cd5cba8d18" providerId="ADAL" clId="{88DB0432-0257-4B9C-AC44-4607F71EAFFD}" dt="2026-01-24T12:56:24.772" v="886"/>
          <ac:inkMkLst>
            <pc:docMk/>
            <pc:sldMk cId="1775241401" sldId="341"/>
            <ac:inkMk id="9" creationId="{8CC84D6A-D719-8173-B1C4-5E174D67DD51}"/>
          </ac:inkMkLst>
        </pc:inkChg>
        <pc:inkChg chg="add del">
          <ac:chgData name="MINATI RATH ." userId="c069ce78-7b3e-49df-863c-37cd5cba8d18" providerId="ADAL" clId="{88DB0432-0257-4B9C-AC44-4607F71EAFFD}" dt="2026-01-24T12:56:24.772" v="886"/>
          <ac:inkMkLst>
            <pc:docMk/>
            <pc:sldMk cId="1775241401" sldId="341"/>
            <ac:inkMk id="10" creationId="{7CF97475-96C3-03A8-D4C0-EF929B2B6E5C}"/>
          </ac:inkMkLst>
        </pc:inkChg>
        <pc:inkChg chg="add del">
          <ac:chgData name="MINATI RATH ." userId="c069ce78-7b3e-49df-863c-37cd5cba8d18" providerId="ADAL" clId="{88DB0432-0257-4B9C-AC44-4607F71EAFFD}" dt="2026-01-24T12:56:24.772" v="886"/>
          <ac:inkMkLst>
            <pc:docMk/>
            <pc:sldMk cId="1775241401" sldId="341"/>
            <ac:inkMk id="11" creationId="{7AEB9435-8A81-94E0-F56C-C8213619D90F}"/>
          </ac:inkMkLst>
        </pc:inkChg>
        <pc:inkChg chg="add reco">
          <ac:chgData name="MINATI RATH ." userId="c069ce78-7b3e-49df-863c-37cd5cba8d18" providerId="ADAL" clId="{88DB0432-0257-4B9C-AC44-4607F71EAFFD}" dt="2026-01-24T12:56:24.772" v="886"/>
          <ac:inkMkLst>
            <pc:docMk/>
            <pc:sldMk cId="1775241401" sldId="341"/>
            <ac:inkMk id="12" creationId="{9BEA3378-18F6-6235-029E-98BDE088C250}"/>
          </ac:inkMkLst>
        </pc:inkChg>
        <pc:inkChg chg="add">
          <ac:chgData name="MINATI RATH ." userId="c069ce78-7b3e-49df-863c-37cd5cba8d18" providerId="ADAL" clId="{88DB0432-0257-4B9C-AC44-4607F71EAFFD}" dt="2026-01-24T12:56:25.978" v="887"/>
          <ac:inkMkLst>
            <pc:docMk/>
            <pc:sldMk cId="1775241401" sldId="341"/>
            <ac:inkMk id="13" creationId="{31BB2D15-5500-9731-5399-CB70D681754E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4" creationId="{A5DDD35D-2A3D-57A4-C939-9BAD5105A773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5" creationId="{4357683F-94D7-CEBC-0E28-C65EAF7FF95A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6" creationId="{E56D13F6-2A70-5A5D-CB18-97CDEA9AF784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7" creationId="{365EC351-9EBE-5E23-862F-D9BD9BF3C96E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8" creationId="{6CB0B0C8-6357-DD06-E061-12C786835925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19" creationId="{9E559A95-4FBA-F9E0-5A17-F04AAB73CA18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20" creationId="{0E43A03A-6E3E-4282-D4E4-715D1EE449C2}"/>
          </ac:inkMkLst>
        </pc:inkChg>
        <pc:inkChg chg="add">
          <ac:chgData name="MINATI RATH ." userId="c069ce78-7b3e-49df-863c-37cd5cba8d18" providerId="ADAL" clId="{88DB0432-0257-4B9C-AC44-4607F71EAFFD}" dt="2026-01-24T12:56:31.198" v="895"/>
          <ac:inkMkLst>
            <pc:docMk/>
            <pc:sldMk cId="1775241401" sldId="341"/>
            <ac:inkMk id="21" creationId="{06CFA2A5-63D0-9BF2-D9D2-729C6BC058F4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22" creationId="{71B03DDC-C519-F1A7-A73D-6569E3C1D68A}"/>
          </ac:inkMkLst>
        </pc:inkChg>
        <pc:inkChg chg="add">
          <ac:chgData name="MINATI RATH ." userId="c069ce78-7b3e-49df-863c-37cd5cba8d18" providerId="ADAL" clId="{88DB0432-0257-4B9C-AC44-4607F71EAFFD}" dt="2026-01-24T12:56:31.901" v="897"/>
          <ac:inkMkLst>
            <pc:docMk/>
            <pc:sldMk cId="1775241401" sldId="341"/>
            <ac:inkMk id="23" creationId="{E3A34140-49EA-93B8-D075-0A6763D3F2E0}"/>
          </ac:inkMkLst>
        </pc:inkChg>
        <pc:inkChg chg="add del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24" creationId="{B9CA0BD4-6AE1-B629-E253-6BF2475811B7}"/>
          </ac:inkMkLst>
        </pc:inkChg>
        <pc:inkChg chg="add">
          <ac:chgData name="MINATI RATH ." userId="c069ce78-7b3e-49df-863c-37cd5cba8d18" providerId="ADAL" clId="{88DB0432-0257-4B9C-AC44-4607F71EAFFD}" dt="2026-01-24T12:56:32.568" v="899"/>
          <ac:inkMkLst>
            <pc:docMk/>
            <pc:sldMk cId="1775241401" sldId="341"/>
            <ac:inkMk id="25" creationId="{74E702A3-823D-65E4-76C2-A64D5A0DFA78}"/>
          </ac:inkMkLst>
        </pc:inkChg>
        <pc:inkChg chg="add reco">
          <ac:chgData name="MINATI RATH ." userId="c069ce78-7b3e-49df-863c-37cd5cba8d18" providerId="ADAL" clId="{88DB0432-0257-4B9C-AC44-4607F71EAFFD}" dt="2026-01-24T12:56:33.331" v="900"/>
          <ac:inkMkLst>
            <pc:docMk/>
            <pc:sldMk cId="1775241401" sldId="341"/>
            <ac:inkMk id="26" creationId="{F1A1AEED-99D0-E71D-08A1-9E6A484CB720}"/>
          </ac:inkMkLst>
        </pc:inkChg>
        <pc:inkChg chg="add del">
          <ac:chgData name="MINATI RATH ." userId="c069ce78-7b3e-49df-863c-37cd5cba8d18" providerId="ADAL" clId="{88DB0432-0257-4B9C-AC44-4607F71EAFFD}" dt="2026-01-24T12:56:49.688" v="904"/>
          <ac:inkMkLst>
            <pc:docMk/>
            <pc:sldMk cId="1775241401" sldId="341"/>
            <ac:inkMk id="27" creationId="{FC310A40-B6D1-1807-8E60-684890839C84}"/>
          </ac:inkMkLst>
        </pc:inkChg>
        <pc:inkChg chg="add del">
          <ac:chgData name="MINATI RATH ." userId="c069ce78-7b3e-49df-863c-37cd5cba8d18" providerId="ADAL" clId="{88DB0432-0257-4B9C-AC44-4607F71EAFFD}" dt="2026-01-24T12:56:49.688" v="904"/>
          <ac:inkMkLst>
            <pc:docMk/>
            <pc:sldMk cId="1775241401" sldId="341"/>
            <ac:inkMk id="28" creationId="{63D32CF0-C61A-CE27-3727-F8713A83F69D}"/>
          </ac:inkMkLst>
        </pc:inkChg>
        <pc:inkChg chg="add del">
          <ac:chgData name="MINATI RATH ." userId="c069ce78-7b3e-49df-863c-37cd5cba8d18" providerId="ADAL" clId="{88DB0432-0257-4B9C-AC44-4607F71EAFFD}" dt="2026-01-24T12:56:49.688" v="904"/>
          <ac:inkMkLst>
            <pc:docMk/>
            <pc:sldMk cId="1775241401" sldId="341"/>
            <ac:inkMk id="29" creationId="{50B7910F-640F-74B3-67CE-22E204FE896A}"/>
          </ac:inkMkLst>
        </pc:inkChg>
        <pc:inkChg chg="add reco">
          <ac:chgData name="MINATI RATH ." userId="c069ce78-7b3e-49df-863c-37cd5cba8d18" providerId="ADAL" clId="{88DB0432-0257-4B9C-AC44-4607F71EAFFD}" dt="2026-01-24T12:56:49.688" v="904"/>
          <ac:inkMkLst>
            <pc:docMk/>
            <pc:sldMk cId="1775241401" sldId="341"/>
            <ac:inkMk id="30" creationId="{C2435FAC-A6E9-0804-5232-80F66D144192}"/>
          </ac:inkMkLst>
        </pc:inkChg>
        <pc:inkChg chg="add del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1" creationId="{FCB1246F-2132-DA86-1E5F-C602856758F6}"/>
          </ac:inkMkLst>
        </pc:inkChg>
        <pc:inkChg chg="add del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2" creationId="{77E17995-F776-8E51-3530-C968F23DB2A8}"/>
          </ac:inkMkLst>
        </pc:inkChg>
        <pc:inkChg chg="add del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3" creationId="{AD4E1054-BF47-407A-2E9C-4976D9F9AE5C}"/>
          </ac:inkMkLst>
        </pc:inkChg>
        <pc:inkChg chg="add del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4" creationId="{FC11763B-ECAB-07AF-F374-56F03C999F2A}"/>
          </ac:inkMkLst>
        </pc:inkChg>
        <pc:inkChg chg="add del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5" creationId="{A5BE3D4F-9F94-9587-56FD-368750FC3F8D}"/>
          </ac:inkMkLst>
        </pc:inkChg>
        <pc:inkChg chg="add reco">
          <ac:chgData name="MINATI RATH ." userId="c069ce78-7b3e-49df-863c-37cd5cba8d18" providerId="ADAL" clId="{88DB0432-0257-4B9C-AC44-4607F71EAFFD}" dt="2026-01-24T12:56:53.550" v="910"/>
          <ac:inkMkLst>
            <pc:docMk/>
            <pc:sldMk cId="1775241401" sldId="341"/>
            <ac:inkMk id="36" creationId="{50E88B15-202E-5470-EAF2-24C2F845BC57}"/>
          </ac:inkMkLst>
        </pc:inkChg>
        <pc:inkChg chg="add del">
          <ac:chgData name="MINATI RATH ." userId="c069ce78-7b3e-49df-863c-37cd5cba8d18" providerId="ADAL" clId="{88DB0432-0257-4B9C-AC44-4607F71EAFFD}" dt="2026-01-24T12:57:05.486" v="913"/>
          <ac:inkMkLst>
            <pc:docMk/>
            <pc:sldMk cId="1775241401" sldId="341"/>
            <ac:inkMk id="37" creationId="{1925DC26-31CE-25B0-AFAB-D1A9CC01ED5D}"/>
          </ac:inkMkLst>
        </pc:inkChg>
        <pc:inkChg chg="add del">
          <ac:chgData name="MINATI RATH ." userId="c069ce78-7b3e-49df-863c-37cd5cba8d18" providerId="ADAL" clId="{88DB0432-0257-4B9C-AC44-4607F71EAFFD}" dt="2026-01-24T12:57:05.486" v="913"/>
          <ac:inkMkLst>
            <pc:docMk/>
            <pc:sldMk cId="1775241401" sldId="341"/>
            <ac:inkMk id="38" creationId="{B9789AFA-1E1F-CBD1-4D69-83CAB805FF5C}"/>
          </ac:inkMkLst>
        </pc:inkChg>
        <pc:inkChg chg="add reco">
          <ac:chgData name="MINATI RATH ." userId="c069ce78-7b3e-49df-863c-37cd5cba8d18" providerId="ADAL" clId="{88DB0432-0257-4B9C-AC44-4607F71EAFFD}" dt="2026-01-24T12:57:05.486" v="913"/>
          <ac:inkMkLst>
            <pc:docMk/>
            <pc:sldMk cId="1775241401" sldId="341"/>
            <ac:inkMk id="39" creationId="{C332571C-FA05-D983-68C5-FB1D6BF67741}"/>
          </ac:inkMkLst>
        </pc:inkChg>
        <pc:inkChg chg="add">
          <ac:chgData name="MINATI RATH ." userId="c069ce78-7b3e-49df-863c-37cd5cba8d18" providerId="ADAL" clId="{88DB0432-0257-4B9C-AC44-4607F71EAFFD}" dt="2026-01-24T12:57:15.190" v="914"/>
          <ac:inkMkLst>
            <pc:docMk/>
            <pc:sldMk cId="1775241401" sldId="341"/>
            <ac:inkMk id="40" creationId="{7DBEC7BB-CC28-62D0-CFA0-DCA1BE19D43E}"/>
          </ac:inkMkLst>
        </pc:inkChg>
        <pc:inkChg chg="add">
          <ac:chgData name="MINATI RATH ." userId="c069ce78-7b3e-49df-863c-37cd5cba8d18" providerId="ADAL" clId="{88DB0432-0257-4B9C-AC44-4607F71EAFFD}" dt="2026-01-24T12:57:38.092" v="915"/>
          <ac:inkMkLst>
            <pc:docMk/>
            <pc:sldMk cId="1775241401" sldId="341"/>
            <ac:inkMk id="41" creationId="{60994C12-FC03-EF9F-7915-0F90A0BD4F7A}"/>
          </ac:inkMkLst>
        </pc:inkChg>
        <pc:inkChg chg="add del">
          <ac:chgData name="MINATI RATH ." userId="c069ce78-7b3e-49df-863c-37cd5cba8d18" providerId="ADAL" clId="{88DB0432-0257-4B9C-AC44-4607F71EAFFD}" dt="2026-01-24T12:57:40.257" v="918"/>
          <ac:inkMkLst>
            <pc:docMk/>
            <pc:sldMk cId="1775241401" sldId="341"/>
            <ac:inkMk id="42" creationId="{56F8DB47-843C-47F8-1A42-C40605A44CCA}"/>
          </ac:inkMkLst>
        </pc:inkChg>
        <pc:inkChg chg="add del">
          <ac:chgData name="MINATI RATH ." userId="c069ce78-7b3e-49df-863c-37cd5cba8d18" providerId="ADAL" clId="{88DB0432-0257-4B9C-AC44-4607F71EAFFD}" dt="2026-01-24T12:57:40.257" v="918"/>
          <ac:inkMkLst>
            <pc:docMk/>
            <pc:sldMk cId="1775241401" sldId="341"/>
            <ac:inkMk id="43" creationId="{3479010C-CA76-6718-3910-539244B2781C}"/>
          </ac:inkMkLst>
        </pc:inkChg>
        <pc:inkChg chg="add reco">
          <ac:chgData name="MINATI RATH ." userId="c069ce78-7b3e-49df-863c-37cd5cba8d18" providerId="ADAL" clId="{88DB0432-0257-4B9C-AC44-4607F71EAFFD}" dt="2026-01-24T12:57:40.257" v="918"/>
          <ac:inkMkLst>
            <pc:docMk/>
            <pc:sldMk cId="1775241401" sldId="341"/>
            <ac:inkMk id="44" creationId="{44D09428-38AC-FA5F-1AC7-AF71F5F4B546}"/>
          </ac:inkMkLst>
        </pc:inkChg>
        <pc:inkChg chg="add">
          <ac:chgData name="MINATI RATH ." userId="c069ce78-7b3e-49df-863c-37cd5cba8d18" providerId="ADAL" clId="{88DB0432-0257-4B9C-AC44-4607F71EAFFD}" dt="2026-01-24T12:57:42.311" v="919"/>
          <ac:inkMkLst>
            <pc:docMk/>
            <pc:sldMk cId="1775241401" sldId="341"/>
            <ac:inkMk id="45" creationId="{EB38E74C-2092-D864-E7DA-74B335524D29}"/>
          </ac:inkMkLst>
        </pc:inkChg>
        <pc:inkChg chg="add del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46" creationId="{B7BAD756-537A-758B-C2CC-3E0BB9A9FD20}"/>
          </ac:inkMkLst>
        </pc:inkChg>
        <pc:inkChg chg="add del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47" creationId="{AF9EE5D8-ADCB-784C-1D05-0FD96C8BBC40}"/>
          </ac:inkMkLst>
        </pc:inkChg>
        <pc:inkChg chg="add del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48" creationId="{7F992964-1E2D-C6C3-799C-FA83C99ADCBA}"/>
          </ac:inkMkLst>
        </pc:inkChg>
        <pc:inkChg chg="add del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49" creationId="{C334B14A-647A-9CF4-3B1F-5A365EDEDB38}"/>
          </ac:inkMkLst>
        </pc:inkChg>
        <pc:inkChg chg="add del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50" creationId="{9260E4CF-0DD2-3FF2-7BBC-72B60A1185A3}"/>
          </ac:inkMkLst>
        </pc:inkChg>
        <pc:inkChg chg="add reco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51" creationId="{39EF25EC-F2EB-548D-E623-52FE2C7C4CB9}"/>
          </ac:inkMkLst>
        </pc:inkChg>
        <pc:inkChg chg="add reco">
          <ac:chgData name="MINATI RATH ." userId="c069ce78-7b3e-49df-863c-37cd5cba8d18" providerId="ADAL" clId="{88DB0432-0257-4B9C-AC44-4607F71EAFFD}" dt="2026-01-24T12:57:50.207" v="925"/>
          <ac:inkMkLst>
            <pc:docMk/>
            <pc:sldMk cId="1775241401" sldId="341"/>
            <ac:inkMk id="52" creationId="{12A319FD-CEAD-F46A-98F2-A09BE8A0EC8C}"/>
          </ac:inkMkLst>
        </pc:inkChg>
        <pc:inkChg chg="add">
          <ac:chgData name="MINATI RATH ." userId="c069ce78-7b3e-49df-863c-37cd5cba8d18" providerId="ADAL" clId="{88DB0432-0257-4B9C-AC44-4607F71EAFFD}" dt="2026-01-24T12:57:55.629" v="926"/>
          <ac:inkMkLst>
            <pc:docMk/>
            <pc:sldMk cId="1775241401" sldId="341"/>
            <ac:inkMk id="53" creationId="{98B10599-1D26-0810-1E6C-83D6FA5D3397}"/>
          </ac:inkMkLst>
        </pc:inkChg>
      </pc:sldChg>
      <pc:sldChg chg="addSp delSp modSp mod">
        <pc:chgData name="MINATI RATH ." userId="c069ce78-7b3e-49df-863c-37cd5cba8d18" providerId="ADAL" clId="{88DB0432-0257-4B9C-AC44-4607F71EAFFD}" dt="2026-01-24T14:04:15.112" v="2969"/>
        <pc:sldMkLst>
          <pc:docMk/>
          <pc:sldMk cId="3985065325" sldId="354"/>
        </pc:sldMkLst>
        <pc:spChg chg="mod">
          <ac:chgData name="MINATI RATH ." userId="c069ce78-7b3e-49df-863c-37cd5cba8d18" providerId="ADAL" clId="{88DB0432-0257-4B9C-AC44-4607F71EAFFD}" dt="2026-01-24T13:05:23.487" v="1133" actId="1076"/>
          <ac:spMkLst>
            <pc:docMk/>
            <pc:sldMk cId="3985065325" sldId="354"/>
            <ac:spMk id="184" creationId="{00000000-0000-0000-0000-000000000000}"/>
          </ac:spMkLst>
        </pc:spChg>
        <pc:inkChg chg="add">
          <ac:chgData name="MINATI RATH ." userId="c069ce78-7b3e-49df-863c-37cd5cba8d18" providerId="ADAL" clId="{88DB0432-0257-4B9C-AC44-4607F71EAFFD}" dt="2026-01-24T12:58:27.590" v="927"/>
          <ac:inkMkLst>
            <pc:docMk/>
            <pc:sldMk cId="3985065325" sldId="354"/>
            <ac:inkMk id="2" creationId="{06E428E9-02D8-6600-4C36-D9759160FC51}"/>
          </ac:inkMkLst>
        </pc:inkChg>
        <pc:inkChg chg="add del">
          <ac:chgData name="MINATI RATH ." userId="c069ce78-7b3e-49df-863c-37cd5cba8d18" providerId="ADAL" clId="{88DB0432-0257-4B9C-AC44-4607F71EAFFD}" dt="2026-01-24T12:58:35.580" v="930"/>
          <ac:inkMkLst>
            <pc:docMk/>
            <pc:sldMk cId="3985065325" sldId="354"/>
            <ac:inkMk id="3" creationId="{530E569B-47E2-205B-3C60-28C22113D27D}"/>
          </ac:inkMkLst>
        </pc:inkChg>
        <pc:inkChg chg="add del">
          <ac:chgData name="MINATI RATH ." userId="c069ce78-7b3e-49df-863c-37cd5cba8d18" providerId="ADAL" clId="{88DB0432-0257-4B9C-AC44-4607F71EAFFD}" dt="2026-01-24T12:58:35.580" v="930"/>
          <ac:inkMkLst>
            <pc:docMk/>
            <pc:sldMk cId="3985065325" sldId="354"/>
            <ac:inkMk id="4" creationId="{4A64EBAF-370D-F9DB-4078-DC0C6F8318DA}"/>
          </ac:inkMkLst>
        </pc:inkChg>
        <pc:inkChg chg="add reco">
          <ac:chgData name="MINATI RATH ." userId="c069ce78-7b3e-49df-863c-37cd5cba8d18" providerId="ADAL" clId="{88DB0432-0257-4B9C-AC44-4607F71EAFFD}" dt="2026-01-24T12:58:35.580" v="930"/>
          <ac:inkMkLst>
            <pc:docMk/>
            <pc:sldMk cId="3985065325" sldId="354"/>
            <ac:inkMk id="5" creationId="{0DBFA347-F975-C71B-A5AD-DDA2984516B5}"/>
          </ac:inkMkLst>
        </pc:inkChg>
        <pc:inkChg chg="add">
          <ac:chgData name="MINATI RATH ." userId="c069ce78-7b3e-49df-863c-37cd5cba8d18" providerId="ADAL" clId="{88DB0432-0257-4B9C-AC44-4607F71EAFFD}" dt="2026-01-24T12:58:37.833" v="931"/>
          <ac:inkMkLst>
            <pc:docMk/>
            <pc:sldMk cId="3985065325" sldId="354"/>
            <ac:inkMk id="6" creationId="{522C7A38-97E2-6FF2-4A91-6B44BAC717F2}"/>
          </ac:inkMkLst>
        </pc:inkChg>
        <pc:inkChg chg="add del">
          <ac:chgData name="MINATI RATH ." userId="c069ce78-7b3e-49df-863c-37cd5cba8d18" providerId="ADAL" clId="{88DB0432-0257-4B9C-AC44-4607F71EAFFD}" dt="2026-01-24T12:58:45.017" v="934"/>
          <ac:inkMkLst>
            <pc:docMk/>
            <pc:sldMk cId="3985065325" sldId="354"/>
            <ac:inkMk id="7" creationId="{AA7DE827-08E3-12FF-C2B6-DF7E049B854F}"/>
          </ac:inkMkLst>
        </pc:inkChg>
        <pc:inkChg chg="add del">
          <ac:chgData name="MINATI RATH ." userId="c069ce78-7b3e-49df-863c-37cd5cba8d18" providerId="ADAL" clId="{88DB0432-0257-4B9C-AC44-4607F71EAFFD}" dt="2026-01-24T12:58:45.017" v="934"/>
          <ac:inkMkLst>
            <pc:docMk/>
            <pc:sldMk cId="3985065325" sldId="354"/>
            <ac:inkMk id="8" creationId="{7B0EE4FC-16BB-22E0-1C01-E0CAB37C4CF9}"/>
          </ac:inkMkLst>
        </pc:inkChg>
        <pc:inkChg chg="add reco">
          <ac:chgData name="MINATI RATH ." userId="c069ce78-7b3e-49df-863c-37cd5cba8d18" providerId="ADAL" clId="{88DB0432-0257-4B9C-AC44-4607F71EAFFD}" dt="2026-01-24T12:58:45.017" v="934"/>
          <ac:inkMkLst>
            <pc:docMk/>
            <pc:sldMk cId="3985065325" sldId="354"/>
            <ac:inkMk id="9" creationId="{E105F54F-A4B3-2417-FEAA-85BB3B8D0784}"/>
          </ac:inkMkLst>
        </pc:inkChg>
        <pc:inkChg chg="add del">
          <ac:chgData name="MINATI RATH ." userId="c069ce78-7b3e-49df-863c-37cd5cba8d18" providerId="ADAL" clId="{88DB0432-0257-4B9C-AC44-4607F71EAFFD}" dt="2026-01-24T12:59:01.975" v="937"/>
          <ac:inkMkLst>
            <pc:docMk/>
            <pc:sldMk cId="3985065325" sldId="354"/>
            <ac:inkMk id="10" creationId="{884F2681-F1A4-C8AA-C6F0-CAEC29B71C24}"/>
          </ac:inkMkLst>
        </pc:inkChg>
        <pc:inkChg chg="add del">
          <ac:chgData name="MINATI RATH ." userId="c069ce78-7b3e-49df-863c-37cd5cba8d18" providerId="ADAL" clId="{88DB0432-0257-4B9C-AC44-4607F71EAFFD}" dt="2026-01-24T12:59:01.975" v="937"/>
          <ac:inkMkLst>
            <pc:docMk/>
            <pc:sldMk cId="3985065325" sldId="354"/>
            <ac:inkMk id="11" creationId="{002A4E85-CF78-EAB7-146F-AC16103CD588}"/>
          </ac:inkMkLst>
        </pc:inkChg>
        <pc:inkChg chg="add reco">
          <ac:chgData name="MINATI RATH ." userId="c069ce78-7b3e-49df-863c-37cd5cba8d18" providerId="ADAL" clId="{88DB0432-0257-4B9C-AC44-4607F71EAFFD}" dt="2026-01-24T12:59:01.975" v="937"/>
          <ac:inkMkLst>
            <pc:docMk/>
            <pc:sldMk cId="3985065325" sldId="354"/>
            <ac:inkMk id="12" creationId="{9CEAB13C-EC3C-F9E2-516F-79C7178F2BFB}"/>
          </ac:inkMkLst>
        </pc:inkChg>
        <pc:inkChg chg="add del">
          <ac:chgData name="MINATI RATH ." userId="c069ce78-7b3e-49df-863c-37cd5cba8d18" providerId="ADAL" clId="{88DB0432-0257-4B9C-AC44-4607F71EAFFD}" dt="2026-01-24T12:59:03.492" v="940"/>
          <ac:inkMkLst>
            <pc:docMk/>
            <pc:sldMk cId="3985065325" sldId="354"/>
            <ac:inkMk id="13" creationId="{83E419D7-4998-2ADA-A430-A60A8AE8C8F2}"/>
          </ac:inkMkLst>
        </pc:inkChg>
        <pc:inkChg chg="add del">
          <ac:chgData name="MINATI RATH ." userId="c069ce78-7b3e-49df-863c-37cd5cba8d18" providerId="ADAL" clId="{88DB0432-0257-4B9C-AC44-4607F71EAFFD}" dt="2026-01-24T12:59:03.492" v="940"/>
          <ac:inkMkLst>
            <pc:docMk/>
            <pc:sldMk cId="3985065325" sldId="354"/>
            <ac:inkMk id="14" creationId="{8F70F45C-1BF4-9758-DB22-7AC226D9F879}"/>
          </ac:inkMkLst>
        </pc:inkChg>
        <pc:inkChg chg="add reco">
          <ac:chgData name="MINATI RATH ." userId="c069ce78-7b3e-49df-863c-37cd5cba8d18" providerId="ADAL" clId="{88DB0432-0257-4B9C-AC44-4607F71EAFFD}" dt="2026-01-24T12:59:03.492" v="940"/>
          <ac:inkMkLst>
            <pc:docMk/>
            <pc:sldMk cId="3985065325" sldId="354"/>
            <ac:inkMk id="15" creationId="{29DD02D0-B783-780C-4FE4-B1E4013066B3}"/>
          </ac:inkMkLst>
        </pc:inkChg>
        <pc:inkChg chg="add">
          <ac:chgData name="MINATI RATH ." userId="c069ce78-7b3e-49df-863c-37cd5cba8d18" providerId="ADAL" clId="{88DB0432-0257-4B9C-AC44-4607F71EAFFD}" dt="2026-01-24T12:59:05.821" v="941"/>
          <ac:inkMkLst>
            <pc:docMk/>
            <pc:sldMk cId="3985065325" sldId="354"/>
            <ac:inkMk id="16" creationId="{25276811-919C-E4BA-E8FE-65D90E27B11A}"/>
          </ac:inkMkLst>
        </pc:inkChg>
        <pc:inkChg chg="add del">
          <ac:chgData name="MINATI RATH ." userId="c069ce78-7b3e-49df-863c-37cd5cba8d18" providerId="ADAL" clId="{88DB0432-0257-4B9C-AC44-4607F71EAFFD}" dt="2026-01-24T12:59:21.258" v="946"/>
          <ac:inkMkLst>
            <pc:docMk/>
            <pc:sldMk cId="3985065325" sldId="354"/>
            <ac:inkMk id="17" creationId="{14F3B6FD-6153-2DF8-ED9F-64B8B6B9CE71}"/>
          </ac:inkMkLst>
        </pc:inkChg>
        <pc:inkChg chg="add del">
          <ac:chgData name="MINATI RATH ." userId="c069ce78-7b3e-49df-863c-37cd5cba8d18" providerId="ADAL" clId="{88DB0432-0257-4B9C-AC44-4607F71EAFFD}" dt="2026-01-24T12:59:21.258" v="946"/>
          <ac:inkMkLst>
            <pc:docMk/>
            <pc:sldMk cId="3985065325" sldId="354"/>
            <ac:inkMk id="18" creationId="{0E061D44-83C0-601E-CC1B-62FE784DFC31}"/>
          </ac:inkMkLst>
        </pc:inkChg>
        <pc:inkChg chg="add del">
          <ac:chgData name="MINATI RATH ." userId="c069ce78-7b3e-49df-863c-37cd5cba8d18" providerId="ADAL" clId="{88DB0432-0257-4B9C-AC44-4607F71EAFFD}" dt="2026-01-24T12:59:21.258" v="946"/>
          <ac:inkMkLst>
            <pc:docMk/>
            <pc:sldMk cId="3985065325" sldId="354"/>
            <ac:inkMk id="19" creationId="{C609F2ED-835A-E20C-466E-3FBDD5A0D9D8}"/>
          </ac:inkMkLst>
        </pc:inkChg>
        <pc:inkChg chg="add del">
          <ac:chgData name="MINATI RATH ." userId="c069ce78-7b3e-49df-863c-37cd5cba8d18" providerId="ADAL" clId="{88DB0432-0257-4B9C-AC44-4607F71EAFFD}" dt="2026-01-24T12:59:21.258" v="946"/>
          <ac:inkMkLst>
            <pc:docMk/>
            <pc:sldMk cId="3985065325" sldId="354"/>
            <ac:inkMk id="20" creationId="{BDF062AF-BEFB-D9FC-EA11-1D2C7289AC31}"/>
          </ac:inkMkLst>
        </pc:inkChg>
        <pc:inkChg chg="add reco">
          <ac:chgData name="MINATI RATH ." userId="c069ce78-7b3e-49df-863c-37cd5cba8d18" providerId="ADAL" clId="{88DB0432-0257-4B9C-AC44-4607F71EAFFD}" dt="2026-01-24T12:59:21.258" v="946"/>
          <ac:inkMkLst>
            <pc:docMk/>
            <pc:sldMk cId="3985065325" sldId="354"/>
            <ac:inkMk id="21" creationId="{F35AD742-8987-D08F-DE8E-4F03B42B869E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2" creationId="{39252F4A-AA6A-6109-8ED9-6A39B3B89578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3" creationId="{12597EF7-B174-C3AF-374A-F779E7D9E458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4" creationId="{6674ECA4-6EC0-E2C8-E5FB-1C3B33983B4F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5" creationId="{FB147A6E-ED3B-CC39-95B8-B22B09D34265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6" creationId="{D4545BB2-6F5E-FD9D-91B7-3179682DD119}"/>
          </ac:inkMkLst>
        </pc:inkChg>
        <pc:inkChg chg="add">
          <ac:chgData name="MINATI RATH ." userId="c069ce78-7b3e-49df-863c-37cd5cba8d18" providerId="ADAL" clId="{88DB0432-0257-4B9C-AC44-4607F71EAFFD}" dt="2026-01-24T12:59:25.769" v="952"/>
          <ac:inkMkLst>
            <pc:docMk/>
            <pc:sldMk cId="3985065325" sldId="354"/>
            <ac:inkMk id="27" creationId="{DC76DBB1-9A61-CAC9-88F6-6F98C5DFBD64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8" creationId="{64E0E858-EB56-CA0F-31EA-1EC17D3051AD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29" creationId="{683C8AE6-BFBE-26A2-1E92-79A89FEB96CF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30" creationId="{A8ECDCF6-3A17-18DD-332D-90071949872A}"/>
          </ac:inkMkLst>
        </pc:inkChg>
        <pc:inkChg chg="add">
          <ac:chgData name="MINATI RATH ." userId="c069ce78-7b3e-49df-863c-37cd5cba8d18" providerId="ADAL" clId="{88DB0432-0257-4B9C-AC44-4607F71EAFFD}" dt="2026-01-24T12:59:27.252" v="956"/>
          <ac:inkMkLst>
            <pc:docMk/>
            <pc:sldMk cId="3985065325" sldId="354"/>
            <ac:inkMk id="31" creationId="{427F07D0-E25E-1363-9A00-9021BC8041B7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32" creationId="{9F7FFF6A-CC5B-5C00-F460-37416BB30939}"/>
          </ac:inkMkLst>
        </pc:inkChg>
        <pc:inkChg chg="add del">
          <ac:chgData name="MINATI RATH ." userId="c069ce78-7b3e-49df-863c-37cd5cba8d18" providerId="ADAL" clId="{88DB0432-0257-4B9C-AC44-4607F71EAFFD}" dt="2026-01-24T12:59:29.422" v="959"/>
          <ac:inkMkLst>
            <pc:docMk/>
            <pc:sldMk cId="3985065325" sldId="354"/>
            <ac:inkMk id="33" creationId="{4C61C9FB-8A6E-F035-E6EC-7EF9B31A2B63}"/>
          </ac:inkMkLst>
        </pc:inkChg>
        <pc:inkChg chg="add">
          <ac:chgData name="MINATI RATH ." userId="c069ce78-7b3e-49df-863c-37cd5cba8d18" providerId="ADAL" clId="{88DB0432-0257-4B9C-AC44-4607F71EAFFD}" dt="2026-01-24T12:59:31.386" v="960"/>
          <ac:inkMkLst>
            <pc:docMk/>
            <pc:sldMk cId="3985065325" sldId="354"/>
            <ac:inkMk id="35" creationId="{2CB43C54-3D62-9716-95A8-CE9E3417AEB0}"/>
          </ac:inkMkLst>
        </pc:inkChg>
        <pc:inkChg chg="add del">
          <ac:chgData name="MINATI RATH ." userId="c069ce78-7b3e-49df-863c-37cd5cba8d18" providerId="ADAL" clId="{88DB0432-0257-4B9C-AC44-4607F71EAFFD}" dt="2026-01-24T12:59:39.490" v="963"/>
          <ac:inkMkLst>
            <pc:docMk/>
            <pc:sldMk cId="3985065325" sldId="354"/>
            <ac:inkMk id="36" creationId="{2E95BCC3-179A-B3B2-3927-4E88F6037268}"/>
          </ac:inkMkLst>
        </pc:inkChg>
        <pc:inkChg chg="add del">
          <ac:chgData name="MINATI RATH ." userId="c069ce78-7b3e-49df-863c-37cd5cba8d18" providerId="ADAL" clId="{88DB0432-0257-4B9C-AC44-4607F71EAFFD}" dt="2026-01-24T12:59:39.490" v="963"/>
          <ac:inkMkLst>
            <pc:docMk/>
            <pc:sldMk cId="3985065325" sldId="354"/>
            <ac:inkMk id="37" creationId="{1AB82032-DD59-A944-38CC-84EE3C08D59A}"/>
          </ac:inkMkLst>
        </pc:inkChg>
        <pc:inkChg chg="add reco">
          <ac:chgData name="MINATI RATH ." userId="c069ce78-7b3e-49df-863c-37cd5cba8d18" providerId="ADAL" clId="{88DB0432-0257-4B9C-AC44-4607F71EAFFD}" dt="2026-01-24T12:59:39.490" v="963"/>
          <ac:inkMkLst>
            <pc:docMk/>
            <pc:sldMk cId="3985065325" sldId="354"/>
            <ac:inkMk id="38" creationId="{7E3E7FFF-2785-2A1E-B491-4A3E69D3A4A1}"/>
          </ac:inkMkLst>
        </pc:inkChg>
        <pc:inkChg chg="add del">
          <ac:chgData name="MINATI RATH ." userId="c069ce78-7b3e-49df-863c-37cd5cba8d18" providerId="ADAL" clId="{88DB0432-0257-4B9C-AC44-4607F71EAFFD}" dt="2026-01-24T13:00:03.652" v="966"/>
          <ac:inkMkLst>
            <pc:docMk/>
            <pc:sldMk cId="3985065325" sldId="354"/>
            <ac:inkMk id="39" creationId="{B87FFF08-B9D4-81E5-00E0-494A7FB2952E}"/>
          </ac:inkMkLst>
        </pc:inkChg>
        <pc:inkChg chg="add del">
          <ac:chgData name="MINATI RATH ." userId="c069ce78-7b3e-49df-863c-37cd5cba8d18" providerId="ADAL" clId="{88DB0432-0257-4B9C-AC44-4607F71EAFFD}" dt="2026-01-24T13:00:03.652" v="966"/>
          <ac:inkMkLst>
            <pc:docMk/>
            <pc:sldMk cId="3985065325" sldId="354"/>
            <ac:inkMk id="40" creationId="{BA1DFFCD-2320-8107-9837-0F9819069A75}"/>
          </ac:inkMkLst>
        </pc:inkChg>
        <pc:inkChg chg="add reco">
          <ac:chgData name="MINATI RATH ." userId="c069ce78-7b3e-49df-863c-37cd5cba8d18" providerId="ADAL" clId="{88DB0432-0257-4B9C-AC44-4607F71EAFFD}" dt="2026-01-24T13:00:03.652" v="966"/>
          <ac:inkMkLst>
            <pc:docMk/>
            <pc:sldMk cId="3985065325" sldId="354"/>
            <ac:inkMk id="41" creationId="{F29FD1F7-0A9F-C33D-459D-AB6E1A41B66B}"/>
          </ac:inkMkLst>
        </pc:inkChg>
        <pc:inkChg chg="add del">
          <ac:chgData name="MINATI RATH ." userId="c069ce78-7b3e-49df-863c-37cd5cba8d18" providerId="ADAL" clId="{88DB0432-0257-4B9C-AC44-4607F71EAFFD}" dt="2026-01-24T13:00:10.238" v="969"/>
          <ac:inkMkLst>
            <pc:docMk/>
            <pc:sldMk cId="3985065325" sldId="354"/>
            <ac:inkMk id="42" creationId="{73B913E1-A352-5DD2-C130-F958EEF5B582}"/>
          </ac:inkMkLst>
        </pc:inkChg>
        <pc:inkChg chg="add del">
          <ac:chgData name="MINATI RATH ." userId="c069ce78-7b3e-49df-863c-37cd5cba8d18" providerId="ADAL" clId="{88DB0432-0257-4B9C-AC44-4607F71EAFFD}" dt="2026-01-24T13:00:10.238" v="969"/>
          <ac:inkMkLst>
            <pc:docMk/>
            <pc:sldMk cId="3985065325" sldId="354"/>
            <ac:inkMk id="43" creationId="{12477ABA-7E4C-90E3-EECD-9B2589EA4DA7}"/>
          </ac:inkMkLst>
        </pc:inkChg>
        <pc:inkChg chg="add reco">
          <ac:chgData name="MINATI RATH ." userId="c069ce78-7b3e-49df-863c-37cd5cba8d18" providerId="ADAL" clId="{88DB0432-0257-4B9C-AC44-4607F71EAFFD}" dt="2026-01-24T13:00:10.238" v="969"/>
          <ac:inkMkLst>
            <pc:docMk/>
            <pc:sldMk cId="3985065325" sldId="354"/>
            <ac:inkMk id="44" creationId="{3D0A5CD5-2BE5-E484-5E24-23BB94C16555}"/>
          </ac:inkMkLst>
        </pc:inkChg>
        <pc:inkChg chg="add del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45" creationId="{D3C3CA0B-6EEB-FE9C-3CD8-AAA0D6D537AD}"/>
          </ac:inkMkLst>
        </pc:inkChg>
        <pc:inkChg chg="add del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46" creationId="{7300D96C-8D6A-0E09-F6CA-65590F6B507B}"/>
          </ac:inkMkLst>
        </pc:inkChg>
        <pc:inkChg chg="add del">
          <ac:chgData name="MINATI RATH ." userId="c069ce78-7b3e-49df-863c-37cd5cba8d18" providerId="ADAL" clId="{88DB0432-0257-4B9C-AC44-4607F71EAFFD}" dt="2026-01-24T13:00:21.177" v="975"/>
          <ac:inkMkLst>
            <pc:docMk/>
            <pc:sldMk cId="3985065325" sldId="354"/>
            <ac:inkMk id="47" creationId="{631CB9F2-D083-7773-08EF-94378E09A8E3}"/>
          </ac:inkMkLst>
        </pc:inkChg>
        <pc:inkChg chg="add del">
          <ac:chgData name="MINATI RATH ." userId="c069ce78-7b3e-49df-863c-37cd5cba8d18" providerId="ADAL" clId="{88DB0432-0257-4B9C-AC44-4607F71EAFFD}" dt="2026-01-24T13:00:21.177" v="975"/>
          <ac:inkMkLst>
            <pc:docMk/>
            <pc:sldMk cId="3985065325" sldId="354"/>
            <ac:inkMk id="48" creationId="{A1269448-1AAA-055E-D754-4BEFFCF2CFB2}"/>
          </ac:inkMkLst>
        </pc:inkChg>
        <pc:inkChg chg="add del">
          <ac:chgData name="MINATI RATH ." userId="c069ce78-7b3e-49df-863c-37cd5cba8d18" providerId="ADAL" clId="{88DB0432-0257-4B9C-AC44-4607F71EAFFD}" dt="2026-01-24T13:00:21.177" v="975"/>
          <ac:inkMkLst>
            <pc:docMk/>
            <pc:sldMk cId="3985065325" sldId="354"/>
            <ac:inkMk id="49" creationId="{11E8DDA2-5CFF-E655-DC6B-76D4DD54D47A}"/>
          </ac:inkMkLst>
        </pc:inkChg>
        <pc:inkChg chg="add reco">
          <ac:chgData name="MINATI RATH ." userId="c069ce78-7b3e-49df-863c-37cd5cba8d18" providerId="ADAL" clId="{88DB0432-0257-4B9C-AC44-4607F71EAFFD}" dt="2026-01-24T13:00:21.177" v="975"/>
          <ac:inkMkLst>
            <pc:docMk/>
            <pc:sldMk cId="3985065325" sldId="354"/>
            <ac:inkMk id="50" creationId="{F1021B11-4F39-47E8-5BEB-265AB522A20C}"/>
          </ac:inkMkLst>
        </pc:inkChg>
        <pc:inkChg chg="add del">
          <ac:chgData name="MINATI RATH ." userId="c069ce78-7b3e-49df-863c-37cd5cba8d18" providerId="ADAL" clId="{88DB0432-0257-4B9C-AC44-4607F71EAFFD}" dt="2026-01-24T13:00:28.907" v="978"/>
          <ac:inkMkLst>
            <pc:docMk/>
            <pc:sldMk cId="3985065325" sldId="354"/>
            <ac:inkMk id="51" creationId="{B1D10B6F-642B-51A6-8026-DBBBF6AE4D0F}"/>
          </ac:inkMkLst>
        </pc:inkChg>
        <pc:inkChg chg="add del">
          <ac:chgData name="MINATI RATH ." userId="c069ce78-7b3e-49df-863c-37cd5cba8d18" providerId="ADAL" clId="{88DB0432-0257-4B9C-AC44-4607F71EAFFD}" dt="2026-01-24T13:00:28.907" v="978"/>
          <ac:inkMkLst>
            <pc:docMk/>
            <pc:sldMk cId="3985065325" sldId="354"/>
            <ac:inkMk id="52" creationId="{8752865B-A5D7-DB5A-395F-4E9E63609F6F}"/>
          </ac:inkMkLst>
        </pc:inkChg>
        <pc:inkChg chg="add reco">
          <ac:chgData name="MINATI RATH ." userId="c069ce78-7b3e-49df-863c-37cd5cba8d18" providerId="ADAL" clId="{88DB0432-0257-4B9C-AC44-4607F71EAFFD}" dt="2026-01-24T13:00:28.907" v="978"/>
          <ac:inkMkLst>
            <pc:docMk/>
            <pc:sldMk cId="3985065325" sldId="354"/>
            <ac:inkMk id="53" creationId="{4FAD8DE7-A839-6CD0-19EC-EDC2B07C7B23}"/>
          </ac:inkMkLst>
        </pc:inkChg>
        <pc:inkChg chg="add">
          <ac:chgData name="MINATI RATH ." userId="c069ce78-7b3e-49df-863c-37cd5cba8d18" providerId="ADAL" clId="{88DB0432-0257-4B9C-AC44-4607F71EAFFD}" dt="2026-01-24T13:00:34.394" v="979"/>
          <ac:inkMkLst>
            <pc:docMk/>
            <pc:sldMk cId="3985065325" sldId="354"/>
            <ac:inkMk id="54" creationId="{62564F10-4942-5871-A691-6C1DF3EBCCFD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55" creationId="{C7937E2D-C5D7-F1A8-A930-0FA757AE8EF6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56" creationId="{DCF886C5-59ED-1512-2152-F38AB2E545B1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57" creationId="{233DB8D2-3102-752D-140A-D46E06FDE7BB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58" creationId="{C21928F4-8603-FFBC-B167-C88CD14AE711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59" creationId="{F60E6572-053D-6851-0643-DDE376D53E40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60" creationId="{3D53C307-75BA-5145-B12B-7DD687B056BE}"/>
          </ac:inkMkLst>
        </pc:inkChg>
        <pc:inkChg chg="add">
          <ac:chgData name="MINATI RATH ." userId="c069ce78-7b3e-49df-863c-37cd5cba8d18" providerId="ADAL" clId="{88DB0432-0257-4B9C-AC44-4607F71EAFFD}" dt="2026-01-24T13:00:46.692" v="986"/>
          <ac:inkMkLst>
            <pc:docMk/>
            <pc:sldMk cId="3985065325" sldId="354"/>
            <ac:inkMk id="61" creationId="{033AC66A-D4C4-7572-9AF5-2EC119A3D52C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62" creationId="{883D16DD-69C9-A713-93E5-EDC2B5FF53F7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63" creationId="{FD11CE46-8621-5709-3AE5-06EE1AE7D730}"/>
          </ac:inkMkLst>
        </pc:inkChg>
        <pc:inkChg chg="add del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128" creationId="{704CC292-201A-1947-26BB-E9C24CB3F3E9}"/>
          </ac:inkMkLst>
        </pc:inkChg>
        <pc:inkChg chg="add reco">
          <ac:chgData name="MINATI RATH ." userId="c069ce78-7b3e-49df-863c-37cd5cba8d18" providerId="ADAL" clId="{88DB0432-0257-4B9C-AC44-4607F71EAFFD}" dt="2026-01-24T13:00:49.758" v="990"/>
          <ac:inkMkLst>
            <pc:docMk/>
            <pc:sldMk cId="3985065325" sldId="354"/>
            <ac:inkMk id="129" creationId="{B221988A-D5BC-1A42-F540-6739DFD7E407}"/>
          </ac:inkMkLst>
        </pc:inkChg>
        <pc:inkChg chg="add del">
          <ac:chgData name="MINATI RATH ." userId="c069ce78-7b3e-49df-863c-37cd5cba8d18" providerId="ADAL" clId="{88DB0432-0257-4B9C-AC44-4607F71EAFFD}" dt="2026-01-24T13:00:51.504" v="995"/>
          <ac:inkMkLst>
            <pc:docMk/>
            <pc:sldMk cId="3985065325" sldId="354"/>
            <ac:inkMk id="130" creationId="{4A63C579-043C-81F0-6C01-372B509BFE06}"/>
          </ac:inkMkLst>
        </pc:inkChg>
        <pc:inkChg chg="add del">
          <ac:chgData name="MINATI RATH ." userId="c069ce78-7b3e-49df-863c-37cd5cba8d18" providerId="ADAL" clId="{88DB0432-0257-4B9C-AC44-4607F71EAFFD}" dt="2026-01-24T13:00:51.504" v="995"/>
          <ac:inkMkLst>
            <pc:docMk/>
            <pc:sldMk cId="3985065325" sldId="354"/>
            <ac:inkMk id="131" creationId="{50CFE05F-64D4-0671-86FE-4958B8EFF834}"/>
          </ac:inkMkLst>
        </pc:inkChg>
        <pc:inkChg chg="add del">
          <ac:chgData name="MINATI RATH ." userId="c069ce78-7b3e-49df-863c-37cd5cba8d18" providerId="ADAL" clId="{88DB0432-0257-4B9C-AC44-4607F71EAFFD}" dt="2026-01-24T13:00:51.504" v="995"/>
          <ac:inkMkLst>
            <pc:docMk/>
            <pc:sldMk cId="3985065325" sldId="354"/>
            <ac:inkMk id="132" creationId="{A274FAB6-C14C-9783-E09F-F596F0E039E3}"/>
          </ac:inkMkLst>
        </pc:inkChg>
        <pc:inkChg chg="add del">
          <ac:chgData name="MINATI RATH ." userId="c069ce78-7b3e-49df-863c-37cd5cba8d18" providerId="ADAL" clId="{88DB0432-0257-4B9C-AC44-4607F71EAFFD}" dt="2026-01-24T13:00:51.504" v="995"/>
          <ac:inkMkLst>
            <pc:docMk/>
            <pc:sldMk cId="3985065325" sldId="354"/>
            <ac:inkMk id="133" creationId="{12B41B1B-5554-A505-82AA-54B80C1718CF}"/>
          </ac:inkMkLst>
        </pc:inkChg>
        <pc:inkChg chg="add reco">
          <ac:chgData name="MINATI RATH ." userId="c069ce78-7b3e-49df-863c-37cd5cba8d18" providerId="ADAL" clId="{88DB0432-0257-4B9C-AC44-4607F71EAFFD}" dt="2026-01-24T13:00:51.504" v="995"/>
          <ac:inkMkLst>
            <pc:docMk/>
            <pc:sldMk cId="3985065325" sldId="354"/>
            <ac:inkMk id="134" creationId="{0D3BA320-F2EC-196B-3301-7B2F5362F207}"/>
          </ac:inkMkLst>
        </pc:inkChg>
        <pc:inkChg chg="add del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35" creationId="{C113139D-04D1-4228-2C70-4DC97372AD0C}"/>
          </ac:inkMkLst>
        </pc:inkChg>
        <pc:inkChg chg="add del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36" creationId="{446638A0-EE79-5D64-ABE3-31C750E17DA5}"/>
          </ac:inkMkLst>
        </pc:inkChg>
        <pc:inkChg chg="add del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37" creationId="{54BBB201-A2F0-B4D0-F551-D11D92FA0E24}"/>
          </ac:inkMkLst>
        </pc:inkChg>
        <pc:inkChg chg="add del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38" creationId="{2B3ED27C-7D5E-2B8A-2621-9D75F29E288D}"/>
          </ac:inkMkLst>
        </pc:inkChg>
        <pc:inkChg chg="add del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39" creationId="{3764A7EC-7B33-A645-F919-9AAECEDE9AC3}"/>
          </ac:inkMkLst>
        </pc:inkChg>
        <pc:inkChg chg="add reco">
          <ac:chgData name="MINATI RATH ." userId="c069ce78-7b3e-49df-863c-37cd5cba8d18" providerId="ADAL" clId="{88DB0432-0257-4B9C-AC44-4607F71EAFFD}" dt="2026-01-24T13:01:05.220" v="1001"/>
          <ac:inkMkLst>
            <pc:docMk/>
            <pc:sldMk cId="3985065325" sldId="354"/>
            <ac:inkMk id="140" creationId="{A4534E24-4DEF-AE61-CD34-06D9002B0517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1" creationId="{09CE143C-B1BB-E0E1-82F2-C437D0C99848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2" creationId="{4E06FF67-C57B-920A-DB59-7263CD99EDAB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3" creationId="{90C2804D-0E26-011C-8558-A2EB4A6C03BD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4" creationId="{094CE737-8668-1524-AF6D-DB613E3B6934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5" creationId="{C1AF5E83-E303-FCE8-FF94-552FDF15D918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6" creationId="{F69FBFF4-18B0-2661-07CE-5F263A4CF521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7" creationId="{829CAFE4-48A9-64C7-6E19-560F6B7B757C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8" creationId="{D6620018-4E46-7FF8-DACD-D2E38AE9A01E}"/>
          </ac:inkMkLst>
        </pc:inkChg>
        <pc:inkChg chg="add del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49" creationId="{254102A1-ECD3-0C19-4F3C-91A459EB2740}"/>
          </ac:inkMkLst>
        </pc:inkChg>
        <pc:inkChg chg="add reco">
          <ac:chgData name="MINATI RATH ." userId="c069ce78-7b3e-49df-863c-37cd5cba8d18" providerId="ADAL" clId="{88DB0432-0257-4B9C-AC44-4607F71EAFFD}" dt="2026-01-24T13:01:12.967" v="1011"/>
          <ac:inkMkLst>
            <pc:docMk/>
            <pc:sldMk cId="3985065325" sldId="354"/>
            <ac:inkMk id="150" creationId="{23953E08-9CA6-AF69-2196-58924253CD27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1" creationId="{3DEDEE6C-DE99-B17D-582C-23F39963C4E7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2" creationId="{CC60477F-89EE-4820-DE35-2E72998E7FEB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3" creationId="{8BD6255E-283F-2A24-E113-316BCB90C314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4" creationId="{799C1AB3-4F00-4389-70A1-C3463E36F8B3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5" creationId="{4ABD93AD-A8D4-D26E-2E66-2DBCEADB2E5F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6" creationId="{78DA83F8-4A38-DB16-3CAB-B95513A6E696}"/>
          </ac:inkMkLst>
        </pc:inkChg>
        <pc:inkChg chg="add del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7" creationId="{A69BA633-C060-AD2D-927C-66B9780AA521}"/>
          </ac:inkMkLst>
        </pc:inkChg>
        <pc:inkChg chg="add reco">
          <ac:chgData name="MINATI RATH ." userId="c069ce78-7b3e-49df-863c-37cd5cba8d18" providerId="ADAL" clId="{88DB0432-0257-4B9C-AC44-4607F71EAFFD}" dt="2026-01-24T13:01:17.016" v="1019"/>
          <ac:inkMkLst>
            <pc:docMk/>
            <pc:sldMk cId="3985065325" sldId="354"/>
            <ac:inkMk id="158" creationId="{817E2B6C-8D2A-CBAC-94CB-8613DA357B31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59" creationId="{14E86C5E-E0DC-EC7D-9F26-98C2C3042BBF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0" creationId="{056EE86C-9D61-6F4F-D06F-A4585FB6882F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1" creationId="{928A7469-F1F1-4D08-5C05-738B612153AF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2" creationId="{C27B7798-18D6-5F17-FB38-8315DB5A1DF0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3" creationId="{68A131E6-E7CB-35EC-5938-41595E419989}"/>
          </ac:inkMkLst>
        </pc:inkChg>
        <pc:inkChg chg="add del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4" creationId="{D1052624-6A5D-A62D-3DAB-BEE472CDE316}"/>
          </ac:inkMkLst>
        </pc:inkChg>
        <pc:inkChg chg="add reco">
          <ac:chgData name="MINATI RATH ." userId="c069ce78-7b3e-49df-863c-37cd5cba8d18" providerId="ADAL" clId="{88DB0432-0257-4B9C-AC44-4607F71EAFFD}" dt="2026-01-24T13:01:21.297" v="1026"/>
          <ac:inkMkLst>
            <pc:docMk/>
            <pc:sldMk cId="3985065325" sldId="354"/>
            <ac:inkMk id="165" creationId="{934CCA46-967A-36FA-D1C9-96AD1B7C4D9D}"/>
          </ac:inkMkLst>
        </pc:inkChg>
        <pc:inkChg chg="add">
          <ac:chgData name="MINATI RATH ." userId="c069ce78-7b3e-49df-863c-37cd5cba8d18" providerId="ADAL" clId="{88DB0432-0257-4B9C-AC44-4607F71EAFFD}" dt="2026-01-24T13:01:23.718" v="1027"/>
          <ac:inkMkLst>
            <pc:docMk/>
            <pc:sldMk cId="3985065325" sldId="354"/>
            <ac:inkMk id="166" creationId="{C2B029AC-5B57-97BE-A7F2-6E6D17A2B5DC}"/>
          </ac:inkMkLst>
        </pc:inkChg>
        <pc:inkChg chg="add del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67" creationId="{860C5B25-9AAD-7757-3FDD-B225FD10D9BB}"/>
          </ac:inkMkLst>
        </pc:inkChg>
        <pc:inkChg chg="add del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68" creationId="{7276FB5A-21B7-4AF7-251F-3333EF30E1FC}"/>
          </ac:inkMkLst>
        </pc:inkChg>
        <pc:inkChg chg="add del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69" creationId="{13290508-76A9-D87E-5D8C-5EEDEBC3F8EA}"/>
          </ac:inkMkLst>
        </pc:inkChg>
        <pc:inkChg chg="add del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70" creationId="{470883DF-0440-027A-DD66-9529335FE1A8}"/>
          </ac:inkMkLst>
        </pc:inkChg>
        <pc:inkChg chg="add del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71" creationId="{4D6F69D3-E357-24B0-E4ED-0E8A7304D689}"/>
          </ac:inkMkLst>
        </pc:inkChg>
        <pc:inkChg chg="add reco">
          <ac:chgData name="MINATI RATH ." userId="c069ce78-7b3e-49df-863c-37cd5cba8d18" providerId="ADAL" clId="{88DB0432-0257-4B9C-AC44-4607F71EAFFD}" dt="2026-01-24T13:01:34.822" v="1033"/>
          <ac:inkMkLst>
            <pc:docMk/>
            <pc:sldMk cId="3985065325" sldId="354"/>
            <ac:inkMk id="172" creationId="{3153CC67-2F42-DB0B-505D-AA326FF62CD1}"/>
          </ac:inkMkLst>
        </pc:inkChg>
        <pc:inkChg chg="add del">
          <ac:chgData name="MINATI RATH ." userId="c069ce78-7b3e-49df-863c-37cd5cba8d18" providerId="ADAL" clId="{88DB0432-0257-4B9C-AC44-4607F71EAFFD}" dt="2026-01-24T13:01:37.712" v="1037"/>
          <ac:inkMkLst>
            <pc:docMk/>
            <pc:sldMk cId="3985065325" sldId="354"/>
            <ac:inkMk id="173" creationId="{B376EAFA-2428-2513-BEEF-5B5726CDFFD0}"/>
          </ac:inkMkLst>
        </pc:inkChg>
        <pc:inkChg chg="add del">
          <ac:chgData name="MINATI RATH ." userId="c069ce78-7b3e-49df-863c-37cd5cba8d18" providerId="ADAL" clId="{88DB0432-0257-4B9C-AC44-4607F71EAFFD}" dt="2026-01-24T13:01:37.712" v="1037"/>
          <ac:inkMkLst>
            <pc:docMk/>
            <pc:sldMk cId="3985065325" sldId="354"/>
            <ac:inkMk id="174" creationId="{67524373-452E-89E6-B7AA-D7019FC18D18}"/>
          </ac:inkMkLst>
        </pc:inkChg>
        <pc:inkChg chg="add del">
          <ac:chgData name="MINATI RATH ." userId="c069ce78-7b3e-49df-863c-37cd5cba8d18" providerId="ADAL" clId="{88DB0432-0257-4B9C-AC44-4607F71EAFFD}" dt="2026-01-24T13:01:37.712" v="1037"/>
          <ac:inkMkLst>
            <pc:docMk/>
            <pc:sldMk cId="3985065325" sldId="354"/>
            <ac:inkMk id="175" creationId="{0C5F6BD5-47F2-1710-0013-83D403616420}"/>
          </ac:inkMkLst>
        </pc:inkChg>
        <pc:inkChg chg="add mod reco">
          <ac:chgData name="MINATI RATH ." userId="c069ce78-7b3e-49df-863c-37cd5cba8d18" providerId="ADAL" clId="{88DB0432-0257-4B9C-AC44-4607F71EAFFD}" dt="2026-01-24T13:18:02.484" v="1562" actId="14100"/>
          <ac:inkMkLst>
            <pc:docMk/>
            <pc:sldMk cId="3985065325" sldId="354"/>
            <ac:inkMk id="176" creationId="{53D167A7-0D26-EFA6-243E-0C1E23B458C3}"/>
          </ac:inkMkLst>
        </pc:inkChg>
        <pc:inkChg chg="add">
          <ac:chgData name="MINATI RATH ." userId="c069ce78-7b3e-49df-863c-37cd5cba8d18" providerId="ADAL" clId="{88DB0432-0257-4B9C-AC44-4607F71EAFFD}" dt="2026-01-24T13:01:39.255" v="1038"/>
          <ac:inkMkLst>
            <pc:docMk/>
            <pc:sldMk cId="3985065325" sldId="354"/>
            <ac:inkMk id="177" creationId="{F59F4EE6-57E5-DC16-D71D-D56B44B63459}"/>
          </ac:inkMkLst>
        </pc:inkChg>
        <pc:inkChg chg="add del">
          <ac:chgData name="MINATI RATH ." userId="c069ce78-7b3e-49df-863c-37cd5cba8d18" providerId="ADAL" clId="{88DB0432-0257-4B9C-AC44-4607F71EAFFD}" dt="2026-01-24T13:01:48.434" v="1043"/>
          <ac:inkMkLst>
            <pc:docMk/>
            <pc:sldMk cId="3985065325" sldId="354"/>
            <ac:inkMk id="178" creationId="{1E2EFF2F-2951-AEAA-DDB3-294E4A73BA7D}"/>
          </ac:inkMkLst>
        </pc:inkChg>
        <pc:inkChg chg="add del">
          <ac:chgData name="MINATI RATH ." userId="c069ce78-7b3e-49df-863c-37cd5cba8d18" providerId="ADAL" clId="{88DB0432-0257-4B9C-AC44-4607F71EAFFD}" dt="2026-01-24T13:01:48.434" v="1043"/>
          <ac:inkMkLst>
            <pc:docMk/>
            <pc:sldMk cId="3985065325" sldId="354"/>
            <ac:inkMk id="179" creationId="{F4FB4C17-99CE-93B3-810B-20591E2FEEDD}"/>
          </ac:inkMkLst>
        </pc:inkChg>
        <pc:inkChg chg="add del">
          <ac:chgData name="MINATI RATH ." userId="c069ce78-7b3e-49df-863c-37cd5cba8d18" providerId="ADAL" clId="{88DB0432-0257-4B9C-AC44-4607F71EAFFD}" dt="2026-01-24T13:01:48.434" v="1043"/>
          <ac:inkMkLst>
            <pc:docMk/>
            <pc:sldMk cId="3985065325" sldId="354"/>
            <ac:inkMk id="180" creationId="{580917E8-7C9E-38B9-38E9-5006D396F69E}"/>
          </ac:inkMkLst>
        </pc:inkChg>
        <pc:inkChg chg="add del">
          <ac:chgData name="MINATI RATH ." userId="c069ce78-7b3e-49df-863c-37cd5cba8d18" providerId="ADAL" clId="{88DB0432-0257-4B9C-AC44-4607F71EAFFD}" dt="2026-01-24T13:01:48.434" v="1043"/>
          <ac:inkMkLst>
            <pc:docMk/>
            <pc:sldMk cId="3985065325" sldId="354"/>
            <ac:inkMk id="181" creationId="{7F93123F-9DFC-EB0A-ADB9-FFC0BA766874}"/>
          </ac:inkMkLst>
        </pc:inkChg>
        <pc:inkChg chg="add reco">
          <ac:chgData name="MINATI RATH ." userId="c069ce78-7b3e-49df-863c-37cd5cba8d18" providerId="ADAL" clId="{88DB0432-0257-4B9C-AC44-4607F71EAFFD}" dt="2026-01-24T13:01:48.434" v="1043"/>
          <ac:inkMkLst>
            <pc:docMk/>
            <pc:sldMk cId="3985065325" sldId="354"/>
            <ac:inkMk id="182" creationId="{7B8241B0-D11A-4F01-6E74-331EAE920AD1}"/>
          </ac:inkMkLst>
        </pc:inkChg>
        <pc:inkChg chg="add del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83" creationId="{8460067A-4122-3F36-D5FE-C72B29DA7EC4}"/>
          </ac:inkMkLst>
        </pc:inkChg>
        <pc:inkChg chg="add del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88" creationId="{24DA8CAA-6ADF-A5F0-3A76-E6533EAAA39A}"/>
          </ac:inkMkLst>
        </pc:inkChg>
        <pc:inkChg chg="add del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89" creationId="{F5470939-E03F-D377-D44C-E4925C523B57}"/>
          </ac:inkMkLst>
        </pc:inkChg>
        <pc:inkChg chg="add del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90" creationId="{A74CA43F-C265-081E-ECC8-413B7ECAA6D1}"/>
          </ac:inkMkLst>
        </pc:inkChg>
        <pc:inkChg chg="add del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91" creationId="{4FE8C7BC-2803-0A88-9A22-3E9EDA4E3CFD}"/>
          </ac:inkMkLst>
        </pc:inkChg>
        <pc:inkChg chg="add reco">
          <ac:chgData name="MINATI RATH ." userId="c069ce78-7b3e-49df-863c-37cd5cba8d18" providerId="ADAL" clId="{88DB0432-0257-4B9C-AC44-4607F71EAFFD}" dt="2026-01-24T13:01:54.078" v="1049"/>
          <ac:inkMkLst>
            <pc:docMk/>
            <pc:sldMk cId="3985065325" sldId="354"/>
            <ac:inkMk id="192" creationId="{18C4F9F1-B5B0-E8DA-8C80-ED86D8BCE953}"/>
          </ac:inkMkLst>
        </pc:inkChg>
        <pc:inkChg chg="add">
          <ac:chgData name="MINATI RATH ." userId="c069ce78-7b3e-49df-863c-37cd5cba8d18" providerId="ADAL" clId="{88DB0432-0257-4B9C-AC44-4607F71EAFFD}" dt="2026-01-24T13:01:55.706" v="1050"/>
          <ac:inkMkLst>
            <pc:docMk/>
            <pc:sldMk cId="3985065325" sldId="354"/>
            <ac:inkMk id="193" creationId="{C3C5CBF8-DCF5-32CF-7B6A-B9E96F3A55D6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4" creationId="{EE5A5FC1-106D-DE78-2005-ABE55DE9B4F0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5" creationId="{B94DBEA9-FD91-84B7-FDB2-D9F54C678AB1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6" creationId="{FB1EF487-BF74-DF4B-6395-43CB0676AB09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7" creationId="{C08D94BB-08B6-A1A2-999B-D307FEFEA575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8" creationId="{5599FFE3-2975-9F05-3C49-A512C709117F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199" creationId="{1434CDB6-C18F-3C02-C6F9-A49A31DF61C6}"/>
          </ac:inkMkLst>
        </pc:inkChg>
        <pc:inkChg chg="add del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200" creationId="{D659138E-8C5B-3CFE-552A-2BA27CD0B93D}"/>
          </ac:inkMkLst>
        </pc:inkChg>
        <pc:inkChg chg="add reco">
          <ac:chgData name="MINATI RATH ." userId="c069ce78-7b3e-49df-863c-37cd5cba8d18" providerId="ADAL" clId="{88DB0432-0257-4B9C-AC44-4607F71EAFFD}" dt="2026-01-24T13:02:02.065" v="1058"/>
          <ac:inkMkLst>
            <pc:docMk/>
            <pc:sldMk cId="3985065325" sldId="354"/>
            <ac:inkMk id="201" creationId="{1F9DCB55-B1CD-0870-E289-6C1ED0B41A65}"/>
          </ac:inkMkLst>
        </pc:inkChg>
        <pc:inkChg chg="add">
          <ac:chgData name="MINATI RATH ." userId="c069ce78-7b3e-49df-863c-37cd5cba8d18" providerId="ADAL" clId="{88DB0432-0257-4B9C-AC44-4607F71EAFFD}" dt="2026-01-24T13:02:13.373" v="1059"/>
          <ac:inkMkLst>
            <pc:docMk/>
            <pc:sldMk cId="3985065325" sldId="354"/>
            <ac:inkMk id="202" creationId="{E32C4A27-CC88-7005-3263-8D9333C33041}"/>
          </ac:inkMkLst>
        </pc:inkChg>
        <pc:inkChg chg="add del">
          <ac:chgData name="MINATI RATH ." userId="c069ce78-7b3e-49df-863c-37cd5cba8d18" providerId="ADAL" clId="{88DB0432-0257-4B9C-AC44-4607F71EAFFD}" dt="2026-01-24T13:02:15.701" v="1062"/>
          <ac:inkMkLst>
            <pc:docMk/>
            <pc:sldMk cId="3985065325" sldId="354"/>
            <ac:inkMk id="203" creationId="{245CBF45-836D-E821-A90C-569A2D05ACDC}"/>
          </ac:inkMkLst>
        </pc:inkChg>
        <pc:inkChg chg="add del">
          <ac:chgData name="MINATI RATH ." userId="c069ce78-7b3e-49df-863c-37cd5cba8d18" providerId="ADAL" clId="{88DB0432-0257-4B9C-AC44-4607F71EAFFD}" dt="2026-01-24T13:02:15.701" v="1062"/>
          <ac:inkMkLst>
            <pc:docMk/>
            <pc:sldMk cId="3985065325" sldId="354"/>
            <ac:inkMk id="204" creationId="{FC31044D-A677-7998-2B19-5F5FA289CBFA}"/>
          </ac:inkMkLst>
        </pc:inkChg>
        <pc:inkChg chg="add reco">
          <ac:chgData name="MINATI RATH ." userId="c069ce78-7b3e-49df-863c-37cd5cba8d18" providerId="ADAL" clId="{88DB0432-0257-4B9C-AC44-4607F71EAFFD}" dt="2026-01-24T13:02:15.701" v="1062"/>
          <ac:inkMkLst>
            <pc:docMk/>
            <pc:sldMk cId="3985065325" sldId="354"/>
            <ac:inkMk id="205" creationId="{14966360-4F80-D328-E249-45C09161E8D5}"/>
          </ac:inkMkLst>
        </pc:inkChg>
        <pc:inkChg chg="add del">
          <ac:chgData name="MINATI RATH ." userId="c069ce78-7b3e-49df-863c-37cd5cba8d18" providerId="ADAL" clId="{88DB0432-0257-4B9C-AC44-4607F71EAFFD}" dt="2026-01-24T13:02:21.822" v="1065"/>
          <ac:inkMkLst>
            <pc:docMk/>
            <pc:sldMk cId="3985065325" sldId="354"/>
            <ac:inkMk id="206" creationId="{386C9902-BA80-E229-D7A1-9F143AADBBCA}"/>
          </ac:inkMkLst>
        </pc:inkChg>
        <pc:inkChg chg="add del">
          <ac:chgData name="MINATI RATH ." userId="c069ce78-7b3e-49df-863c-37cd5cba8d18" providerId="ADAL" clId="{88DB0432-0257-4B9C-AC44-4607F71EAFFD}" dt="2026-01-24T13:02:21.822" v="1065"/>
          <ac:inkMkLst>
            <pc:docMk/>
            <pc:sldMk cId="3985065325" sldId="354"/>
            <ac:inkMk id="207" creationId="{2FF65285-D4E9-FE75-3B83-F0FB3CC32FA3}"/>
          </ac:inkMkLst>
        </pc:inkChg>
        <pc:inkChg chg="add reco">
          <ac:chgData name="MINATI RATH ." userId="c069ce78-7b3e-49df-863c-37cd5cba8d18" providerId="ADAL" clId="{88DB0432-0257-4B9C-AC44-4607F71EAFFD}" dt="2026-01-24T13:02:21.822" v="1065"/>
          <ac:inkMkLst>
            <pc:docMk/>
            <pc:sldMk cId="3985065325" sldId="354"/>
            <ac:inkMk id="208" creationId="{5998C817-C2F0-C18F-4175-6314118533A9}"/>
          </ac:inkMkLst>
        </pc:inkChg>
        <pc:inkChg chg="add del">
          <ac:chgData name="MINATI RATH ." userId="c069ce78-7b3e-49df-863c-37cd5cba8d18" providerId="ADAL" clId="{88DB0432-0257-4B9C-AC44-4607F71EAFFD}" dt="2026-01-24T13:02:24.721" v="1068"/>
          <ac:inkMkLst>
            <pc:docMk/>
            <pc:sldMk cId="3985065325" sldId="354"/>
            <ac:inkMk id="209" creationId="{DCBBA4C5-1A73-6A9C-E4E1-5FBFD95E7476}"/>
          </ac:inkMkLst>
        </pc:inkChg>
        <pc:inkChg chg="add del">
          <ac:chgData name="MINATI RATH ." userId="c069ce78-7b3e-49df-863c-37cd5cba8d18" providerId="ADAL" clId="{88DB0432-0257-4B9C-AC44-4607F71EAFFD}" dt="2026-01-24T13:02:24.721" v="1068"/>
          <ac:inkMkLst>
            <pc:docMk/>
            <pc:sldMk cId="3985065325" sldId="354"/>
            <ac:inkMk id="210" creationId="{E81C034F-86FC-31B0-AD9F-3B2CAAC76700}"/>
          </ac:inkMkLst>
        </pc:inkChg>
        <pc:inkChg chg="add reco">
          <ac:chgData name="MINATI RATH ." userId="c069ce78-7b3e-49df-863c-37cd5cba8d18" providerId="ADAL" clId="{88DB0432-0257-4B9C-AC44-4607F71EAFFD}" dt="2026-01-24T13:02:24.721" v="1068"/>
          <ac:inkMkLst>
            <pc:docMk/>
            <pc:sldMk cId="3985065325" sldId="354"/>
            <ac:inkMk id="211" creationId="{058F77F7-BD5C-8737-1F44-574E9EEFD200}"/>
          </ac:inkMkLst>
        </pc:inkChg>
        <pc:inkChg chg="add del">
          <ac:chgData name="MINATI RATH ." userId="c069ce78-7b3e-49df-863c-37cd5cba8d18" providerId="ADAL" clId="{88DB0432-0257-4B9C-AC44-4607F71EAFFD}" dt="2026-01-24T13:02:27.184" v="1072"/>
          <ac:inkMkLst>
            <pc:docMk/>
            <pc:sldMk cId="3985065325" sldId="354"/>
            <ac:inkMk id="212" creationId="{78A5D278-A676-BF63-929F-3ADABB68D76B}"/>
          </ac:inkMkLst>
        </pc:inkChg>
        <pc:inkChg chg="add del">
          <ac:chgData name="MINATI RATH ." userId="c069ce78-7b3e-49df-863c-37cd5cba8d18" providerId="ADAL" clId="{88DB0432-0257-4B9C-AC44-4607F71EAFFD}" dt="2026-01-24T13:02:27.184" v="1072"/>
          <ac:inkMkLst>
            <pc:docMk/>
            <pc:sldMk cId="3985065325" sldId="354"/>
            <ac:inkMk id="213" creationId="{0288635E-E369-3163-038B-6EECF9B74EF1}"/>
          </ac:inkMkLst>
        </pc:inkChg>
        <pc:inkChg chg="add del">
          <ac:chgData name="MINATI RATH ." userId="c069ce78-7b3e-49df-863c-37cd5cba8d18" providerId="ADAL" clId="{88DB0432-0257-4B9C-AC44-4607F71EAFFD}" dt="2026-01-24T13:02:27.184" v="1072"/>
          <ac:inkMkLst>
            <pc:docMk/>
            <pc:sldMk cId="3985065325" sldId="354"/>
            <ac:inkMk id="214" creationId="{5451E4A2-E14A-BF83-F68D-60DB7C1FD530}"/>
          </ac:inkMkLst>
        </pc:inkChg>
        <pc:inkChg chg="add reco">
          <ac:chgData name="MINATI RATH ." userId="c069ce78-7b3e-49df-863c-37cd5cba8d18" providerId="ADAL" clId="{88DB0432-0257-4B9C-AC44-4607F71EAFFD}" dt="2026-01-24T13:02:27.184" v="1072"/>
          <ac:inkMkLst>
            <pc:docMk/>
            <pc:sldMk cId="3985065325" sldId="354"/>
            <ac:inkMk id="215" creationId="{18338AF1-3EF9-B3CA-4939-3C3B4D4DE16C}"/>
          </ac:inkMkLst>
        </pc:inkChg>
        <pc:inkChg chg="add">
          <ac:chgData name="MINATI RATH ." userId="c069ce78-7b3e-49df-863c-37cd5cba8d18" providerId="ADAL" clId="{88DB0432-0257-4B9C-AC44-4607F71EAFFD}" dt="2026-01-24T13:02:28.634" v="1073"/>
          <ac:inkMkLst>
            <pc:docMk/>
            <pc:sldMk cId="3985065325" sldId="354"/>
            <ac:inkMk id="216" creationId="{8C4C6E3C-A2DF-38AF-94AD-BA8A644B800C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17" creationId="{3F9B8A85-7968-5200-4AD1-505AE7CC9720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18" creationId="{6A1873F3-957F-F772-01EC-39B6D34C8C62}"/>
          </ac:inkMkLst>
        </pc:inkChg>
        <pc:inkChg chg="add">
          <ac:chgData name="MINATI RATH ." userId="c069ce78-7b3e-49df-863c-37cd5cba8d18" providerId="ADAL" clId="{88DB0432-0257-4B9C-AC44-4607F71EAFFD}" dt="2026-01-24T13:02:32.268" v="1076"/>
          <ac:inkMkLst>
            <pc:docMk/>
            <pc:sldMk cId="3985065325" sldId="354"/>
            <ac:inkMk id="219" creationId="{E7955413-2D9B-2101-4440-7F39CA01CF1D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0" creationId="{97DA2C4A-494B-F3BB-52F6-61628B654D17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1" creationId="{C6DDBDAD-1D1F-ED7D-2C0B-233F0B1EFFC9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2" creationId="{C29F9FD9-B723-1E6D-7732-1666995E3926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3" creationId="{710DDA49-8FF1-5204-BEE6-F6900F223FDC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4" creationId="{321A1CA3-2600-527F-33BF-1459B1F5752A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5" creationId="{6972F2E6-2B00-4F6D-5736-FF7BE0CD2FB6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6" creationId="{5BF82D54-4DE3-F6E4-BD9B-353CF278D496}"/>
          </ac:inkMkLst>
        </pc:inkChg>
        <pc:inkChg chg="add del">
          <ac:chgData name="MINATI RATH ." userId="c069ce78-7b3e-49df-863c-37cd5cba8d18" providerId="ADAL" clId="{88DB0432-0257-4B9C-AC44-4607F71EAFFD}" dt="2026-01-24T13:02:38.389" v="1090"/>
          <ac:inkMkLst>
            <pc:docMk/>
            <pc:sldMk cId="3985065325" sldId="354"/>
            <ac:inkMk id="227" creationId="{AD844045-EE62-84A8-8441-E364706A9279}"/>
          </ac:inkMkLst>
        </pc:inkChg>
        <pc:inkChg chg="add">
          <ac:chgData name="MINATI RATH ." userId="c069ce78-7b3e-49df-863c-37cd5cba8d18" providerId="ADAL" clId="{88DB0432-0257-4B9C-AC44-4607F71EAFFD}" dt="2026-01-24T13:02:35.747" v="1085"/>
          <ac:inkMkLst>
            <pc:docMk/>
            <pc:sldMk cId="3985065325" sldId="354"/>
            <ac:inkMk id="228" creationId="{E25D8366-A373-6CCC-7DC2-0C2A92394D72}"/>
          </ac:inkMkLst>
        </pc:inkChg>
        <pc:inkChg chg="add">
          <ac:chgData name="MINATI RATH ." userId="c069ce78-7b3e-49df-863c-37cd5cba8d18" providerId="ADAL" clId="{88DB0432-0257-4B9C-AC44-4607F71EAFFD}" dt="2026-01-24T13:02:36.571" v="1086"/>
          <ac:inkMkLst>
            <pc:docMk/>
            <pc:sldMk cId="3985065325" sldId="354"/>
            <ac:inkMk id="229" creationId="{5019347B-0121-1829-14E2-93E544DB0615}"/>
          </ac:inkMkLst>
        </pc:inkChg>
        <pc:inkChg chg="add">
          <ac:chgData name="MINATI RATH ." userId="c069ce78-7b3e-49df-863c-37cd5cba8d18" providerId="ADAL" clId="{88DB0432-0257-4B9C-AC44-4607F71EAFFD}" dt="2026-01-24T13:02:36.951" v="1087"/>
          <ac:inkMkLst>
            <pc:docMk/>
            <pc:sldMk cId="3985065325" sldId="354"/>
            <ac:inkMk id="230" creationId="{CA384B4E-FF4A-6775-D3AB-D5A41482DA87}"/>
          </ac:inkMkLst>
        </pc:inkChg>
        <pc:inkChg chg="add">
          <ac:chgData name="MINATI RATH ." userId="c069ce78-7b3e-49df-863c-37cd5cba8d18" providerId="ADAL" clId="{88DB0432-0257-4B9C-AC44-4607F71EAFFD}" dt="2026-01-24T13:02:37.337" v="1088"/>
          <ac:inkMkLst>
            <pc:docMk/>
            <pc:sldMk cId="3985065325" sldId="354"/>
            <ac:inkMk id="231" creationId="{88D39A08-D6D4-6634-A6C0-747C5F89B34E}"/>
          </ac:inkMkLst>
        </pc:inkChg>
        <pc:inkChg chg="add">
          <ac:chgData name="MINATI RATH ." userId="c069ce78-7b3e-49df-863c-37cd5cba8d18" providerId="ADAL" clId="{88DB0432-0257-4B9C-AC44-4607F71EAFFD}" dt="2026-01-24T13:02:37.599" v="1089"/>
          <ac:inkMkLst>
            <pc:docMk/>
            <pc:sldMk cId="3985065325" sldId="354"/>
            <ac:inkMk id="232" creationId="{90D2EABE-C636-0EA0-5A71-18B24482A4A2}"/>
          </ac:inkMkLst>
        </pc:inkChg>
        <pc:inkChg chg="add">
          <ac:chgData name="MINATI RATH ." userId="c069ce78-7b3e-49df-863c-37cd5cba8d18" providerId="ADAL" clId="{88DB0432-0257-4B9C-AC44-4607F71EAFFD}" dt="2026-01-24T13:03:09.719" v="1091"/>
          <ac:inkMkLst>
            <pc:docMk/>
            <pc:sldMk cId="3985065325" sldId="354"/>
            <ac:inkMk id="234" creationId="{E78727E5-3423-C214-FD5B-7451F3A858A9}"/>
          </ac:inkMkLst>
        </pc:inkChg>
        <pc:inkChg chg="add">
          <ac:chgData name="MINATI RATH ." userId="c069ce78-7b3e-49df-863c-37cd5cba8d18" providerId="ADAL" clId="{88DB0432-0257-4B9C-AC44-4607F71EAFFD}" dt="2026-01-24T13:03:15.465" v="1092"/>
          <ac:inkMkLst>
            <pc:docMk/>
            <pc:sldMk cId="3985065325" sldId="354"/>
            <ac:inkMk id="235" creationId="{8DC4ECEA-056D-B72D-CA8A-10641EEC2417}"/>
          </ac:inkMkLst>
        </pc:inkChg>
        <pc:inkChg chg="add del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36" creationId="{A3FF35B4-5E0F-144C-358A-A476E0BB7E4B}"/>
          </ac:inkMkLst>
        </pc:inkChg>
        <pc:inkChg chg="add del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37" creationId="{9DBBF66E-B38F-0C80-0CD4-A00EE564D103}"/>
          </ac:inkMkLst>
        </pc:inkChg>
        <pc:inkChg chg="add del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38" creationId="{79CC842D-2C3C-4161-E3D2-1D38FFDA776F}"/>
          </ac:inkMkLst>
        </pc:inkChg>
        <pc:inkChg chg="add del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39" creationId="{502B2456-5162-3A98-80AE-9A67FCC848EC}"/>
          </ac:inkMkLst>
        </pc:inkChg>
        <pc:inkChg chg="add del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40" creationId="{EC07AE2E-3C53-8193-039B-B481B72A4F9D}"/>
          </ac:inkMkLst>
        </pc:inkChg>
        <pc:inkChg chg="add reco">
          <ac:chgData name="MINATI RATH ." userId="c069ce78-7b3e-49df-863c-37cd5cba8d18" providerId="ADAL" clId="{88DB0432-0257-4B9C-AC44-4607F71EAFFD}" dt="2026-01-24T13:03:26.564" v="1098"/>
          <ac:inkMkLst>
            <pc:docMk/>
            <pc:sldMk cId="3985065325" sldId="354"/>
            <ac:inkMk id="241" creationId="{B5612983-EB57-AE16-9144-356BECD85912}"/>
          </ac:inkMkLst>
        </pc:inkChg>
        <pc:inkChg chg="add del">
          <ac:chgData name="MINATI RATH ." userId="c069ce78-7b3e-49df-863c-37cd5cba8d18" providerId="ADAL" clId="{88DB0432-0257-4B9C-AC44-4607F71EAFFD}" dt="2026-01-24T13:03:31.017" v="1101"/>
          <ac:inkMkLst>
            <pc:docMk/>
            <pc:sldMk cId="3985065325" sldId="354"/>
            <ac:inkMk id="242" creationId="{29BD5150-B4F6-A356-2AA0-21845D8A8796}"/>
          </ac:inkMkLst>
        </pc:inkChg>
        <pc:inkChg chg="add del">
          <ac:chgData name="MINATI RATH ." userId="c069ce78-7b3e-49df-863c-37cd5cba8d18" providerId="ADAL" clId="{88DB0432-0257-4B9C-AC44-4607F71EAFFD}" dt="2026-01-24T13:03:31.017" v="1101"/>
          <ac:inkMkLst>
            <pc:docMk/>
            <pc:sldMk cId="3985065325" sldId="354"/>
            <ac:inkMk id="243" creationId="{64A948DA-C959-F344-DA4D-3756D9959F56}"/>
          </ac:inkMkLst>
        </pc:inkChg>
        <pc:inkChg chg="add reco">
          <ac:chgData name="MINATI RATH ." userId="c069ce78-7b3e-49df-863c-37cd5cba8d18" providerId="ADAL" clId="{88DB0432-0257-4B9C-AC44-4607F71EAFFD}" dt="2026-01-24T13:03:31.017" v="1101"/>
          <ac:inkMkLst>
            <pc:docMk/>
            <pc:sldMk cId="3985065325" sldId="354"/>
            <ac:inkMk id="244" creationId="{2E1E15FB-6532-889F-EADE-6E1C2FF626F7}"/>
          </ac:inkMkLst>
        </pc:inkChg>
        <pc:inkChg chg="add del">
          <ac:chgData name="MINATI RATH ." userId="c069ce78-7b3e-49df-863c-37cd5cba8d18" providerId="ADAL" clId="{88DB0432-0257-4B9C-AC44-4607F71EAFFD}" dt="2026-01-24T13:03:39.895" v="1106"/>
          <ac:inkMkLst>
            <pc:docMk/>
            <pc:sldMk cId="3985065325" sldId="354"/>
            <ac:inkMk id="245" creationId="{3B85B108-817D-4169-0273-34A23004F24F}"/>
          </ac:inkMkLst>
        </pc:inkChg>
        <pc:inkChg chg="add del">
          <ac:chgData name="MINATI RATH ." userId="c069ce78-7b3e-49df-863c-37cd5cba8d18" providerId="ADAL" clId="{88DB0432-0257-4B9C-AC44-4607F71EAFFD}" dt="2026-01-24T13:03:39.895" v="1106"/>
          <ac:inkMkLst>
            <pc:docMk/>
            <pc:sldMk cId="3985065325" sldId="354"/>
            <ac:inkMk id="246" creationId="{5C02EDB9-A0D9-84C8-FE34-236080F5B11B}"/>
          </ac:inkMkLst>
        </pc:inkChg>
        <pc:inkChg chg="add del">
          <ac:chgData name="MINATI RATH ." userId="c069ce78-7b3e-49df-863c-37cd5cba8d18" providerId="ADAL" clId="{88DB0432-0257-4B9C-AC44-4607F71EAFFD}" dt="2026-01-24T13:03:39.895" v="1106"/>
          <ac:inkMkLst>
            <pc:docMk/>
            <pc:sldMk cId="3985065325" sldId="354"/>
            <ac:inkMk id="247" creationId="{AAFF4BDD-99FE-F66A-12CA-E8D0B985E161}"/>
          </ac:inkMkLst>
        </pc:inkChg>
        <pc:inkChg chg="add del">
          <ac:chgData name="MINATI RATH ." userId="c069ce78-7b3e-49df-863c-37cd5cba8d18" providerId="ADAL" clId="{88DB0432-0257-4B9C-AC44-4607F71EAFFD}" dt="2026-01-24T13:03:39.895" v="1106"/>
          <ac:inkMkLst>
            <pc:docMk/>
            <pc:sldMk cId="3985065325" sldId="354"/>
            <ac:inkMk id="248" creationId="{048BE18E-20F3-EBA6-65CB-099BDDFA634D}"/>
          </ac:inkMkLst>
        </pc:inkChg>
        <pc:inkChg chg="add del reco">
          <ac:chgData name="MINATI RATH ." userId="c069ce78-7b3e-49df-863c-37cd5cba8d18" providerId="ADAL" clId="{88DB0432-0257-4B9C-AC44-4607F71EAFFD}" dt="2026-01-24T13:18:04.917" v="1563" actId="478"/>
          <ac:inkMkLst>
            <pc:docMk/>
            <pc:sldMk cId="3985065325" sldId="354"/>
            <ac:inkMk id="249" creationId="{33730FBE-E6E8-FB83-39B0-007B5C0DF28F}"/>
          </ac:inkMkLst>
        </pc:inkChg>
        <pc:inkChg chg="add del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0" creationId="{06A969F6-AD0E-8992-8802-26A8A09D3B40}"/>
          </ac:inkMkLst>
        </pc:inkChg>
        <pc:inkChg chg="add del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1" creationId="{4862B8CF-936A-3D4C-4E13-0C4E831EFD15}"/>
          </ac:inkMkLst>
        </pc:inkChg>
        <pc:inkChg chg="add del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2" creationId="{F31000D4-1805-D4D1-1294-29F251B316F6}"/>
          </ac:inkMkLst>
        </pc:inkChg>
        <pc:inkChg chg="add del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3" creationId="{0DE5EFB0-8619-9547-7E2A-382F9A7A2A12}"/>
          </ac:inkMkLst>
        </pc:inkChg>
        <pc:inkChg chg="add del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4" creationId="{3E79CEE2-F34D-4B69-31D4-D5093EBB43B5}"/>
          </ac:inkMkLst>
        </pc:inkChg>
        <pc:inkChg chg="add reco">
          <ac:chgData name="MINATI RATH ." userId="c069ce78-7b3e-49df-863c-37cd5cba8d18" providerId="ADAL" clId="{88DB0432-0257-4B9C-AC44-4607F71EAFFD}" dt="2026-01-24T13:03:51.013" v="1112"/>
          <ac:inkMkLst>
            <pc:docMk/>
            <pc:sldMk cId="3985065325" sldId="354"/>
            <ac:inkMk id="255" creationId="{F0F23CE5-B1A3-559E-9008-54554F9DD31B}"/>
          </ac:inkMkLst>
        </pc:inkChg>
        <pc:inkChg chg="add del">
          <ac:chgData name="MINATI RATH ." userId="c069ce78-7b3e-49df-863c-37cd5cba8d18" providerId="ADAL" clId="{88DB0432-0257-4B9C-AC44-4607F71EAFFD}" dt="2026-01-24T13:03:58.356" v="1117"/>
          <ac:inkMkLst>
            <pc:docMk/>
            <pc:sldMk cId="3985065325" sldId="354"/>
            <ac:inkMk id="256" creationId="{BB687223-A030-213F-7996-4FB9D897B019}"/>
          </ac:inkMkLst>
        </pc:inkChg>
        <pc:inkChg chg="add del">
          <ac:chgData name="MINATI RATH ." userId="c069ce78-7b3e-49df-863c-37cd5cba8d18" providerId="ADAL" clId="{88DB0432-0257-4B9C-AC44-4607F71EAFFD}" dt="2026-01-24T13:03:58.356" v="1117"/>
          <ac:inkMkLst>
            <pc:docMk/>
            <pc:sldMk cId="3985065325" sldId="354"/>
            <ac:inkMk id="257" creationId="{2E23B2CF-A670-CCC7-BE8D-7378158830E8}"/>
          </ac:inkMkLst>
        </pc:inkChg>
        <pc:inkChg chg="add del">
          <ac:chgData name="MINATI RATH ." userId="c069ce78-7b3e-49df-863c-37cd5cba8d18" providerId="ADAL" clId="{88DB0432-0257-4B9C-AC44-4607F71EAFFD}" dt="2026-01-24T13:03:58.356" v="1117"/>
          <ac:inkMkLst>
            <pc:docMk/>
            <pc:sldMk cId="3985065325" sldId="354"/>
            <ac:inkMk id="258" creationId="{6A238C39-6C1E-2B21-E1BD-2D1BE965002E}"/>
          </ac:inkMkLst>
        </pc:inkChg>
        <pc:inkChg chg="add del">
          <ac:chgData name="MINATI RATH ." userId="c069ce78-7b3e-49df-863c-37cd5cba8d18" providerId="ADAL" clId="{88DB0432-0257-4B9C-AC44-4607F71EAFFD}" dt="2026-01-24T13:03:58.356" v="1117"/>
          <ac:inkMkLst>
            <pc:docMk/>
            <pc:sldMk cId="3985065325" sldId="354"/>
            <ac:inkMk id="259" creationId="{F7C3188E-E756-925F-28AE-B35957053631}"/>
          </ac:inkMkLst>
        </pc:inkChg>
        <pc:inkChg chg="add reco">
          <ac:chgData name="MINATI RATH ." userId="c069ce78-7b3e-49df-863c-37cd5cba8d18" providerId="ADAL" clId="{88DB0432-0257-4B9C-AC44-4607F71EAFFD}" dt="2026-01-24T13:03:58.356" v="1117"/>
          <ac:inkMkLst>
            <pc:docMk/>
            <pc:sldMk cId="3985065325" sldId="354"/>
            <ac:inkMk id="260" creationId="{C24332FF-6180-8FC8-D59A-721BB741CB62}"/>
          </ac:inkMkLst>
        </pc:inkChg>
        <pc:inkChg chg="add del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261" creationId="{EFDBA03A-266D-17D6-7A38-B94D43D49862}"/>
          </ac:inkMkLst>
        </pc:inkChg>
        <pc:inkChg chg="add del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262" creationId="{8179EBBE-C055-38F5-D008-96747A6DFFD4}"/>
          </ac:inkMkLst>
        </pc:inkChg>
        <pc:inkChg chg="add del">
          <ac:chgData name="MINATI RATH ." userId="c069ce78-7b3e-49df-863c-37cd5cba8d18" providerId="ADAL" clId="{88DB0432-0257-4B9C-AC44-4607F71EAFFD}" dt="2026-01-24T13:04:06.833" v="1122"/>
          <ac:inkMkLst>
            <pc:docMk/>
            <pc:sldMk cId="3985065325" sldId="354"/>
            <ac:inkMk id="263" creationId="{28E14EC5-45F2-28E8-D7E5-112197931A91}"/>
          </ac:inkMkLst>
        </pc:inkChg>
        <pc:inkChg chg="add del">
          <ac:chgData name="MINATI RATH ." userId="c069ce78-7b3e-49df-863c-37cd5cba8d18" providerId="ADAL" clId="{88DB0432-0257-4B9C-AC44-4607F71EAFFD}" dt="2026-01-24T13:04:06.833" v="1122"/>
          <ac:inkMkLst>
            <pc:docMk/>
            <pc:sldMk cId="3985065325" sldId="354"/>
            <ac:inkMk id="264" creationId="{5667E31A-243D-95B6-A26B-F397816452FD}"/>
          </ac:inkMkLst>
        </pc:inkChg>
        <pc:inkChg chg="add reco">
          <ac:chgData name="MINATI RATH ." userId="c069ce78-7b3e-49df-863c-37cd5cba8d18" providerId="ADAL" clId="{88DB0432-0257-4B9C-AC44-4607F71EAFFD}" dt="2026-01-24T13:04:06.833" v="1122"/>
          <ac:inkMkLst>
            <pc:docMk/>
            <pc:sldMk cId="3985065325" sldId="354"/>
            <ac:inkMk id="265" creationId="{C803349A-530D-4738-3EA5-44303C75654A}"/>
          </ac:inkMkLst>
        </pc:inkChg>
        <pc:inkChg chg="add">
          <ac:chgData name="MINATI RATH ." userId="c069ce78-7b3e-49df-863c-37cd5cba8d18" providerId="ADAL" clId="{88DB0432-0257-4B9C-AC44-4607F71EAFFD}" dt="2026-01-24T13:04:07.189" v="1123"/>
          <ac:inkMkLst>
            <pc:docMk/>
            <pc:sldMk cId="3985065325" sldId="354"/>
            <ac:inkMk id="266" creationId="{6E83CD86-AC43-25A2-C0C9-C1B6211BE99C}"/>
          </ac:inkMkLst>
        </pc:inkChg>
        <pc:inkChg chg="add del">
          <ac:chgData name="MINATI RATH ." userId="c069ce78-7b3e-49df-863c-37cd5cba8d18" providerId="ADAL" clId="{88DB0432-0257-4B9C-AC44-4607F71EAFFD}" dt="2026-01-24T13:04:10.567" v="1126"/>
          <ac:inkMkLst>
            <pc:docMk/>
            <pc:sldMk cId="3985065325" sldId="354"/>
            <ac:inkMk id="267" creationId="{F67084AD-F042-E7C4-8620-FDE98B8DB592}"/>
          </ac:inkMkLst>
        </pc:inkChg>
        <pc:inkChg chg="add del">
          <ac:chgData name="MINATI RATH ." userId="c069ce78-7b3e-49df-863c-37cd5cba8d18" providerId="ADAL" clId="{88DB0432-0257-4B9C-AC44-4607F71EAFFD}" dt="2026-01-24T13:04:10.567" v="1126"/>
          <ac:inkMkLst>
            <pc:docMk/>
            <pc:sldMk cId="3985065325" sldId="354"/>
            <ac:inkMk id="268" creationId="{AAE81863-2D37-7ED5-4360-2506C8253A6E}"/>
          </ac:inkMkLst>
        </pc:inkChg>
        <pc:inkChg chg="add reco">
          <ac:chgData name="MINATI RATH ." userId="c069ce78-7b3e-49df-863c-37cd5cba8d18" providerId="ADAL" clId="{88DB0432-0257-4B9C-AC44-4607F71EAFFD}" dt="2026-01-24T13:04:10.567" v="1126"/>
          <ac:inkMkLst>
            <pc:docMk/>
            <pc:sldMk cId="3985065325" sldId="354"/>
            <ac:inkMk id="269" creationId="{5127B2D2-16B0-21B9-3210-1DFE351FAD75}"/>
          </ac:inkMkLst>
        </pc:inkChg>
        <pc:inkChg chg="add del">
          <ac:chgData name="MINATI RATH ." userId="c069ce78-7b3e-49df-863c-37cd5cba8d18" providerId="ADAL" clId="{88DB0432-0257-4B9C-AC44-4607F71EAFFD}" dt="2026-01-24T13:04:42.927" v="1129"/>
          <ac:inkMkLst>
            <pc:docMk/>
            <pc:sldMk cId="3985065325" sldId="354"/>
            <ac:inkMk id="270" creationId="{EB567D20-CD2C-ADA6-6E8D-FA1EDC7448AE}"/>
          </ac:inkMkLst>
        </pc:inkChg>
        <pc:inkChg chg="add del">
          <ac:chgData name="MINATI RATH ." userId="c069ce78-7b3e-49df-863c-37cd5cba8d18" providerId="ADAL" clId="{88DB0432-0257-4B9C-AC44-4607F71EAFFD}" dt="2026-01-24T13:04:42.927" v="1129"/>
          <ac:inkMkLst>
            <pc:docMk/>
            <pc:sldMk cId="3985065325" sldId="354"/>
            <ac:inkMk id="271" creationId="{12265635-5ECE-C122-C4D9-B8341EECDFFC}"/>
          </ac:inkMkLst>
        </pc:inkChg>
        <pc:inkChg chg="add reco">
          <ac:chgData name="MINATI RATH ." userId="c069ce78-7b3e-49df-863c-37cd5cba8d18" providerId="ADAL" clId="{88DB0432-0257-4B9C-AC44-4607F71EAFFD}" dt="2026-01-24T13:04:42.927" v="1129"/>
          <ac:inkMkLst>
            <pc:docMk/>
            <pc:sldMk cId="3985065325" sldId="354"/>
            <ac:inkMk id="272" creationId="{CDF8FB9C-B893-E162-23F2-302F506EB8AC}"/>
          </ac:inkMkLst>
        </pc:inkChg>
        <pc:inkChg chg="add">
          <ac:chgData name="MINATI RATH ." userId="c069ce78-7b3e-49df-863c-37cd5cba8d18" providerId="ADAL" clId="{88DB0432-0257-4B9C-AC44-4607F71EAFFD}" dt="2026-01-24T13:04:46.126" v="1130"/>
          <ac:inkMkLst>
            <pc:docMk/>
            <pc:sldMk cId="3985065325" sldId="354"/>
            <ac:inkMk id="273" creationId="{7D3C41EA-822C-DD25-821B-0F0618EF311F}"/>
          </ac:inkMkLst>
        </pc:inkChg>
        <pc:inkChg chg="add">
          <ac:chgData name="MINATI RATH ." userId="c069ce78-7b3e-49df-863c-37cd5cba8d18" providerId="ADAL" clId="{88DB0432-0257-4B9C-AC44-4607F71EAFFD}" dt="2026-01-24T13:04:48.941" v="1131"/>
          <ac:inkMkLst>
            <pc:docMk/>
            <pc:sldMk cId="3985065325" sldId="354"/>
            <ac:inkMk id="274" creationId="{9D88C3D2-D5BE-FC24-C26A-406C23C497B4}"/>
          </ac:inkMkLst>
        </pc:inkChg>
        <pc:inkChg chg="add">
          <ac:chgData name="MINATI RATH ." userId="c069ce78-7b3e-49df-863c-37cd5cba8d18" providerId="ADAL" clId="{88DB0432-0257-4B9C-AC44-4607F71EAFFD}" dt="2026-01-24T13:04:51.408" v="1132"/>
          <ac:inkMkLst>
            <pc:docMk/>
            <pc:sldMk cId="3985065325" sldId="354"/>
            <ac:inkMk id="275" creationId="{CA28B668-91C3-E75E-2130-7F323CA84D20}"/>
          </ac:inkMkLst>
        </pc:inkChg>
        <pc:inkChg chg="add">
          <ac:chgData name="MINATI RATH ." userId="c069ce78-7b3e-49df-863c-37cd5cba8d18" providerId="ADAL" clId="{88DB0432-0257-4B9C-AC44-4607F71EAFFD}" dt="2026-01-24T13:05:30.671" v="1134"/>
          <ac:inkMkLst>
            <pc:docMk/>
            <pc:sldMk cId="3985065325" sldId="354"/>
            <ac:inkMk id="276" creationId="{9AE1B388-AC6C-3A43-F584-CB4737F91B98}"/>
          </ac:inkMkLst>
        </pc:inkChg>
        <pc:inkChg chg="add del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277" creationId="{43BF4238-2615-56F9-78D5-C11B7B6762E8}"/>
          </ac:inkMkLst>
        </pc:inkChg>
        <pc:inkChg chg="add reco">
          <ac:chgData name="MINATI RATH ." userId="c069ce78-7b3e-49df-863c-37cd5cba8d18" providerId="ADAL" clId="{88DB0432-0257-4B9C-AC44-4607F71EAFFD}" dt="2026-01-24T13:05:40.283" v="1136"/>
          <ac:inkMkLst>
            <pc:docMk/>
            <pc:sldMk cId="3985065325" sldId="354"/>
            <ac:inkMk id="278" creationId="{E8DB3C2D-A306-E1C1-9E41-07D3F85B90A5}"/>
          </ac:inkMkLst>
        </pc:inkChg>
        <pc:inkChg chg="add">
          <ac:chgData name="MINATI RATH ." userId="c069ce78-7b3e-49df-863c-37cd5cba8d18" providerId="ADAL" clId="{88DB0432-0257-4B9C-AC44-4607F71EAFFD}" dt="2026-01-24T13:06:17.565" v="1137"/>
          <ac:inkMkLst>
            <pc:docMk/>
            <pc:sldMk cId="3985065325" sldId="354"/>
            <ac:inkMk id="279" creationId="{DE61F496-051B-B18C-0A78-65111A102540}"/>
          </ac:inkMkLst>
        </pc:inkChg>
        <pc:inkChg chg="add del">
          <ac:chgData name="MINATI RATH ." userId="c069ce78-7b3e-49df-863c-37cd5cba8d18" providerId="ADAL" clId="{88DB0432-0257-4B9C-AC44-4607F71EAFFD}" dt="2026-01-24T13:17:53.427" v="1560" actId="478"/>
          <ac:inkMkLst>
            <pc:docMk/>
            <pc:sldMk cId="3985065325" sldId="354"/>
            <ac:inkMk id="280" creationId="{581DE643-3F6B-C90F-ABE3-FD19EC227DDE}"/>
          </ac:inkMkLst>
        </pc:inkChg>
        <pc:inkChg chg="add">
          <ac:chgData name="MINATI RATH ." userId="c069ce78-7b3e-49df-863c-37cd5cba8d18" providerId="ADAL" clId="{88DB0432-0257-4B9C-AC44-4607F71EAFFD}" dt="2026-01-24T13:06:26.613" v="1139"/>
          <ac:inkMkLst>
            <pc:docMk/>
            <pc:sldMk cId="3985065325" sldId="354"/>
            <ac:inkMk id="281" creationId="{D582BCC5-6CAD-717B-BD08-750DA8F73E0E}"/>
          </ac:inkMkLst>
        </pc:inkChg>
        <pc:inkChg chg="add">
          <ac:chgData name="MINATI RATH ." userId="c069ce78-7b3e-49df-863c-37cd5cba8d18" providerId="ADAL" clId="{88DB0432-0257-4B9C-AC44-4607F71EAFFD}" dt="2026-01-24T13:06:27.096" v="1140"/>
          <ac:inkMkLst>
            <pc:docMk/>
            <pc:sldMk cId="3985065325" sldId="354"/>
            <ac:inkMk id="282" creationId="{2EEAE6D7-DD2A-D0DE-7E72-485302BADADC}"/>
          </ac:inkMkLst>
        </pc:inkChg>
        <pc:inkChg chg="add">
          <ac:chgData name="MINATI RATH ." userId="c069ce78-7b3e-49df-863c-37cd5cba8d18" providerId="ADAL" clId="{88DB0432-0257-4B9C-AC44-4607F71EAFFD}" dt="2026-01-24T13:06:28.270" v="1141"/>
          <ac:inkMkLst>
            <pc:docMk/>
            <pc:sldMk cId="3985065325" sldId="354"/>
            <ac:inkMk id="283" creationId="{41BD0680-754B-6BB3-6D79-63D6CEE0FFD1}"/>
          </ac:inkMkLst>
        </pc:inkChg>
        <pc:inkChg chg="add del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4" creationId="{A327302A-97EA-9300-758C-7C3304195647}"/>
          </ac:inkMkLst>
        </pc:inkChg>
        <pc:inkChg chg="add del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5" creationId="{45F8D20C-0B1B-B988-C46F-C1B57BCFD6D0}"/>
          </ac:inkMkLst>
        </pc:inkChg>
        <pc:inkChg chg="add del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6" creationId="{665C5FED-82C4-01A7-0821-49CD577CA80F}"/>
          </ac:inkMkLst>
        </pc:inkChg>
        <pc:inkChg chg="add del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7" creationId="{B82F07C6-3443-F709-6146-F67F9667B7F0}"/>
          </ac:inkMkLst>
        </pc:inkChg>
        <pc:inkChg chg="add del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8" creationId="{226AE1D6-B833-5102-156E-2DE5F9DA2D77}"/>
          </ac:inkMkLst>
        </pc:inkChg>
        <pc:inkChg chg="add reco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89" creationId="{15B7A053-5E6C-1E07-3297-2009D147ED32}"/>
          </ac:inkMkLst>
        </pc:inkChg>
        <pc:inkChg chg="add reco">
          <ac:chgData name="MINATI RATH ." userId="c069ce78-7b3e-49df-863c-37cd5cba8d18" providerId="ADAL" clId="{88DB0432-0257-4B9C-AC44-4607F71EAFFD}" dt="2026-01-24T13:06:32.179" v="1147"/>
          <ac:inkMkLst>
            <pc:docMk/>
            <pc:sldMk cId="3985065325" sldId="354"/>
            <ac:inkMk id="290" creationId="{8F3C8688-A694-E306-117A-90ADE2F82F67}"/>
          </ac:inkMkLst>
        </pc:inkChg>
        <pc:inkChg chg="add">
          <ac:chgData name="MINATI RATH ." userId="c069ce78-7b3e-49df-863c-37cd5cba8d18" providerId="ADAL" clId="{88DB0432-0257-4B9C-AC44-4607F71EAFFD}" dt="2026-01-24T13:06:32.410" v="1148"/>
          <ac:inkMkLst>
            <pc:docMk/>
            <pc:sldMk cId="3985065325" sldId="354"/>
            <ac:inkMk id="291" creationId="{38E80448-1BDD-F049-D172-FF8453191383}"/>
          </ac:inkMkLst>
        </pc:inkChg>
        <pc:inkChg chg="add">
          <ac:chgData name="MINATI RATH ." userId="c069ce78-7b3e-49df-863c-37cd5cba8d18" providerId="ADAL" clId="{88DB0432-0257-4B9C-AC44-4607F71EAFFD}" dt="2026-01-24T13:06:47.996" v="1149"/>
          <ac:inkMkLst>
            <pc:docMk/>
            <pc:sldMk cId="3985065325" sldId="354"/>
            <ac:inkMk id="292" creationId="{C0E58CFA-AB58-E1D8-3097-E892DBA26E60}"/>
          </ac:inkMkLst>
        </pc:inkChg>
        <pc:inkChg chg="add">
          <ac:chgData name="MINATI RATH ." userId="c069ce78-7b3e-49df-863c-37cd5cba8d18" providerId="ADAL" clId="{88DB0432-0257-4B9C-AC44-4607F71EAFFD}" dt="2026-01-24T13:06:49.660" v="1150"/>
          <ac:inkMkLst>
            <pc:docMk/>
            <pc:sldMk cId="3985065325" sldId="354"/>
            <ac:inkMk id="293" creationId="{A0879B49-8638-9E6E-5312-86A9528EFB81}"/>
          </ac:inkMkLst>
        </pc:inkChg>
        <pc:inkChg chg="add">
          <ac:chgData name="MINATI RATH ." userId="c069ce78-7b3e-49df-863c-37cd5cba8d18" providerId="ADAL" clId="{88DB0432-0257-4B9C-AC44-4607F71EAFFD}" dt="2026-01-24T13:06:51.377" v="1151"/>
          <ac:inkMkLst>
            <pc:docMk/>
            <pc:sldMk cId="3985065325" sldId="354"/>
            <ac:inkMk id="294" creationId="{0A7C64D5-2FE0-1A83-FC91-732B56C9039B}"/>
          </ac:inkMkLst>
        </pc:inkChg>
        <pc:inkChg chg="add del">
          <ac:chgData name="MINATI RATH ." userId="c069ce78-7b3e-49df-863c-37cd5cba8d18" providerId="ADAL" clId="{88DB0432-0257-4B9C-AC44-4607F71EAFFD}" dt="2026-01-24T13:08:35.853" v="1208"/>
          <ac:inkMkLst>
            <pc:docMk/>
            <pc:sldMk cId="3985065325" sldId="354"/>
            <ac:inkMk id="295" creationId="{AA99D29A-BD70-EACC-776E-5B5F119C8BAB}"/>
          </ac:inkMkLst>
        </pc:inkChg>
        <pc:inkChg chg="add del">
          <ac:chgData name="MINATI RATH ." userId="c069ce78-7b3e-49df-863c-37cd5cba8d18" providerId="ADAL" clId="{88DB0432-0257-4B9C-AC44-4607F71EAFFD}" dt="2026-01-24T13:08:35.853" v="1208"/>
          <ac:inkMkLst>
            <pc:docMk/>
            <pc:sldMk cId="3985065325" sldId="354"/>
            <ac:inkMk id="296" creationId="{0DB389A1-3DC9-8C81-59BA-50925CA0DCAD}"/>
          </ac:inkMkLst>
        </pc:inkChg>
        <pc:inkChg chg="add del">
          <ac:chgData name="MINATI RATH ." userId="c069ce78-7b3e-49df-863c-37cd5cba8d18" providerId="ADAL" clId="{88DB0432-0257-4B9C-AC44-4607F71EAFFD}" dt="2026-01-24T13:08:35.853" v="1208"/>
          <ac:inkMkLst>
            <pc:docMk/>
            <pc:sldMk cId="3985065325" sldId="354"/>
            <ac:inkMk id="297" creationId="{E3724396-2485-2097-1633-35FBA017262A}"/>
          </ac:inkMkLst>
        </pc:inkChg>
        <pc:inkChg chg="add reco">
          <ac:chgData name="MINATI RATH ." userId="c069ce78-7b3e-49df-863c-37cd5cba8d18" providerId="ADAL" clId="{88DB0432-0257-4B9C-AC44-4607F71EAFFD}" dt="2026-01-24T13:08:35.853" v="1208"/>
          <ac:inkMkLst>
            <pc:docMk/>
            <pc:sldMk cId="3985065325" sldId="354"/>
            <ac:inkMk id="298" creationId="{D0313183-32A9-5C66-4C54-EDB5CCE2343B}"/>
          </ac:inkMkLst>
        </pc:inkChg>
        <pc:inkChg chg="add">
          <ac:chgData name="MINATI RATH ." userId="c069ce78-7b3e-49df-863c-37cd5cba8d18" providerId="ADAL" clId="{88DB0432-0257-4B9C-AC44-4607F71EAFFD}" dt="2026-01-24T13:08:52.417" v="1209"/>
          <ac:inkMkLst>
            <pc:docMk/>
            <pc:sldMk cId="3985065325" sldId="354"/>
            <ac:inkMk id="299" creationId="{A40BB97F-FB1C-C7FE-AEB5-BCD8E2F82E19}"/>
          </ac:inkMkLst>
        </pc:inkChg>
        <pc:inkChg chg="add del">
          <ac:chgData name="MINATI RATH ." userId="c069ce78-7b3e-49df-863c-37cd5cba8d18" providerId="ADAL" clId="{88DB0432-0257-4B9C-AC44-4607F71EAFFD}" dt="2026-01-24T13:08:55.684" v="1212"/>
          <ac:inkMkLst>
            <pc:docMk/>
            <pc:sldMk cId="3985065325" sldId="354"/>
            <ac:inkMk id="300" creationId="{13CBFD1A-5B35-9CD9-FEFE-151FC964B07E}"/>
          </ac:inkMkLst>
        </pc:inkChg>
        <pc:inkChg chg="add del">
          <ac:chgData name="MINATI RATH ." userId="c069ce78-7b3e-49df-863c-37cd5cba8d18" providerId="ADAL" clId="{88DB0432-0257-4B9C-AC44-4607F71EAFFD}" dt="2026-01-24T13:08:55.684" v="1212"/>
          <ac:inkMkLst>
            <pc:docMk/>
            <pc:sldMk cId="3985065325" sldId="354"/>
            <ac:inkMk id="301" creationId="{60CCDCDB-A69F-D642-B05E-A6556CFB0E63}"/>
          </ac:inkMkLst>
        </pc:inkChg>
        <pc:inkChg chg="add reco">
          <ac:chgData name="MINATI RATH ." userId="c069ce78-7b3e-49df-863c-37cd5cba8d18" providerId="ADAL" clId="{88DB0432-0257-4B9C-AC44-4607F71EAFFD}" dt="2026-01-24T13:08:55.684" v="1212"/>
          <ac:inkMkLst>
            <pc:docMk/>
            <pc:sldMk cId="3985065325" sldId="354"/>
            <ac:inkMk id="302" creationId="{3FBE86B4-E743-79CB-7175-4F94131C0184}"/>
          </ac:inkMkLst>
        </pc:inkChg>
        <pc:inkChg chg="add">
          <ac:chgData name="MINATI RATH ." userId="c069ce78-7b3e-49df-863c-37cd5cba8d18" providerId="ADAL" clId="{88DB0432-0257-4B9C-AC44-4607F71EAFFD}" dt="2026-01-24T13:08:57.036" v="1213"/>
          <ac:inkMkLst>
            <pc:docMk/>
            <pc:sldMk cId="3985065325" sldId="354"/>
            <ac:inkMk id="303" creationId="{4CA709C0-328D-FDB6-1E18-F35EB6D05C2B}"/>
          </ac:inkMkLst>
        </pc:inkChg>
        <pc:inkChg chg="add del">
          <ac:chgData name="MINATI RATH ." userId="c069ce78-7b3e-49df-863c-37cd5cba8d18" providerId="ADAL" clId="{88DB0432-0257-4B9C-AC44-4607F71EAFFD}" dt="2026-01-24T13:08:59.556" v="1216"/>
          <ac:inkMkLst>
            <pc:docMk/>
            <pc:sldMk cId="3985065325" sldId="354"/>
            <ac:inkMk id="304" creationId="{701A6529-6867-CFF5-2881-6EFD2F9757BD}"/>
          </ac:inkMkLst>
        </pc:inkChg>
        <pc:inkChg chg="add del">
          <ac:chgData name="MINATI RATH ." userId="c069ce78-7b3e-49df-863c-37cd5cba8d18" providerId="ADAL" clId="{88DB0432-0257-4B9C-AC44-4607F71EAFFD}" dt="2026-01-24T13:08:59.556" v="1216"/>
          <ac:inkMkLst>
            <pc:docMk/>
            <pc:sldMk cId="3985065325" sldId="354"/>
            <ac:inkMk id="305" creationId="{6871D939-A72D-EB00-16C4-48F6623AEB74}"/>
          </ac:inkMkLst>
        </pc:inkChg>
        <pc:inkChg chg="add reco">
          <ac:chgData name="MINATI RATH ." userId="c069ce78-7b3e-49df-863c-37cd5cba8d18" providerId="ADAL" clId="{88DB0432-0257-4B9C-AC44-4607F71EAFFD}" dt="2026-01-24T13:08:59.556" v="1216"/>
          <ac:inkMkLst>
            <pc:docMk/>
            <pc:sldMk cId="3985065325" sldId="354"/>
            <ac:inkMk id="306" creationId="{776070F5-8E81-C6F5-722D-FD4F4E283451}"/>
          </ac:inkMkLst>
        </pc:inkChg>
        <pc:inkChg chg="add del">
          <ac:chgData name="MINATI RATH ." userId="c069ce78-7b3e-49df-863c-37cd5cba8d18" providerId="ADAL" clId="{88DB0432-0257-4B9C-AC44-4607F71EAFFD}" dt="2026-01-24T13:12:23.238" v="1296"/>
          <ac:inkMkLst>
            <pc:docMk/>
            <pc:sldMk cId="3985065325" sldId="354"/>
            <ac:inkMk id="307" creationId="{C399E9C6-937E-96D4-AABE-9E7E5EABF509}"/>
          </ac:inkMkLst>
        </pc:inkChg>
        <pc:inkChg chg="add del">
          <ac:chgData name="MINATI RATH ." userId="c069ce78-7b3e-49df-863c-37cd5cba8d18" providerId="ADAL" clId="{88DB0432-0257-4B9C-AC44-4607F71EAFFD}" dt="2026-01-24T13:12:23.238" v="1296"/>
          <ac:inkMkLst>
            <pc:docMk/>
            <pc:sldMk cId="3985065325" sldId="354"/>
            <ac:inkMk id="308" creationId="{D0041941-B39E-B24A-1B4D-CCE84C7948DD}"/>
          </ac:inkMkLst>
        </pc:inkChg>
        <pc:inkChg chg="add del">
          <ac:chgData name="MINATI RATH ." userId="c069ce78-7b3e-49df-863c-37cd5cba8d18" providerId="ADAL" clId="{88DB0432-0257-4B9C-AC44-4607F71EAFFD}" dt="2026-01-24T13:09:04.521" v="1221"/>
          <ac:inkMkLst>
            <pc:docMk/>
            <pc:sldMk cId="3985065325" sldId="354"/>
            <ac:inkMk id="309" creationId="{0F30A728-5015-3B61-CCB6-1ACC188909F7}"/>
          </ac:inkMkLst>
        </pc:inkChg>
        <pc:inkChg chg="add del">
          <ac:chgData name="MINATI RATH ." userId="c069ce78-7b3e-49df-863c-37cd5cba8d18" providerId="ADAL" clId="{88DB0432-0257-4B9C-AC44-4607F71EAFFD}" dt="2026-01-24T13:09:04.521" v="1221"/>
          <ac:inkMkLst>
            <pc:docMk/>
            <pc:sldMk cId="3985065325" sldId="354"/>
            <ac:inkMk id="310" creationId="{C2AB93B3-4C49-C1FF-9689-6D5E7546F74F}"/>
          </ac:inkMkLst>
        </pc:inkChg>
        <pc:inkChg chg="add reco">
          <ac:chgData name="MINATI RATH ." userId="c069ce78-7b3e-49df-863c-37cd5cba8d18" providerId="ADAL" clId="{88DB0432-0257-4B9C-AC44-4607F71EAFFD}" dt="2026-01-24T13:09:04.521" v="1221"/>
          <ac:inkMkLst>
            <pc:docMk/>
            <pc:sldMk cId="3985065325" sldId="354"/>
            <ac:inkMk id="311" creationId="{06334847-CBEB-658D-59CE-4857F23F4977}"/>
          </ac:inkMkLst>
        </pc:inkChg>
        <pc:inkChg chg="add del">
          <ac:chgData name="MINATI RATH ." userId="c069ce78-7b3e-49df-863c-37cd5cba8d18" providerId="ADAL" clId="{88DB0432-0257-4B9C-AC44-4607F71EAFFD}" dt="2026-01-24T13:09:07.823" v="1224"/>
          <ac:inkMkLst>
            <pc:docMk/>
            <pc:sldMk cId="3985065325" sldId="354"/>
            <ac:inkMk id="312" creationId="{487955D0-B148-4322-84C4-179CE9E75A46}"/>
          </ac:inkMkLst>
        </pc:inkChg>
        <pc:inkChg chg="add del">
          <ac:chgData name="MINATI RATH ." userId="c069ce78-7b3e-49df-863c-37cd5cba8d18" providerId="ADAL" clId="{88DB0432-0257-4B9C-AC44-4607F71EAFFD}" dt="2026-01-24T13:09:07.823" v="1224"/>
          <ac:inkMkLst>
            <pc:docMk/>
            <pc:sldMk cId="3985065325" sldId="354"/>
            <ac:inkMk id="313" creationId="{3148D2D1-94D7-557D-C25E-8A19F0984C71}"/>
          </ac:inkMkLst>
        </pc:inkChg>
        <pc:inkChg chg="add reco">
          <ac:chgData name="MINATI RATH ." userId="c069ce78-7b3e-49df-863c-37cd5cba8d18" providerId="ADAL" clId="{88DB0432-0257-4B9C-AC44-4607F71EAFFD}" dt="2026-01-24T13:09:07.823" v="1224"/>
          <ac:inkMkLst>
            <pc:docMk/>
            <pc:sldMk cId="3985065325" sldId="354"/>
            <ac:inkMk id="314" creationId="{21C2F64B-9788-7B87-F389-CBA27589AE3B}"/>
          </ac:inkMkLst>
        </pc:inkChg>
        <pc:inkChg chg="add">
          <ac:chgData name="MINATI RATH ." userId="c069ce78-7b3e-49df-863c-37cd5cba8d18" providerId="ADAL" clId="{88DB0432-0257-4B9C-AC44-4607F71EAFFD}" dt="2026-01-24T13:09:16.993" v="1225"/>
          <ac:inkMkLst>
            <pc:docMk/>
            <pc:sldMk cId="3985065325" sldId="354"/>
            <ac:inkMk id="315" creationId="{8C51C268-B6B0-0AB8-5843-F1A87AD8242A}"/>
          </ac:inkMkLst>
        </pc:inkChg>
        <pc:inkChg chg="add del">
          <ac:chgData name="MINATI RATH ." userId="c069ce78-7b3e-49df-863c-37cd5cba8d18" providerId="ADAL" clId="{88DB0432-0257-4B9C-AC44-4607F71EAFFD}" dt="2026-01-24T13:09:20.177" v="1228"/>
          <ac:inkMkLst>
            <pc:docMk/>
            <pc:sldMk cId="3985065325" sldId="354"/>
            <ac:inkMk id="316" creationId="{D3715C0F-D301-10E1-F41C-02702254D9A7}"/>
          </ac:inkMkLst>
        </pc:inkChg>
        <pc:inkChg chg="add del">
          <ac:chgData name="MINATI RATH ." userId="c069ce78-7b3e-49df-863c-37cd5cba8d18" providerId="ADAL" clId="{88DB0432-0257-4B9C-AC44-4607F71EAFFD}" dt="2026-01-24T13:09:20.177" v="1228"/>
          <ac:inkMkLst>
            <pc:docMk/>
            <pc:sldMk cId="3985065325" sldId="354"/>
            <ac:inkMk id="317" creationId="{0E1559A8-6132-2391-9BE0-04B63352CE71}"/>
          </ac:inkMkLst>
        </pc:inkChg>
        <pc:inkChg chg="add reco">
          <ac:chgData name="MINATI RATH ." userId="c069ce78-7b3e-49df-863c-37cd5cba8d18" providerId="ADAL" clId="{88DB0432-0257-4B9C-AC44-4607F71EAFFD}" dt="2026-01-24T13:09:20.177" v="1228"/>
          <ac:inkMkLst>
            <pc:docMk/>
            <pc:sldMk cId="3985065325" sldId="354"/>
            <ac:inkMk id="318" creationId="{F4248F7F-1345-A1BD-E587-E4CDB8B885F5}"/>
          </ac:inkMkLst>
        </pc:inkChg>
        <pc:inkChg chg="add del">
          <ac:chgData name="MINATI RATH ." userId="c069ce78-7b3e-49df-863c-37cd5cba8d18" providerId="ADAL" clId="{88DB0432-0257-4B9C-AC44-4607F71EAFFD}" dt="2026-01-24T13:09:22.158" v="1231"/>
          <ac:inkMkLst>
            <pc:docMk/>
            <pc:sldMk cId="3985065325" sldId="354"/>
            <ac:inkMk id="319" creationId="{CF282A44-5D57-411E-BCA5-94AED199B15F}"/>
          </ac:inkMkLst>
        </pc:inkChg>
        <pc:inkChg chg="add del">
          <ac:chgData name="MINATI RATH ." userId="c069ce78-7b3e-49df-863c-37cd5cba8d18" providerId="ADAL" clId="{88DB0432-0257-4B9C-AC44-4607F71EAFFD}" dt="2026-01-24T13:09:22.158" v="1231"/>
          <ac:inkMkLst>
            <pc:docMk/>
            <pc:sldMk cId="3985065325" sldId="354"/>
            <ac:inkMk id="320" creationId="{2A6E0B9A-C9D1-6943-AF90-70BD5EC8FE43}"/>
          </ac:inkMkLst>
        </pc:inkChg>
        <pc:inkChg chg="add reco">
          <ac:chgData name="MINATI RATH ." userId="c069ce78-7b3e-49df-863c-37cd5cba8d18" providerId="ADAL" clId="{88DB0432-0257-4B9C-AC44-4607F71EAFFD}" dt="2026-01-24T13:09:22.158" v="1231"/>
          <ac:inkMkLst>
            <pc:docMk/>
            <pc:sldMk cId="3985065325" sldId="354"/>
            <ac:inkMk id="321" creationId="{F6584F65-D8E2-2EF7-F90A-7AF95D8916AF}"/>
          </ac:inkMkLst>
        </pc:inkChg>
        <pc:inkChg chg="add del">
          <ac:chgData name="MINATI RATH ." userId="c069ce78-7b3e-49df-863c-37cd5cba8d18" providerId="ADAL" clId="{88DB0432-0257-4B9C-AC44-4607F71EAFFD}" dt="2026-01-24T13:09:27.229" v="1236"/>
          <ac:inkMkLst>
            <pc:docMk/>
            <pc:sldMk cId="3985065325" sldId="354"/>
            <ac:inkMk id="322" creationId="{E9311B59-8095-60CE-5D5F-D63FFAF1A965}"/>
          </ac:inkMkLst>
        </pc:inkChg>
        <pc:inkChg chg="add del">
          <ac:chgData name="MINATI RATH ." userId="c069ce78-7b3e-49df-863c-37cd5cba8d18" providerId="ADAL" clId="{88DB0432-0257-4B9C-AC44-4607F71EAFFD}" dt="2026-01-24T13:09:27.229" v="1236"/>
          <ac:inkMkLst>
            <pc:docMk/>
            <pc:sldMk cId="3985065325" sldId="354"/>
            <ac:inkMk id="323" creationId="{BD0EC4A4-CF3A-86C9-78B4-0EC6D9F1BEC4}"/>
          </ac:inkMkLst>
        </pc:inkChg>
        <pc:inkChg chg="add del">
          <ac:chgData name="MINATI RATH ." userId="c069ce78-7b3e-49df-863c-37cd5cba8d18" providerId="ADAL" clId="{88DB0432-0257-4B9C-AC44-4607F71EAFFD}" dt="2026-01-24T13:09:27.229" v="1236"/>
          <ac:inkMkLst>
            <pc:docMk/>
            <pc:sldMk cId="3985065325" sldId="354"/>
            <ac:inkMk id="324" creationId="{D29DCF38-AA31-E347-86F8-F31D2D319264}"/>
          </ac:inkMkLst>
        </pc:inkChg>
        <pc:inkChg chg="add del">
          <ac:chgData name="MINATI RATH ." userId="c069ce78-7b3e-49df-863c-37cd5cba8d18" providerId="ADAL" clId="{88DB0432-0257-4B9C-AC44-4607F71EAFFD}" dt="2026-01-24T13:09:27.229" v="1236"/>
          <ac:inkMkLst>
            <pc:docMk/>
            <pc:sldMk cId="3985065325" sldId="354"/>
            <ac:inkMk id="325" creationId="{5DF83074-9432-A292-8EE4-97AFF6EA8FA6}"/>
          </ac:inkMkLst>
        </pc:inkChg>
        <pc:inkChg chg="add reco">
          <ac:chgData name="MINATI RATH ." userId="c069ce78-7b3e-49df-863c-37cd5cba8d18" providerId="ADAL" clId="{88DB0432-0257-4B9C-AC44-4607F71EAFFD}" dt="2026-01-24T13:09:27.229" v="1236"/>
          <ac:inkMkLst>
            <pc:docMk/>
            <pc:sldMk cId="3985065325" sldId="354"/>
            <ac:inkMk id="326" creationId="{3BCE6943-71B0-9151-2E46-9A3B5ECACB5F}"/>
          </ac:inkMkLst>
        </pc:inkChg>
        <pc:inkChg chg="add del">
          <ac:chgData name="MINATI RATH ." userId="c069ce78-7b3e-49df-863c-37cd5cba8d18" providerId="ADAL" clId="{88DB0432-0257-4B9C-AC44-4607F71EAFFD}" dt="2026-01-24T13:10:12.001" v="1241"/>
          <ac:inkMkLst>
            <pc:docMk/>
            <pc:sldMk cId="3985065325" sldId="354"/>
            <ac:inkMk id="327" creationId="{0693ECA2-21D4-E00E-9605-A38122D6C4CB}"/>
          </ac:inkMkLst>
        </pc:inkChg>
        <pc:inkChg chg="add del">
          <ac:chgData name="MINATI RATH ." userId="c069ce78-7b3e-49df-863c-37cd5cba8d18" providerId="ADAL" clId="{88DB0432-0257-4B9C-AC44-4607F71EAFFD}" dt="2026-01-24T13:10:12.001" v="1241"/>
          <ac:inkMkLst>
            <pc:docMk/>
            <pc:sldMk cId="3985065325" sldId="354"/>
            <ac:inkMk id="328" creationId="{8A733D58-8C02-19B6-7DC6-7EA8A6A90696}"/>
          </ac:inkMkLst>
        </pc:inkChg>
        <pc:inkChg chg="add del">
          <ac:chgData name="MINATI RATH ." userId="c069ce78-7b3e-49df-863c-37cd5cba8d18" providerId="ADAL" clId="{88DB0432-0257-4B9C-AC44-4607F71EAFFD}" dt="2026-01-24T13:10:12.001" v="1241"/>
          <ac:inkMkLst>
            <pc:docMk/>
            <pc:sldMk cId="3985065325" sldId="354"/>
            <ac:inkMk id="329" creationId="{050AC38B-4AA4-9B76-3CD6-99866DEF8D14}"/>
          </ac:inkMkLst>
        </pc:inkChg>
        <pc:inkChg chg="add del">
          <ac:chgData name="MINATI RATH ." userId="c069ce78-7b3e-49df-863c-37cd5cba8d18" providerId="ADAL" clId="{88DB0432-0257-4B9C-AC44-4607F71EAFFD}" dt="2026-01-24T13:10:12.001" v="1241"/>
          <ac:inkMkLst>
            <pc:docMk/>
            <pc:sldMk cId="3985065325" sldId="354"/>
            <ac:inkMk id="330" creationId="{8A5ECB75-97DD-8E53-3893-045A1FEB0508}"/>
          </ac:inkMkLst>
        </pc:inkChg>
        <pc:inkChg chg="add reco">
          <ac:chgData name="MINATI RATH ." userId="c069ce78-7b3e-49df-863c-37cd5cba8d18" providerId="ADAL" clId="{88DB0432-0257-4B9C-AC44-4607F71EAFFD}" dt="2026-01-24T13:10:12.001" v="1241"/>
          <ac:inkMkLst>
            <pc:docMk/>
            <pc:sldMk cId="3985065325" sldId="354"/>
            <ac:inkMk id="331" creationId="{AF1B8C02-9AA2-E1EB-7F96-93357A2321BD}"/>
          </ac:inkMkLst>
        </pc:inkChg>
        <pc:inkChg chg="add del">
          <ac:chgData name="MINATI RATH ." userId="c069ce78-7b3e-49df-863c-37cd5cba8d18" providerId="ADAL" clId="{88DB0432-0257-4B9C-AC44-4607F71EAFFD}" dt="2026-01-24T13:10:17.310" v="1246"/>
          <ac:inkMkLst>
            <pc:docMk/>
            <pc:sldMk cId="3985065325" sldId="354"/>
            <ac:inkMk id="332" creationId="{C4CBDDDB-C648-6DD1-FA9F-2C26F4D9A3BD}"/>
          </ac:inkMkLst>
        </pc:inkChg>
        <pc:inkChg chg="add del">
          <ac:chgData name="MINATI RATH ." userId="c069ce78-7b3e-49df-863c-37cd5cba8d18" providerId="ADAL" clId="{88DB0432-0257-4B9C-AC44-4607F71EAFFD}" dt="2026-01-24T13:10:17.310" v="1246"/>
          <ac:inkMkLst>
            <pc:docMk/>
            <pc:sldMk cId="3985065325" sldId="354"/>
            <ac:inkMk id="333" creationId="{8AA212BA-6B04-0018-E9F7-56956BBBAA5B}"/>
          </ac:inkMkLst>
        </pc:inkChg>
        <pc:inkChg chg="add del">
          <ac:chgData name="MINATI RATH ." userId="c069ce78-7b3e-49df-863c-37cd5cba8d18" providerId="ADAL" clId="{88DB0432-0257-4B9C-AC44-4607F71EAFFD}" dt="2026-01-24T13:10:17.310" v="1246"/>
          <ac:inkMkLst>
            <pc:docMk/>
            <pc:sldMk cId="3985065325" sldId="354"/>
            <ac:inkMk id="334" creationId="{2B927955-A630-F4DC-3B01-D699EE0EF7C5}"/>
          </ac:inkMkLst>
        </pc:inkChg>
        <pc:inkChg chg="add del">
          <ac:chgData name="MINATI RATH ." userId="c069ce78-7b3e-49df-863c-37cd5cba8d18" providerId="ADAL" clId="{88DB0432-0257-4B9C-AC44-4607F71EAFFD}" dt="2026-01-24T13:10:17.310" v="1246"/>
          <ac:inkMkLst>
            <pc:docMk/>
            <pc:sldMk cId="3985065325" sldId="354"/>
            <ac:inkMk id="335" creationId="{66070D67-754F-7BF7-9611-72965E7A3FF3}"/>
          </ac:inkMkLst>
        </pc:inkChg>
        <pc:inkChg chg="add reco">
          <ac:chgData name="MINATI RATH ." userId="c069ce78-7b3e-49df-863c-37cd5cba8d18" providerId="ADAL" clId="{88DB0432-0257-4B9C-AC44-4607F71EAFFD}" dt="2026-01-24T13:10:17.310" v="1246"/>
          <ac:inkMkLst>
            <pc:docMk/>
            <pc:sldMk cId="3985065325" sldId="354"/>
            <ac:inkMk id="336" creationId="{47DF59CB-1F3C-7532-150B-6D6C066A6CEC}"/>
          </ac:inkMkLst>
        </pc:inkChg>
        <pc:inkChg chg="add del">
          <ac:chgData name="MINATI RATH ." userId="c069ce78-7b3e-49df-863c-37cd5cba8d18" providerId="ADAL" clId="{88DB0432-0257-4B9C-AC44-4607F71EAFFD}" dt="2026-01-24T13:10:20.153" v="1251"/>
          <ac:inkMkLst>
            <pc:docMk/>
            <pc:sldMk cId="3985065325" sldId="354"/>
            <ac:inkMk id="337" creationId="{58585C30-4D1C-33DA-D93E-EAC668B04B74}"/>
          </ac:inkMkLst>
        </pc:inkChg>
        <pc:inkChg chg="add del">
          <ac:chgData name="MINATI RATH ." userId="c069ce78-7b3e-49df-863c-37cd5cba8d18" providerId="ADAL" clId="{88DB0432-0257-4B9C-AC44-4607F71EAFFD}" dt="2026-01-24T13:10:20.153" v="1251"/>
          <ac:inkMkLst>
            <pc:docMk/>
            <pc:sldMk cId="3985065325" sldId="354"/>
            <ac:inkMk id="338" creationId="{FBA1695E-243F-09E3-017E-DEF9301522CC}"/>
          </ac:inkMkLst>
        </pc:inkChg>
        <pc:inkChg chg="add del">
          <ac:chgData name="MINATI RATH ." userId="c069ce78-7b3e-49df-863c-37cd5cba8d18" providerId="ADAL" clId="{88DB0432-0257-4B9C-AC44-4607F71EAFFD}" dt="2026-01-24T13:10:20.153" v="1251"/>
          <ac:inkMkLst>
            <pc:docMk/>
            <pc:sldMk cId="3985065325" sldId="354"/>
            <ac:inkMk id="339" creationId="{297CD851-0B2D-2CBC-2E64-EF4BC69A1763}"/>
          </ac:inkMkLst>
        </pc:inkChg>
        <pc:inkChg chg="add del">
          <ac:chgData name="MINATI RATH ." userId="c069ce78-7b3e-49df-863c-37cd5cba8d18" providerId="ADAL" clId="{88DB0432-0257-4B9C-AC44-4607F71EAFFD}" dt="2026-01-24T13:10:20.153" v="1251"/>
          <ac:inkMkLst>
            <pc:docMk/>
            <pc:sldMk cId="3985065325" sldId="354"/>
            <ac:inkMk id="340" creationId="{22C9E4C5-2089-C1A4-087C-E046C5E522EB}"/>
          </ac:inkMkLst>
        </pc:inkChg>
        <pc:inkChg chg="add reco">
          <ac:chgData name="MINATI RATH ." userId="c069ce78-7b3e-49df-863c-37cd5cba8d18" providerId="ADAL" clId="{88DB0432-0257-4B9C-AC44-4607F71EAFFD}" dt="2026-01-24T13:10:20.153" v="1251"/>
          <ac:inkMkLst>
            <pc:docMk/>
            <pc:sldMk cId="3985065325" sldId="354"/>
            <ac:inkMk id="341" creationId="{3472B731-D881-DDDB-7EF2-C5196706303F}"/>
          </ac:inkMkLst>
        </pc:inkChg>
        <pc:inkChg chg="add del">
          <ac:chgData name="MINATI RATH ." userId="c069ce78-7b3e-49df-863c-37cd5cba8d18" providerId="ADAL" clId="{88DB0432-0257-4B9C-AC44-4607F71EAFFD}" dt="2026-01-24T13:10:29.587" v="1255"/>
          <ac:inkMkLst>
            <pc:docMk/>
            <pc:sldMk cId="3985065325" sldId="354"/>
            <ac:inkMk id="342" creationId="{D9D67AEE-86B4-9F50-6F2F-B66D1D5B940C}"/>
          </ac:inkMkLst>
        </pc:inkChg>
        <pc:inkChg chg="add del">
          <ac:chgData name="MINATI RATH ." userId="c069ce78-7b3e-49df-863c-37cd5cba8d18" providerId="ADAL" clId="{88DB0432-0257-4B9C-AC44-4607F71EAFFD}" dt="2026-01-24T13:10:29.587" v="1255"/>
          <ac:inkMkLst>
            <pc:docMk/>
            <pc:sldMk cId="3985065325" sldId="354"/>
            <ac:inkMk id="343" creationId="{A204E9B9-4893-52A3-542B-9B1D00041602}"/>
          </ac:inkMkLst>
        </pc:inkChg>
        <pc:inkChg chg="add del">
          <ac:chgData name="MINATI RATH ." userId="c069ce78-7b3e-49df-863c-37cd5cba8d18" providerId="ADAL" clId="{88DB0432-0257-4B9C-AC44-4607F71EAFFD}" dt="2026-01-24T13:10:29.587" v="1255"/>
          <ac:inkMkLst>
            <pc:docMk/>
            <pc:sldMk cId="3985065325" sldId="354"/>
            <ac:inkMk id="344" creationId="{ED6D07FB-7DA8-0C87-EC0D-7F0C00CA57BC}"/>
          </ac:inkMkLst>
        </pc:inkChg>
        <pc:inkChg chg="add reco">
          <ac:chgData name="MINATI RATH ." userId="c069ce78-7b3e-49df-863c-37cd5cba8d18" providerId="ADAL" clId="{88DB0432-0257-4B9C-AC44-4607F71EAFFD}" dt="2026-01-24T13:10:29.587" v="1255"/>
          <ac:inkMkLst>
            <pc:docMk/>
            <pc:sldMk cId="3985065325" sldId="354"/>
            <ac:inkMk id="345" creationId="{CDEB005E-D9F8-FAD3-A74E-96793C17D24B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46" creationId="{E01DF316-D429-9D2F-786A-93FBE554D97E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47" creationId="{600EBDCD-46D1-57BF-E48C-ADE291149D29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48" creationId="{96AF42F6-5DC8-7C7F-4515-A5DC39A0B8E3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49" creationId="{7A6EC92B-7C91-5201-788A-F230E6CD4B54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50" creationId="{00C8D375-183E-D03A-5B0B-CEA48446463A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51" creationId="{0DD66D98-FE03-A835-6187-6ECD454D4DDA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52" creationId="{5413C7AB-4943-0B0B-839D-B08A3FBF7368}"/>
          </ac:inkMkLst>
        </pc:inkChg>
        <pc:inkChg chg="add del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53" creationId="{5D15F5A8-97C8-507E-202B-78DD41E2C2C8}"/>
          </ac:inkMkLst>
        </pc:inkChg>
        <pc:inkChg chg="add reco">
          <ac:chgData name="MINATI RATH ." userId="c069ce78-7b3e-49df-863c-37cd5cba8d18" providerId="ADAL" clId="{88DB0432-0257-4B9C-AC44-4607F71EAFFD}" dt="2026-01-24T13:10:35.444" v="1264"/>
          <ac:inkMkLst>
            <pc:docMk/>
            <pc:sldMk cId="3985065325" sldId="354"/>
            <ac:inkMk id="354" creationId="{8B433427-C6E7-A67C-9A54-37E6994451C6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55" creationId="{E7F4A0B6-ED9E-1479-63FE-AE6AFF7527C7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56" creationId="{2C4A3625-848F-EAF0-E916-8B917A85E0C0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57" creationId="{08918490-7F8B-29D3-6C53-3ACEABD6B146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58" creationId="{D071F2DE-23A8-4B3C-C358-D43F8068638C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59" creationId="{5F781D69-3E03-5F0F-ABCC-204FDD2256E5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60" creationId="{F565034C-2FF5-909D-D63C-25B6F1D675D4}"/>
          </ac:inkMkLst>
        </pc:inkChg>
        <pc:inkChg chg="add">
          <ac:chgData name="MINATI RATH ." userId="c069ce78-7b3e-49df-863c-37cd5cba8d18" providerId="ADAL" clId="{88DB0432-0257-4B9C-AC44-4607F71EAFFD}" dt="2026-01-24T13:10:39.636" v="1271"/>
          <ac:inkMkLst>
            <pc:docMk/>
            <pc:sldMk cId="3985065325" sldId="354"/>
            <ac:inkMk id="361" creationId="{13EA488A-42C4-0CC9-0EB9-48FDD3C60980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62" creationId="{C68771DB-D55B-B19D-9CDF-86745653DF5B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63" creationId="{06FA60C5-5922-AE0B-1879-F3C30C0EF1D9}"/>
          </ac:inkMkLst>
        </pc:inkChg>
        <pc:inkChg chg="add del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64" creationId="{5D4BCC77-6F2B-04AE-DD62-C43F33D2510B}"/>
          </ac:inkMkLst>
        </pc:inkChg>
        <pc:inkChg chg="add reco">
          <ac:chgData name="MINATI RATH ." userId="c069ce78-7b3e-49df-863c-37cd5cba8d18" providerId="ADAL" clId="{88DB0432-0257-4B9C-AC44-4607F71EAFFD}" dt="2026-01-24T13:10:41.193" v="1275"/>
          <ac:inkMkLst>
            <pc:docMk/>
            <pc:sldMk cId="3985065325" sldId="354"/>
            <ac:inkMk id="365" creationId="{4EA4265B-7C5F-D6F2-DF23-F664BFA3B32E}"/>
          </ac:inkMkLst>
        </pc:inkChg>
        <pc:inkChg chg="add del">
          <ac:chgData name="MINATI RATH ." userId="c069ce78-7b3e-49df-863c-37cd5cba8d18" providerId="ADAL" clId="{88DB0432-0257-4B9C-AC44-4607F71EAFFD}" dt="2026-01-24T13:10:43.634" v="1279"/>
          <ac:inkMkLst>
            <pc:docMk/>
            <pc:sldMk cId="3985065325" sldId="354"/>
            <ac:inkMk id="366" creationId="{680631F8-8751-05FE-3A98-A10045BC791D}"/>
          </ac:inkMkLst>
        </pc:inkChg>
        <pc:inkChg chg="add">
          <ac:chgData name="MINATI RATH ." userId="c069ce78-7b3e-49df-863c-37cd5cba8d18" providerId="ADAL" clId="{88DB0432-0257-4B9C-AC44-4607F71EAFFD}" dt="2026-01-24T13:10:42.502" v="1277"/>
          <ac:inkMkLst>
            <pc:docMk/>
            <pc:sldMk cId="3985065325" sldId="354"/>
            <ac:inkMk id="367" creationId="{707589F2-3B7B-C4DC-E213-EEE443022C93}"/>
          </ac:inkMkLst>
        </pc:inkChg>
        <pc:inkChg chg="add del">
          <ac:chgData name="MINATI RATH ." userId="c069ce78-7b3e-49df-863c-37cd5cba8d18" providerId="ADAL" clId="{88DB0432-0257-4B9C-AC44-4607F71EAFFD}" dt="2026-01-24T13:10:43.634" v="1279"/>
          <ac:inkMkLst>
            <pc:docMk/>
            <pc:sldMk cId="3985065325" sldId="354"/>
            <ac:inkMk id="368" creationId="{81D1558B-C510-21BC-17CD-6DD6005597DE}"/>
          </ac:inkMkLst>
        </pc:inkChg>
        <pc:inkChg chg="add reco">
          <ac:chgData name="MINATI RATH ." userId="c069ce78-7b3e-49df-863c-37cd5cba8d18" providerId="ADAL" clId="{88DB0432-0257-4B9C-AC44-4607F71EAFFD}" dt="2026-01-24T13:10:43.634" v="1279"/>
          <ac:inkMkLst>
            <pc:docMk/>
            <pc:sldMk cId="3985065325" sldId="354"/>
            <ac:inkMk id="369" creationId="{AA793E57-CDF0-D2F1-4C4C-F1B01AA9133B}"/>
          </ac:inkMkLst>
        </pc:inkChg>
        <pc:inkChg chg="add del">
          <ac:chgData name="MINATI RATH ." userId="c069ce78-7b3e-49df-863c-37cd5cba8d18" providerId="ADAL" clId="{88DB0432-0257-4B9C-AC44-4607F71EAFFD}" dt="2026-01-24T13:11:02.888" v="1282"/>
          <ac:inkMkLst>
            <pc:docMk/>
            <pc:sldMk cId="3985065325" sldId="354"/>
            <ac:inkMk id="370" creationId="{3E14AB87-13A1-746F-72EF-8583BF9E957B}"/>
          </ac:inkMkLst>
        </pc:inkChg>
        <pc:inkChg chg="add del">
          <ac:chgData name="MINATI RATH ." userId="c069ce78-7b3e-49df-863c-37cd5cba8d18" providerId="ADAL" clId="{88DB0432-0257-4B9C-AC44-4607F71EAFFD}" dt="2026-01-24T13:11:02.888" v="1282"/>
          <ac:inkMkLst>
            <pc:docMk/>
            <pc:sldMk cId="3985065325" sldId="354"/>
            <ac:inkMk id="371" creationId="{8A3FFCA3-32B6-B711-4C23-F29E90F1B1A8}"/>
          </ac:inkMkLst>
        </pc:inkChg>
        <pc:inkChg chg="add reco">
          <ac:chgData name="MINATI RATH ." userId="c069ce78-7b3e-49df-863c-37cd5cba8d18" providerId="ADAL" clId="{88DB0432-0257-4B9C-AC44-4607F71EAFFD}" dt="2026-01-24T13:11:02.888" v="1282"/>
          <ac:inkMkLst>
            <pc:docMk/>
            <pc:sldMk cId="3985065325" sldId="354"/>
            <ac:inkMk id="372" creationId="{37EACDB7-5449-44F3-9CF7-4D62727FED4E}"/>
          </ac:inkMkLst>
        </pc:inkChg>
        <pc:inkChg chg="add del">
          <ac:chgData name="MINATI RATH ." userId="c069ce78-7b3e-49df-863c-37cd5cba8d18" providerId="ADAL" clId="{88DB0432-0257-4B9C-AC44-4607F71EAFFD}" dt="2026-01-24T13:12:23.238" v="1296"/>
          <ac:inkMkLst>
            <pc:docMk/>
            <pc:sldMk cId="3985065325" sldId="354"/>
            <ac:inkMk id="373" creationId="{7A86407F-FB60-7899-9E86-BCA279490AF5}"/>
          </ac:inkMkLst>
        </pc:inkChg>
        <pc:inkChg chg="add del">
          <ac:chgData name="MINATI RATH ." userId="c069ce78-7b3e-49df-863c-37cd5cba8d18" providerId="ADAL" clId="{88DB0432-0257-4B9C-AC44-4607F71EAFFD}" dt="2026-01-24T13:12:23.238" v="1296"/>
          <ac:inkMkLst>
            <pc:docMk/>
            <pc:sldMk cId="3985065325" sldId="354"/>
            <ac:inkMk id="374" creationId="{EFFC84E2-F109-B07E-46D2-31643C5E015D}"/>
          </ac:inkMkLst>
        </pc:inkChg>
        <pc:inkChg chg="add reco">
          <ac:chgData name="MINATI RATH ." userId="c069ce78-7b3e-49df-863c-37cd5cba8d18" providerId="ADAL" clId="{88DB0432-0257-4B9C-AC44-4607F71EAFFD}" dt="2026-01-24T13:12:23.238" v="1296"/>
          <ac:inkMkLst>
            <pc:docMk/>
            <pc:sldMk cId="3985065325" sldId="354"/>
            <ac:inkMk id="375" creationId="{C79DCA9E-9D76-1EE2-9817-A3BD9A9B9C29}"/>
          </ac:inkMkLst>
        </pc:inkChg>
        <pc:inkChg chg="add del">
          <ac:chgData name="MINATI RATH ." userId="c069ce78-7b3e-49df-863c-37cd5cba8d18" providerId="ADAL" clId="{88DB0432-0257-4B9C-AC44-4607F71EAFFD}" dt="2026-01-24T13:12:32.086" v="1303"/>
          <ac:inkMkLst>
            <pc:docMk/>
            <pc:sldMk cId="3985065325" sldId="354"/>
            <ac:inkMk id="376" creationId="{433FD535-B425-9E82-277C-4595EA37CFF1}"/>
          </ac:inkMkLst>
        </pc:inkChg>
        <pc:inkChg chg="add del">
          <ac:chgData name="MINATI RATH ." userId="c069ce78-7b3e-49df-863c-37cd5cba8d18" providerId="ADAL" clId="{88DB0432-0257-4B9C-AC44-4607F71EAFFD}" dt="2026-01-24T13:12:32.086" v="1303"/>
          <ac:inkMkLst>
            <pc:docMk/>
            <pc:sldMk cId="3985065325" sldId="354"/>
            <ac:inkMk id="377" creationId="{BD0694DD-F042-9B10-20FE-506E66614D28}"/>
          </ac:inkMkLst>
        </pc:inkChg>
        <pc:inkChg chg="add del">
          <ac:chgData name="MINATI RATH ." userId="c069ce78-7b3e-49df-863c-37cd5cba8d18" providerId="ADAL" clId="{88DB0432-0257-4B9C-AC44-4607F71EAFFD}" dt="2026-01-24T13:12:32.086" v="1303"/>
          <ac:inkMkLst>
            <pc:docMk/>
            <pc:sldMk cId="3985065325" sldId="354"/>
            <ac:inkMk id="378" creationId="{36C060D0-5231-CB21-B6CF-AD88FE947446}"/>
          </ac:inkMkLst>
        </pc:inkChg>
        <pc:inkChg chg="add del">
          <ac:chgData name="MINATI RATH ." userId="c069ce78-7b3e-49df-863c-37cd5cba8d18" providerId="ADAL" clId="{88DB0432-0257-4B9C-AC44-4607F71EAFFD}" dt="2026-01-24T13:12:32.086" v="1303"/>
          <ac:inkMkLst>
            <pc:docMk/>
            <pc:sldMk cId="3985065325" sldId="354"/>
            <ac:inkMk id="379" creationId="{3AB39E38-A0E8-414A-BE97-0B272EEFC1C9}"/>
          </ac:inkMkLst>
        </pc:inkChg>
        <pc:inkChg chg="add del">
          <ac:chgData name="MINATI RATH ." userId="c069ce78-7b3e-49df-863c-37cd5cba8d18" providerId="ADAL" clId="{88DB0432-0257-4B9C-AC44-4607F71EAFFD}" dt="2026-01-24T13:12:32.086" v="1303"/>
          <ac:inkMkLst>
            <pc:docMk/>
            <pc:sldMk cId="3985065325" sldId="354"/>
            <ac:inkMk id="380" creationId="{5478F3F2-32D6-8C78-4511-D451875F2B2B}"/>
          </ac:inkMkLst>
        </pc:inkChg>
        <pc:inkChg chg="add del reco">
          <ac:chgData name="MINATI RATH ." userId="c069ce78-7b3e-49df-863c-37cd5cba8d18" providerId="ADAL" clId="{88DB0432-0257-4B9C-AC44-4607F71EAFFD}" dt="2026-01-24T13:18:00.173" v="1561" actId="478"/>
          <ac:inkMkLst>
            <pc:docMk/>
            <pc:sldMk cId="3985065325" sldId="354"/>
            <ac:inkMk id="381" creationId="{6B2071CC-7F14-E0B7-4828-76CCD346E282}"/>
          </ac:inkMkLst>
        </pc:inkChg>
        <pc:inkChg chg="add">
          <ac:chgData name="MINATI RATH ." userId="c069ce78-7b3e-49df-863c-37cd5cba8d18" providerId="ADAL" clId="{88DB0432-0257-4B9C-AC44-4607F71EAFFD}" dt="2026-01-24T14:04:04.975" v="2964"/>
          <ac:inkMkLst>
            <pc:docMk/>
            <pc:sldMk cId="3985065325" sldId="354"/>
            <ac:inkMk id="382" creationId="{9D1A9A4E-454A-F155-62D7-B07650AD6EDE}"/>
          </ac:inkMkLst>
        </pc:inkChg>
        <pc:inkChg chg="add">
          <ac:chgData name="MINATI RATH ." userId="c069ce78-7b3e-49df-863c-37cd5cba8d18" providerId="ADAL" clId="{88DB0432-0257-4B9C-AC44-4607F71EAFFD}" dt="2026-01-24T14:04:07.835" v="2965"/>
          <ac:inkMkLst>
            <pc:docMk/>
            <pc:sldMk cId="3985065325" sldId="354"/>
            <ac:inkMk id="383" creationId="{51A9BA2F-D358-491B-EAB6-9EE89A9A9509}"/>
          </ac:inkMkLst>
        </pc:inkChg>
        <pc:inkChg chg="add">
          <ac:chgData name="MINATI RATH ." userId="c069ce78-7b3e-49df-863c-37cd5cba8d18" providerId="ADAL" clId="{88DB0432-0257-4B9C-AC44-4607F71EAFFD}" dt="2026-01-24T14:04:10.134" v="2966"/>
          <ac:inkMkLst>
            <pc:docMk/>
            <pc:sldMk cId="3985065325" sldId="354"/>
            <ac:inkMk id="384" creationId="{1C322183-8284-A0C8-7197-B7B59D9B08C4}"/>
          </ac:inkMkLst>
        </pc:inkChg>
        <pc:inkChg chg="add del">
          <ac:chgData name="MINATI RATH ." userId="c069ce78-7b3e-49df-863c-37cd5cba8d18" providerId="ADAL" clId="{88DB0432-0257-4B9C-AC44-4607F71EAFFD}" dt="2026-01-24T14:04:15.112" v="2969"/>
          <ac:inkMkLst>
            <pc:docMk/>
            <pc:sldMk cId="3985065325" sldId="354"/>
            <ac:inkMk id="385" creationId="{35BC639F-1CAC-CB49-E14C-14044BCC82CB}"/>
          </ac:inkMkLst>
        </pc:inkChg>
        <pc:inkChg chg="add del">
          <ac:chgData name="MINATI RATH ." userId="c069ce78-7b3e-49df-863c-37cd5cba8d18" providerId="ADAL" clId="{88DB0432-0257-4B9C-AC44-4607F71EAFFD}" dt="2026-01-24T14:04:15.112" v="2969"/>
          <ac:inkMkLst>
            <pc:docMk/>
            <pc:sldMk cId="3985065325" sldId="354"/>
            <ac:inkMk id="386" creationId="{542764DC-A1BE-5AC8-DEF4-2F87EB09C003}"/>
          </ac:inkMkLst>
        </pc:inkChg>
        <pc:inkChg chg="add reco">
          <ac:chgData name="MINATI RATH ." userId="c069ce78-7b3e-49df-863c-37cd5cba8d18" providerId="ADAL" clId="{88DB0432-0257-4B9C-AC44-4607F71EAFFD}" dt="2026-01-24T14:04:15.112" v="2969"/>
          <ac:inkMkLst>
            <pc:docMk/>
            <pc:sldMk cId="3985065325" sldId="354"/>
            <ac:inkMk id="387" creationId="{73BAA226-9B65-F51C-5F30-E34767498DCB}"/>
          </ac:inkMkLst>
        </pc:inkChg>
      </pc:sldChg>
      <pc:sldChg chg="addSp delSp add del mod">
        <pc:chgData name="MINATI RATH ." userId="c069ce78-7b3e-49df-863c-37cd5cba8d18" providerId="ADAL" clId="{88DB0432-0257-4B9C-AC44-4607F71EAFFD}" dt="2026-01-24T13:47:18.385" v="2346"/>
        <pc:sldMkLst>
          <pc:docMk/>
          <pc:sldMk cId="2846134468" sldId="355"/>
        </pc:sldMkLst>
        <pc:inkChg chg="add del">
          <ac:chgData name="MINATI RATH ." userId="c069ce78-7b3e-49df-863c-37cd5cba8d18" providerId="ADAL" clId="{88DB0432-0257-4B9C-AC44-4607F71EAFFD}" dt="2026-01-24T12:42:04.048" v="500"/>
          <ac:inkMkLst>
            <pc:docMk/>
            <pc:sldMk cId="2846134468" sldId="355"/>
            <ac:inkMk id="2" creationId="{3DCC81F5-C406-D9BB-9004-78990954946D}"/>
          </ac:inkMkLst>
        </pc:inkChg>
        <pc:inkChg chg="add">
          <ac:chgData name="MINATI RATH ." userId="c069ce78-7b3e-49df-863c-37cd5cba8d18" providerId="ADAL" clId="{88DB0432-0257-4B9C-AC44-4607F71EAFFD}" dt="2026-01-24T12:47:07.157" v="653"/>
          <ac:inkMkLst>
            <pc:docMk/>
            <pc:sldMk cId="2846134468" sldId="355"/>
            <ac:inkMk id="2" creationId="{C8814F7C-C65B-0A8C-7359-9FBFA895517E}"/>
          </ac:inkMkLst>
        </pc:inkChg>
        <pc:inkChg chg="add">
          <ac:chgData name="MINATI RATH ." userId="c069ce78-7b3e-49df-863c-37cd5cba8d18" providerId="ADAL" clId="{88DB0432-0257-4B9C-AC44-4607F71EAFFD}" dt="2026-01-24T12:47:12.033" v="654"/>
          <ac:inkMkLst>
            <pc:docMk/>
            <pc:sldMk cId="2846134468" sldId="355"/>
            <ac:inkMk id="3" creationId="{6B067D7A-4FE0-3B27-2BBE-F7404714012F}"/>
          </ac:inkMkLst>
        </pc:inkChg>
        <pc:inkChg chg="add del">
          <ac:chgData name="MINATI RATH ." userId="c069ce78-7b3e-49df-863c-37cd5cba8d18" providerId="ADAL" clId="{88DB0432-0257-4B9C-AC44-4607F71EAFFD}" dt="2026-01-24T12:42:04.048" v="500"/>
          <ac:inkMkLst>
            <pc:docMk/>
            <pc:sldMk cId="2846134468" sldId="355"/>
            <ac:inkMk id="3" creationId="{D8573497-871E-3A5E-5D20-94E54E8FB860}"/>
          </ac:inkMkLst>
        </pc:inkChg>
        <pc:inkChg chg="add reco">
          <ac:chgData name="MINATI RATH ." userId="c069ce78-7b3e-49df-863c-37cd5cba8d18" providerId="ADAL" clId="{88DB0432-0257-4B9C-AC44-4607F71EAFFD}" dt="2026-01-24T12:42:04.048" v="500"/>
          <ac:inkMkLst>
            <pc:docMk/>
            <pc:sldMk cId="2846134468" sldId="355"/>
            <ac:inkMk id="4" creationId="{6628A781-D0A1-FB9B-DE10-A4F189D7F1FF}"/>
          </ac:inkMkLst>
        </pc:inkChg>
        <pc:inkChg chg="add del">
          <ac:chgData name="MINATI RATH ." userId="c069ce78-7b3e-49df-863c-37cd5cba8d18" providerId="ADAL" clId="{88DB0432-0257-4B9C-AC44-4607F71EAFFD}" dt="2026-01-24T12:47:15.360" v="657"/>
          <ac:inkMkLst>
            <pc:docMk/>
            <pc:sldMk cId="2846134468" sldId="355"/>
            <ac:inkMk id="5" creationId="{0B69C9F7-9B2E-8E21-2F6F-D43FA47D00DC}"/>
          </ac:inkMkLst>
        </pc:inkChg>
        <pc:inkChg chg="add del">
          <ac:chgData name="MINATI RATH ." userId="c069ce78-7b3e-49df-863c-37cd5cba8d18" providerId="ADAL" clId="{88DB0432-0257-4B9C-AC44-4607F71EAFFD}" dt="2026-01-24T12:42:05.681" v="503"/>
          <ac:inkMkLst>
            <pc:docMk/>
            <pc:sldMk cId="2846134468" sldId="355"/>
            <ac:inkMk id="5" creationId="{175C5E96-52C2-6C73-5A22-323DDA6C4429}"/>
          </ac:inkMkLst>
        </pc:inkChg>
        <pc:inkChg chg="add del">
          <ac:chgData name="MINATI RATH ." userId="c069ce78-7b3e-49df-863c-37cd5cba8d18" providerId="ADAL" clId="{88DB0432-0257-4B9C-AC44-4607F71EAFFD}" dt="2026-01-24T12:47:15.360" v="657"/>
          <ac:inkMkLst>
            <pc:docMk/>
            <pc:sldMk cId="2846134468" sldId="355"/>
            <ac:inkMk id="6" creationId="{5E1788E8-D640-BF55-E169-B5568CA9325A}"/>
          </ac:inkMkLst>
        </pc:inkChg>
        <pc:inkChg chg="add del">
          <ac:chgData name="MINATI RATH ." userId="c069ce78-7b3e-49df-863c-37cd5cba8d18" providerId="ADAL" clId="{88DB0432-0257-4B9C-AC44-4607F71EAFFD}" dt="2026-01-24T12:42:05.681" v="503"/>
          <ac:inkMkLst>
            <pc:docMk/>
            <pc:sldMk cId="2846134468" sldId="355"/>
            <ac:inkMk id="6" creationId="{69880E72-1C51-D06E-12C4-7A6E4FEE9DBC}"/>
          </ac:inkMkLst>
        </pc:inkChg>
        <pc:inkChg chg="add reco">
          <ac:chgData name="MINATI RATH ." userId="c069ce78-7b3e-49df-863c-37cd5cba8d18" providerId="ADAL" clId="{88DB0432-0257-4B9C-AC44-4607F71EAFFD}" dt="2026-01-24T12:42:05.681" v="503"/>
          <ac:inkMkLst>
            <pc:docMk/>
            <pc:sldMk cId="2846134468" sldId="355"/>
            <ac:inkMk id="7" creationId="{91333C9C-C316-0E67-F36D-8636E1748970}"/>
          </ac:inkMkLst>
        </pc:inkChg>
        <pc:inkChg chg="add reco">
          <ac:chgData name="MINATI RATH ." userId="c069ce78-7b3e-49df-863c-37cd5cba8d18" providerId="ADAL" clId="{88DB0432-0257-4B9C-AC44-4607F71EAFFD}" dt="2026-01-24T12:47:15.360" v="657"/>
          <ac:inkMkLst>
            <pc:docMk/>
            <pc:sldMk cId="2846134468" sldId="355"/>
            <ac:inkMk id="8" creationId="{AB578F66-50A0-172D-7297-0A5046C8BF91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8" creationId="{B3D527F9-1361-7A70-CE84-0824E57D1C0C}"/>
          </ac:inkMkLst>
        </pc:inkChg>
        <pc:inkChg chg="add">
          <ac:chgData name="MINATI RATH ." userId="c069ce78-7b3e-49df-863c-37cd5cba8d18" providerId="ADAL" clId="{88DB0432-0257-4B9C-AC44-4607F71EAFFD}" dt="2026-01-24T12:47:16.248" v="658"/>
          <ac:inkMkLst>
            <pc:docMk/>
            <pc:sldMk cId="2846134468" sldId="355"/>
            <ac:inkMk id="9" creationId="{126BDBE1-A90B-F74E-699E-758ED3900703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9" creationId="{85DA0E7C-5C8D-CD7D-CA87-B64AE7C6AC0A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0" creationId="{146A36B7-782E-019D-091F-11795EB7847F}"/>
          </ac:inkMkLst>
        </pc:inkChg>
        <pc:inkChg chg="add">
          <ac:chgData name="MINATI RATH ." userId="c069ce78-7b3e-49df-863c-37cd5cba8d18" providerId="ADAL" clId="{88DB0432-0257-4B9C-AC44-4607F71EAFFD}" dt="2026-01-24T12:47:19.119" v="659"/>
          <ac:inkMkLst>
            <pc:docMk/>
            <pc:sldMk cId="2846134468" sldId="355"/>
            <ac:inkMk id="10" creationId="{A65C6DDF-6B5D-5199-4265-78F8D416D4D8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1" creationId="{48E08486-92B1-2943-86B9-F9A76FAFD399}"/>
          </ac:inkMkLst>
        </pc:inkChg>
        <pc:inkChg chg="add">
          <ac:chgData name="MINATI RATH ." userId="c069ce78-7b3e-49df-863c-37cd5cba8d18" providerId="ADAL" clId="{88DB0432-0257-4B9C-AC44-4607F71EAFFD}" dt="2026-01-24T12:47:22.364" v="660"/>
          <ac:inkMkLst>
            <pc:docMk/>
            <pc:sldMk cId="2846134468" sldId="355"/>
            <ac:inkMk id="11" creationId="{7B8ABEAE-D4BA-1C6A-F220-492F223C60B6}"/>
          </ac:inkMkLst>
        </pc:inkChg>
        <pc:inkChg chg="add">
          <ac:chgData name="MINATI RATH ." userId="c069ce78-7b3e-49df-863c-37cd5cba8d18" providerId="ADAL" clId="{88DB0432-0257-4B9C-AC44-4607F71EAFFD}" dt="2026-01-24T12:47:24.001" v="661"/>
          <ac:inkMkLst>
            <pc:docMk/>
            <pc:sldMk cId="2846134468" sldId="355"/>
            <ac:inkMk id="12" creationId="{2C8C527B-B7C1-4E1C-F80A-4B854852FB24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2" creationId="{7B709E3C-D672-C1F8-D362-AF001738C855}"/>
          </ac:inkMkLst>
        </pc:inkChg>
        <pc:inkChg chg="add">
          <ac:chgData name="MINATI RATH ." userId="c069ce78-7b3e-49df-863c-37cd5cba8d18" providerId="ADAL" clId="{88DB0432-0257-4B9C-AC44-4607F71EAFFD}" dt="2026-01-24T12:47:32.633" v="662"/>
          <ac:inkMkLst>
            <pc:docMk/>
            <pc:sldMk cId="2846134468" sldId="355"/>
            <ac:inkMk id="13" creationId="{8A25A7E8-0AE1-C4E7-FB14-CE944429876F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3" creationId="{F68B06A4-23EE-33B1-A1B7-267B2A6AAFE6}"/>
          </ac:inkMkLst>
        </pc:inkChg>
        <pc:inkChg chg="add">
          <ac:chgData name="MINATI RATH ." userId="c069ce78-7b3e-49df-863c-37cd5cba8d18" providerId="ADAL" clId="{88DB0432-0257-4B9C-AC44-4607F71EAFFD}" dt="2026-01-24T12:47:37.397" v="663"/>
          <ac:inkMkLst>
            <pc:docMk/>
            <pc:sldMk cId="2846134468" sldId="355"/>
            <ac:inkMk id="14" creationId="{A46DD12A-E4FE-FDD8-5361-28B6E820237A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4" creationId="{F867294D-8E45-CE40-CA44-667B9BD39830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5" creationId="{8380EFBA-8F3F-1FBA-3BB7-7587FB78BB11}"/>
          </ac:inkMkLst>
        </pc:inkChg>
        <pc:inkChg chg="add del">
          <ac:chgData name="MINATI RATH ." userId="c069ce78-7b3e-49df-863c-37cd5cba8d18" providerId="ADAL" clId="{88DB0432-0257-4B9C-AC44-4607F71EAFFD}" dt="2026-01-24T12:47:40.070" v="668"/>
          <ac:inkMkLst>
            <pc:docMk/>
            <pc:sldMk cId="2846134468" sldId="355"/>
            <ac:inkMk id="15" creationId="{A97F0BDA-4870-C5B9-6994-DFAE458C6D94}"/>
          </ac:inkMkLst>
        </pc:inkChg>
        <pc:inkChg chg="add del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6" creationId="{451795F2-F545-AF6D-9A07-02521346C449}"/>
          </ac:inkMkLst>
        </pc:inkChg>
        <pc:inkChg chg="add del">
          <ac:chgData name="MINATI RATH ." userId="c069ce78-7b3e-49df-863c-37cd5cba8d18" providerId="ADAL" clId="{88DB0432-0257-4B9C-AC44-4607F71EAFFD}" dt="2026-01-24T12:47:40.070" v="668"/>
          <ac:inkMkLst>
            <pc:docMk/>
            <pc:sldMk cId="2846134468" sldId="355"/>
            <ac:inkMk id="16" creationId="{814C0EE2-C7F8-F2A3-0DD4-106C661DA2B1}"/>
          </ac:inkMkLst>
        </pc:inkChg>
        <pc:inkChg chg="add reco">
          <ac:chgData name="MINATI RATH ." userId="c069ce78-7b3e-49df-863c-37cd5cba8d18" providerId="ADAL" clId="{88DB0432-0257-4B9C-AC44-4607F71EAFFD}" dt="2026-01-24T12:42:16.625" v="513"/>
          <ac:inkMkLst>
            <pc:docMk/>
            <pc:sldMk cId="2846134468" sldId="355"/>
            <ac:inkMk id="17" creationId="{4AC64549-F340-64F0-76E4-269F31A6F065}"/>
          </ac:inkMkLst>
        </pc:inkChg>
        <pc:inkChg chg="add del">
          <ac:chgData name="MINATI RATH ." userId="c069ce78-7b3e-49df-863c-37cd5cba8d18" providerId="ADAL" clId="{88DB0432-0257-4B9C-AC44-4607F71EAFFD}" dt="2026-01-24T12:47:40.070" v="668"/>
          <ac:inkMkLst>
            <pc:docMk/>
            <pc:sldMk cId="2846134468" sldId="355"/>
            <ac:inkMk id="18" creationId="{75C327FE-166B-EDA1-1C24-42FA87A9E86D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18" creationId="{9EFFFBAF-3982-18D6-585A-288C62645FBE}"/>
          </ac:inkMkLst>
        </pc:inkChg>
        <pc:inkChg chg="add del">
          <ac:chgData name="MINATI RATH ." userId="c069ce78-7b3e-49df-863c-37cd5cba8d18" providerId="ADAL" clId="{88DB0432-0257-4B9C-AC44-4607F71EAFFD}" dt="2026-01-24T12:47:40.070" v="668"/>
          <ac:inkMkLst>
            <pc:docMk/>
            <pc:sldMk cId="2846134468" sldId="355"/>
            <ac:inkMk id="19" creationId="{02093B7C-6449-DFF6-FD04-B26706639A8B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19" creationId="{DE2C14AD-42EA-D2FA-5772-E8805A0A921C}"/>
          </ac:inkMkLst>
        </pc:inkChg>
        <pc:inkChg chg="add reco">
          <ac:chgData name="MINATI RATH ." userId="c069ce78-7b3e-49df-863c-37cd5cba8d18" providerId="ADAL" clId="{88DB0432-0257-4B9C-AC44-4607F71EAFFD}" dt="2026-01-24T12:47:40.070" v="668"/>
          <ac:inkMkLst>
            <pc:docMk/>
            <pc:sldMk cId="2846134468" sldId="355"/>
            <ac:inkMk id="20" creationId="{9C6AF8FE-D727-ACA0-F750-C4125B5CCBA6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20" creationId="{C54D5E6A-145D-D483-8DF2-B9DBF889F6F2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21" creationId="{AF227B04-7F04-D715-41F1-896AD7265EB7}"/>
          </ac:inkMkLst>
        </pc:inkChg>
        <pc:inkChg chg="add del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1" creationId="{EBA4D56D-6EE5-762B-5836-E1686B022CC0}"/>
          </ac:inkMkLst>
        </pc:inkChg>
        <pc:inkChg chg="add">
          <ac:chgData name="MINATI RATH ." userId="c069ce78-7b3e-49df-863c-37cd5cba8d18" providerId="ADAL" clId="{88DB0432-0257-4B9C-AC44-4607F71EAFFD}" dt="2026-01-24T12:42:18.374" v="518"/>
          <ac:inkMkLst>
            <pc:docMk/>
            <pc:sldMk cId="2846134468" sldId="355"/>
            <ac:inkMk id="22" creationId="{23FD04B7-C8DA-EE7F-B21A-3343B0166BC2}"/>
          </ac:inkMkLst>
        </pc:inkChg>
        <pc:inkChg chg="add del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2" creationId="{F8CB69F9-3FF5-392D-76DF-EED17C58B669}"/>
          </ac:inkMkLst>
        </pc:inkChg>
        <pc:inkChg chg="add">
          <ac:chgData name="MINATI RATH ." userId="c069ce78-7b3e-49df-863c-37cd5cba8d18" providerId="ADAL" clId="{88DB0432-0257-4B9C-AC44-4607F71EAFFD}" dt="2026-01-24T12:42:19.409" v="519"/>
          <ac:inkMkLst>
            <pc:docMk/>
            <pc:sldMk cId="2846134468" sldId="355"/>
            <ac:inkMk id="23" creationId="{5C377139-C478-1221-375F-303C8E6B40BF}"/>
          </ac:inkMkLst>
        </pc:inkChg>
        <pc:inkChg chg="add del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3" creationId="{DBE4A27F-A518-49A3-6FAA-ADBCABFDEE42}"/>
          </ac:inkMkLst>
        </pc:inkChg>
        <pc:inkChg chg="add del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4" creationId="{294DF443-5259-9F75-A110-F4973A470A3F}"/>
          </ac:inkMkLst>
        </pc:inkChg>
        <pc:inkChg chg="add">
          <ac:chgData name="MINATI RATH ." userId="c069ce78-7b3e-49df-863c-37cd5cba8d18" providerId="ADAL" clId="{88DB0432-0257-4B9C-AC44-4607F71EAFFD}" dt="2026-01-24T12:42:21.309" v="520"/>
          <ac:inkMkLst>
            <pc:docMk/>
            <pc:sldMk cId="2846134468" sldId="355"/>
            <ac:inkMk id="24" creationId="{6576DA63-5DEB-9CE4-4AAA-A80FCE71AE04}"/>
          </ac:inkMkLst>
        </pc:inkChg>
        <pc:inkChg chg="add del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5" creationId="{E7AFCD38-F6D1-44C7-7457-2E45244EC3E3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25" creationId="{F2B7010D-D286-CB90-8163-3A719E941744}"/>
          </ac:inkMkLst>
        </pc:inkChg>
        <pc:inkChg chg="add">
          <ac:chgData name="MINATI RATH ." userId="c069ce78-7b3e-49df-863c-37cd5cba8d18" providerId="ADAL" clId="{88DB0432-0257-4B9C-AC44-4607F71EAFFD}" dt="2026-01-24T12:42:22.357" v="522"/>
          <ac:inkMkLst>
            <pc:docMk/>
            <pc:sldMk cId="2846134468" sldId="355"/>
            <ac:inkMk id="26" creationId="{085150CD-FEA8-ED91-E0CB-DD4F8B9ADCB0}"/>
          </ac:inkMkLst>
        </pc:inkChg>
        <pc:inkChg chg="add reco">
          <ac:chgData name="MINATI RATH ." userId="c069ce78-7b3e-49df-863c-37cd5cba8d18" providerId="ADAL" clId="{88DB0432-0257-4B9C-AC44-4607F71EAFFD}" dt="2026-01-24T12:47:46.209" v="674"/>
          <ac:inkMkLst>
            <pc:docMk/>
            <pc:sldMk cId="2846134468" sldId="355"/>
            <ac:inkMk id="26" creationId="{F1B25A6F-6C62-14F9-413B-17696B4E3CD7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27" creationId="{24D2B4A5-7278-FD37-168A-EABB956264D1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27" creationId="{F51E2AFF-8299-55E6-5CC1-C8E5B46B1D89}"/>
          </ac:inkMkLst>
        </pc:inkChg>
        <pc:inkChg chg="add">
          <ac:chgData name="MINATI RATH ." userId="c069ce78-7b3e-49df-863c-37cd5cba8d18" providerId="ADAL" clId="{88DB0432-0257-4B9C-AC44-4607F71EAFFD}" dt="2026-01-24T12:42:22.878" v="524"/>
          <ac:inkMkLst>
            <pc:docMk/>
            <pc:sldMk cId="2846134468" sldId="355"/>
            <ac:inkMk id="28" creationId="{91C30A3C-7E8C-095B-99D0-1B72BB547749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28" creationId="{A2D5F3F9-9FA5-6C58-9771-308AF2511586}"/>
          </ac:inkMkLst>
        </pc:inkChg>
        <pc:inkChg chg="add">
          <ac:chgData name="MINATI RATH ." userId="c069ce78-7b3e-49df-863c-37cd5cba8d18" providerId="ADAL" clId="{88DB0432-0257-4B9C-AC44-4607F71EAFFD}" dt="2026-01-24T12:42:23.010" v="525"/>
          <ac:inkMkLst>
            <pc:docMk/>
            <pc:sldMk cId="2846134468" sldId="355"/>
            <ac:inkMk id="29" creationId="{502EDC40-71B8-5E33-DD83-8B7FEF48B8E5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29" creationId="{E41D34F9-BC41-3AB7-64CB-D35C5A5B05EB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30" creationId="{A82826A9-09F9-D8BD-4807-890258F7C836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30" creationId="{AFA5E0FC-944F-D490-E321-A4E98E530EC4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31" creationId="{A4890E8E-2BB8-2CC1-A71A-81F14F262F56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31" creationId="{E3C181A1-566C-5186-AABB-30CFEAAC5447}"/>
          </ac:inkMkLst>
        </pc:inkChg>
        <pc:inkChg chg="add">
          <ac:chgData name="MINATI RATH ." userId="c069ce78-7b3e-49df-863c-37cd5cba8d18" providerId="ADAL" clId="{88DB0432-0257-4B9C-AC44-4607F71EAFFD}" dt="2026-01-24T12:42:23.756" v="528"/>
          <ac:inkMkLst>
            <pc:docMk/>
            <pc:sldMk cId="2846134468" sldId="355"/>
            <ac:inkMk id="32" creationId="{3DC55551-F815-8F1F-F4F8-6670FDA64D21}"/>
          </ac:inkMkLst>
        </pc:inkChg>
        <pc:inkChg chg="add del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32" creationId="{99E105D9-07EB-52B7-2044-9A35209601E6}"/>
          </ac:inkMkLst>
        </pc:inkChg>
        <pc:inkChg chg="add reco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33" creationId="{83A1CE34-2F3D-6D53-1384-A2C2EFFA98A8}"/>
          </ac:inkMkLst>
        </pc:inkChg>
        <pc:inkChg chg="add">
          <ac:chgData name="MINATI RATH ." userId="c069ce78-7b3e-49df-863c-37cd5cba8d18" providerId="ADAL" clId="{88DB0432-0257-4B9C-AC44-4607F71EAFFD}" dt="2026-01-24T12:42:24.390" v="529"/>
          <ac:inkMkLst>
            <pc:docMk/>
            <pc:sldMk cId="2846134468" sldId="355"/>
            <ac:inkMk id="33" creationId="{F4C0F24D-A7F2-DF7C-25AC-E8965C1334EA}"/>
          </ac:inkMkLst>
        </pc:inkChg>
        <pc:inkChg chg="add">
          <ac:chgData name="MINATI RATH ." userId="c069ce78-7b3e-49df-863c-37cd5cba8d18" providerId="ADAL" clId="{88DB0432-0257-4B9C-AC44-4607F71EAFFD}" dt="2026-01-24T12:42:25.356" v="530"/>
          <ac:inkMkLst>
            <pc:docMk/>
            <pc:sldMk cId="2846134468" sldId="355"/>
            <ac:inkMk id="34" creationId="{97CDA7D7-2966-0A07-ADDD-C147798F81C3}"/>
          </ac:inkMkLst>
        </pc:inkChg>
        <pc:inkChg chg="add reco">
          <ac:chgData name="MINATI RATH ." userId="c069ce78-7b3e-49df-863c-37cd5cba8d18" providerId="ADAL" clId="{88DB0432-0257-4B9C-AC44-4607F71EAFFD}" dt="2026-01-24T12:47:51.009" v="681"/>
          <ac:inkMkLst>
            <pc:docMk/>
            <pc:sldMk cId="2846134468" sldId="355"/>
            <ac:inkMk id="34" creationId="{B327B98E-E14F-84F5-00DB-D5151CC67DE6}"/>
          </ac:inkMkLst>
        </pc:inkChg>
        <pc:inkChg chg="add del">
          <ac:chgData name="MINATI RATH ." userId="c069ce78-7b3e-49df-863c-37cd5cba8d18" providerId="ADAL" clId="{88DB0432-0257-4B9C-AC44-4607F71EAFFD}" dt="2026-01-24T12:48:19.901" v="684"/>
          <ac:inkMkLst>
            <pc:docMk/>
            <pc:sldMk cId="2846134468" sldId="355"/>
            <ac:inkMk id="35" creationId="{1F594FEA-55AC-715C-AE7D-56504E754C34}"/>
          </ac:inkMkLst>
        </pc:inkChg>
        <pc:inkChg chg="add">
          <ac:chgData name="MINATI RATH ." userId="c069ce78-7b3e-49df-863c-37cd5cba8d18" providerId="ADAL" clId="{88DB0432-0257-4B9C-AC44-4607F71EAFFD}" dt="2026-01-24T12:42:26.326" v="531"/>
          <ac:inkMkLst>
            <pc:docMk/>
            <pc:sldMk cId="2846134468" sldId="355"/>
            <ac:inkMk id="35" creationId="{7A754A25-51A3-642F-1EBD-5EF18CADBA5A}"/>
          </ac:inkMkLst>
        </pc:inkChg>
        <pc:inkChg chg="add">
          <ac:chgData name="MINATI RATH ." userId="c069ce78-7b3e-49df-863c-37cd5cba8d18" providerId="ADAL" clId="{88DB0432-0257-4B9C-AC44-4607F71EAFFD}" dt="2026-01-24T12:42:27.408" v="532"/>
          <ac:inkMkLst>
            <pc:docMk/>
            <pc:sldMk cId="2846134468" sldId="355"/>
            <ac:inkMk id="36" creationId="{76018D48-5059-2C55-CDC3-87DE7E9A4D7A}"/>
          </ac:inkMkLst>
        </pc:inkChg>
        <pc:inkChg chg="add del">
          <ac:chgData name="MINATI RATH ." userId="c069ce78-7b3e-49df-863c-37cd5cba8d18" providerId="ADAL" clId="{88DB0432-0257-4B9C-AC44-4607F71EAFFD}" dt="2026-01-24T12:48:19.901" v="684"/>
          <ac:inkMkLst>
            <pc:docMk/>
            <pc:sldMk cId="2846134468" sldId="355"/>
            <ac:inkMk id="36" creationId="{784898BE-B7D3-C2F4-3460-7404990FAF74}"/>
          </ac:inkMkLst>
        </pc:inkChg>
        <pc:inkChg chg="add del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37" creationId="{93CD516C-C1DE-6F02-E466-E1FEFE3BDE86}"/>
          </ac:inkMkLst>
        </pc:inkChg>
        <pc:inkChg chg="add reco">
          <ac:chgData name="MINATI RATH ." userId="c069ce78-7b3e-49df-863c-37cd5cba8d18" providerId="ADAL" clId="{88DB0432-0257-4B9C-AC44-4607F71EAFFD}" dt="2026-01-24T12:48:19.901" v="684"/>
          <ac:inkMkLst>
            <pc:docMk/>
            <pc:sldMk cId="2846134468" sldId="355"/>
            <ac:inkMk id="37" creationId="{BE2CA1C3-458F-3E9A-8C2E-37AFEA587942}"/>
          </ac:inkMkLst>
        </pc:inkChg>
        <pc:inkChg chg="add reco">
          <ac:chgData name="MINATI RATH ." userId="c069ce78-7b3e-49df-863c-37cd5cba8d18" providerId="ADAL" clId="{88DB0432-0257-4B9C-AC44-4607F71EAFFD}" dt="2026-01-24T12:42:28.413" v="534"/>
          <ac:inkMkLst>
            <pc:docMk/>
            <pc:sldMk cId="2846134468" sldId="355"/>
            <ac:inkMk id="38" creationId="{5AA8DE53-A955-12CB-CBB5-DD1E232880EB}"/>
          </ac:inkMkLst>
        </pc:inkChg>
        <pc:inkChg chg="add">
          <ac:chgData name="MINATI RATH ." userId="c069ce78-7b3e-49df-863c-37cd5cba8d18" providerId="ADAL" clId="{88DB0432-0257-4B9C-AC44-4607F71EAFFD}" dt="2026-01-24T12:42:33.968" v="535"/>
          <ac:inkMkLst>
            <pc:docMk/>
            <pc:sldMk cId="2846134468" sldId="355"/>
            <ac:inkMk id="39" creationId="{2DD1A0DC-2D3B-688D-74E3-509FCF32681D}"/>
          </ac:inkMkLst>
        </pc:inkChg>
        <pc:inkChg chg="add">
          <ac:chgData name="MINATI RATH ." userId="c069ce78-7b3e-49df-863c-37cd5cba8d18" providerId="ADAL" clId="{88DB0432-0257-4B9C-AC44-4607F71EAFFD}" dt="2026-01-24T12:42:39.506" v="536"/>
          <ac:inkMkLst>
            <pc:docMk/>
            <pc:sldMk cId="2846134468" sldId="355"/>
            <ac:inkMk id="40" creationId="{3A4ECC04-B86B-A961-9AF1-E91D525E968D}"/>
          </ac:inkMkLst>
        </pc:inkChg>
        <pc:inkChg chg="add del">
          <ac:chgData name="MINATI RATH ." userId="c069ce78-7b3e-49df-863c-37cd5cba8d18" providerId="ADAL" clId="{88DB0432-0257-4B9C-AC44-4607F71EAFFD}" dt="2026-01-24T12:42:50.549" v="539"/>
          <ac:inkMkLst>
            <pc:docMk/>
            <pc:sldMk cId="2846134468" sldId="355"/>
            <ac:inkMk id="41" creationId="{2826B410-8089-2C8B-EBFA-D6097605DCBD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1" creationId="{C09B5FFC-265D-E23F-D97F-B4AD686CC4AD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2" creationId="{A303E0F0-B1F1-689E-3F23-783F16C0A7D8}"/>
          </ac:inkMkLst>
        </pc:inkChg>
        <pc:inkChg chg="add del">
          <ac:chgData name="MINATI RATH ." userId="c069ce78-7b3e-49df-863c-37cd5cba8d18" providerId="ADAL" clId="{88DB0432-0257-4B9C-AC44-4607F71EAFFD}" dt="2026-01-24T12:42:50.549" v="539"/>
          <ac:inkMkLst>
            <pc:docMk/>
            <pc:sldMk cId="2846134468" sldId="355"/>
            <ac:inkMk id="42" creationId="{D0CF9B17-F13D-5D83-D4D9-2899A7526385}"/>
          </ac:inkMkLst>
        </pc:inkChg>
        <pc:inkChg chg="add reco">
          <ac:chgData name="MINATI RATH ." userId="c069ce78-7b3e-49df-863c-37cd5cba8d18" providerId="ADAL" clId="{88DB0432-0257-4B9C-AC44-4607F71EAFFD}" dt="2026-01-24T12:42:50.549" v="539"/>
          <ac:inkMkLst>
            <pc:docMk/>
            <pc:sldMk cId="2846134468" sldId="355"/>
            <ac:inkMk id="43" creationId="{14837F9B-839F-6391-FC65-CBE10EEC6849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4" creationId="{4CA1EF33-03D2-4C0D-8792-5AB19C7793CC}"/>
          </ac:inkMkLst>
        </pc:inkChg>
        <pc:inkChg chg="add del">
          <ac:chgData name="MINATI RATH ." userId="c069ce78-7b3e-49df-863c-37cd5cba8d18" providerId="ADAL" clId="{88DB0432-0257-4B9C-AC44-4607F71EAFFD}" dt="2026-01-24T12:42:54.917" v="544"/>
          <ac:inkMkLst>
            <pc:docMk/>
            <pc:sldMk cId="2846134468" sldId="355"/>
            <ac:inkMk id="44" creationId="{944E5339-F1C2-753E-8CDD-53AB9310B246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5" creationId="{25A7C69E-EC38-C208-6ECD-AC357EC12D4B}"/>
          </ac:inkMkLst>
        </pc:inkChg>
        <pc:inkChg chg="add del">
          <ac:chgData name="MINATI RATH ." userId="c069ce78-7b3e-49df-863c-37cd5cba8d18" providerId="ADAL" clId="{88DB0432-0257-4B9C-AC44-4607F71EAFFD}" dt="2026-01-24T12:42:54.917" v="544"/>
          <ac:inkMkLst>
            <pc:docMk/>
            <pc:sldMk cId="2846134468" sldId="355"/>
            <ac:inkMk id="45" creationId="{9872C86D-DAFE-D5F7-81A1-02525BA0BB6F}"/>
          </ac:inkMkLst>
        </pc:inkChg>
        <pc:inkChg chg="add del">
          <ac:chgData name="MINATI RATH ." userId="c069ce78-7b3e-49df-863c-37cd5cba8d18" providerId="ADAL" clId="{88DB0432-0257-4B9C-AC44-4607F71EAFFD}" dt="2026-01-24T12:42:54.917" v="544"/>
          <ac:inkMkLst>
            <pc:docMk/>
            <pc:sldMk cId="2846134468" sldId="355"/>
            <ac:inkMk id="46" creationId="{331351A5-8F3C-80E7-A846-9167D25A1474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6" creationId="{69DFFDD6-2E2C-C0D4-0B9B-5082B16B8E88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7" creationId="{56E3D11D-1751-83CB-3861-B2B603A51690}"/>
          </ac:inkMkLst>
        </pc:inkChg>
        <pc:inkChg chg="add del">
          <ac:chgData name="MINATI RATH ." userId="c069ce78-7b3e-49df-863c-37cd5cba8d18" providerId="ADAL" clId="{88DB0432-0257-4B9C-AC44-4607F71EAFFD}" dt="2026-01-24T12:42:54.917" v="544"/>
          <ac:inkMkLst>
            <pc:docMk/>
            <pc:sldMk cId="2846134468" sldId="355"/>
            <ac:inkMk id="47" creationId="{E06BE922-E7EA-B6BF-3C2F-6F08D8CA86E1}"/>
          </ac:inkMkLst>
        </pc:inkChg>
        <pc:inkChg chg="add reco">
          <ac:chgData name="MINATI RATH ." userId="c069ce78-7b3e-49df-863c-37cd5cba8d18" providerId="ADAL" clId="{88DB0432-0257-4B9C-AC44-4607F71EAFFD}" dt="2026-01-24T12:42:54.917" v="544"/>
          <ac:inkMkLst>
            <pc:docMk/>
            <pc:sldMk cId="2846134468" sldId="355"/>
            <ac:inkMk id="48" creationId="{472D7705-D6EF-DC60-4D23-A4F01D66A700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49" creationId="{CB986B46-DB52-51C5-F523-6E5FDF97E8DE}"/>
          </ac:inkMkLst>
        </pc:inkChg>
        <pc:inkChg chg="add del">
          <ac:chgData name="MINATI RATH ." userId="c069ce78-7b3e-49df-863c-37cd5cba8d18" providerId="ADAL" clId="{88DB0432-0257-4B9C-AC44-4607F71EAFFD}" dt="2026-01-24T12:42:57.578" v="548"/>
          <ac:inkMkLst>
            <pc:docMk/>
            <pc:sldMk cId="2846134468" sldId="355"/>
            <ac:inkMk id="49" creationId="{E1BCAAE1-C98C-CBA8-D5A6-F9ED44014EED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50" creationId="{A78790B0-13FD-7BE0-20FF-8234809EE9CC}"/>
          </ac:inkMkLst>
        </pc:inkChg>
        <pc:inkChg chg="add del">
          <ac:chgData name="MINATI RATH ." userId="c069ce78-7b3e-49df-863c-37cd5cba8d18" providerId="ADAL" clId="{88DB0432-0257-4B9C-AC44-4607F71EAFFD}" dt="2026-01-24T12:42:57.578" v="548"/>
          <ac:inkMkLst>
            <pc:docMk/>
            <pc:sldMk cId="2846134468" sldId="355"/>
            <ac:inkMk id="50" creationId="{F5B40C51-6AC1-636D-1AC6-695388266D1D}"/>
          </ac:inkMkLst>
        </pc:inkChg>
        <pc:inkChg chg="add del">
          <ac:chgData name="MINATI RATH ." userId="c069ce78-7b3e-49df-863c-37cd5cba8d18" providerId="ADAL" clId="{88DB0432-0257-4B9C-AC44-4607F71EAFFD}" dt="2026-01-24T12:42:57.578" v="548"/>
          <ac:inkMkLst>
            <pc:docMk/>
            <pc:sldMk cId="2846134468" sldId="355"/>
            <ac:inkMk id="51" creationId="{1832BFA5-2DA0-9AD3-D47C-54D1CF1F157A}"/>
          </ac:inkMkLst>
        </pc:inkChg>
        <pc:inkChg chg="add">
          <ac:chgData name="MINATI RATH ." userId="c069ce78-7b3e-49df-863c-37cd5cba8d18" providerId="ADAL" clId="{88DB0432-0257-4B9C-AC44-4607F71EAFFD}" dt="2026-01-24T12:48:28.179" v="693"/>
          <ac:inkMkLst>
            <pc:docMk/>
            <pc:sldMk cId="2846134468" sldId="355"/>
            <ac:inkMk id="51" creationId="{879EC262-D5E6-7BFD-D571-E647570098B1}"/>
          </ac:inkMkLst>
        </pc:inkChg>
        <pc:inkChg chg="add reco">
          <ac:chgData name="MINATI RATH ." userId="c069ce78-7b3e-49df-863c-37cd5cba8d18" providerId="ADAL" clId="{88DB0432-0257-4B9C-AC44-4607F71EAFFD}" dt="2026-01-24T12:42:57.578" v="548"/>
          <ac:inkMkLst>
            <pc:docMk/>
            <pc:sldMk cId="2846134468" sldId="355"/>
            <ac:inkMk id="52" creationId="{9C5F993E-BCA9-C2C0-1CF0-AC13D57F02FB}"/>
          </ac:inkMkLst>
        </pc:inkChg>
        <pc:inkChg chg="add del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53" creationId="{8FC4CD23-CF67-0E09-70B6-9E142CE9BD0F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3" creationId="{B826A3FF-E867-6B2F-F441-4170D8434D09}"/>
          </ac:inkMkLst>
        </pc:inkChg>
        <pc:inkChg chg="add reco">
          <ac:chgData name="MINATI RATH ." userId="c069ce78-7b3e-49df-863c-37cd5cba8d18" providerId="ADAL" clId="{88DB0432-0257-4B9C-AC44-4607F71EAFFD}" dt="2026-01-24T12:48:29.174" v="695"/>
          <ac:inkMkLst>
            <pc:docMk/>
            <pc:sldMk cId="2846134468" sldId="355"/>
            <ac:inkMk id="54" creationId="{679AD675-E305-4069-E88D-B93B024DB43D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4" creationId="{D7E31DA3-DAB5-413C-08A6-630EED358FD2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5" creationId="{0896D9BD-BE8D-2D2D-17D3-96D6EC521338}"/>
          </ac:inkMkLst>
        </pc:inkChg>
        <pc:inkChg chg="add del">
          <ac:chgData name="MINATI RATH ." userId="c069ce78-7b3e-49df-863c-37cd5cba8d18" providerId="ADAL" clId="{88DB0432-0257-4B9C-AC44-4607F71EAFFD}" dt="2026-01-24T12:48:33.219" v="698"/>
          <ac:inkMkLst>
            <pc:docMk/>
            <pc:sldMk cId="2846134468" sldId="355"/>
            <ac:inkMk id="55" creationId="{EB9243FD-F9FD-0C35-3E6A-C56018158C1A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6" creationId="{0532B22A-DE3C-5A67-8967-7C464C9013E6}"/>
          </ac:inkMkLst>
        </pc:inkChg>
        <pc:inkChg chg="add del">
          <ac:chgData name="MINATI RATH ." userId="c069ce78-7b3e-49df-863c-37cd5cba8d18" providerId="ADAL" clId="{88DB0432-0257-4B9C-AC44-4607F71EAFFD}" dt="2026-01-24T12:48:33.219" v="698"/>
          <ac:inkMkLst>
            <pc:docMk/>
            <pc:sldMk cId="2846134468" sldId="355"/>
            <ac:inkMk id="56" creationId="{4CE223F2-141D-AA38-3D00-555C8F7507DA}"/>
          </ac:inkMkLst>
        </pc:inkChg>
        <pc:inkChg chg="add reco">
          <ac:chgData name="MINATI RATH ." userId="c069ce78-7b3e-49df-863c-37cd5cba8d18" providerId="ADAL" clId="{88DB0432-0257-4B9C-AC44-4607F71EAFFD}" dt="2026-01-24T12:48:33.219" v="698"/>
          <ac:inkMkLst>
            <pc:docMk/>
            <pc:sldMk cId="2846134468" sldId="355"/>
            <ac:inkMk id="57" creationId="{328A7E46-5AD4-985B-6639-C21012AB28B2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7" creationId="{37BD82EE-3CAF-D273-67A8-123E06A4AF87}"/>
          </ac:inkMkLst>
        </pc:inkChg>
        <pc:inkChg chg="add del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8" creationId="{EE709F72-CA20-6218-F004-B1BFD1AA5203}"/>
          </ac:inkMkLst>
        </pc:inkChg>
        <pc:inkChg chg="add del">
          <ac:chgData name="MINATI RATH ." userId="c069ce78-7b3e-49df-863c-37cd5cba8d18" providerId="ADAL" clId="{88DB0432-0257-4B9C-AC44-4607F71EAFFD}" dt="2026-01-24T12:48:35.467" v="701"/>
          <ac:inkMkLst>
            <pc:docMk/>
            <pc:sldMk cId="2846134468" sldId="355"/>
            <ac:inkMk id="58" creationId="{F64B278C-56CF-E638-3730-CD6DD7871491}"/>
          </ac:inkMkLst>
        </pc:inkChg>
        <pc:inkChg chg="add reco">
          <ac:chgData name="MINATI RATH ." userId="c069ce78-7b3e-49df-863c-37cd5cba8d18" providerId="ADAL" clId="{88DB0432-0257-4B9C-AC44-4607F71EAFFD}" dt="2026-01-24T12:43:08.998" v="555"/>
          <ac:inkMkLst>
            <pc:docMk/>
            <pc:sldMk cId="2846134468" sldId="355"/>
            <ac:inkMk id="59" creationId="{62CBF32A-AC56-5063-99A4-6950DE20C5AA}"/>
          </ac:inkMkLst>
        </pc:inkChg>
        <pc:inkChg chg="add del">
          <ac:chgData name="MINATI RATH ." userId="c069ce78-7b3e-49df-863c-37cd5cba8d18" providerId="ADAL" clId="{88DB0432-0257-4B9C-AC44-4607F71EAFFD}" dt="2026-01-24T12:43:10.998" v="558"/>
          <ac:inkMkLst>
            <pc:docMk/>
            <pc:sldMk cId="2846134468" sldId="355"/>
            <ac:inkMk id="60" creationId="{4E41A175-B862-5A0B-2AE1-C8C543166F94}"/>
          </ac:inkMkLst>
        </pc:inkChg>
        <pc:inkChg chg="add del">
          <ac:chgData name="MINATI RATH ." userId="c069ce78-7b3e-49df-863c-37cd5cba8d18" providerId="ADAL" clId="{88DB0432-0257-4B9C-AC44-4607F71EAFFD}" dt="2026-01-24T12:48:35.467" v="701"/>
          <ac:inkMkLst>
            <pc:docMk/>
            <pc:sldMk cId="2846134468" sldId="355"/>
            <ac:inkMk id="60" creationId="{F9CC88ED-C563-EF88-715C-330D95F616E5}"/>
          </ac:inkMkLst>
        </pc:inkChg>
        <pc:inkChg chg="add del">
          <ac:chgData name="MINATI RATH ." userId="c069ce78-7b3e-49df-863c-37cd5cba8d18" providerId="ADAL" clId="{88DB0432-0257-4B9C-AC44-4607F71EAFFD}" dt="2026-01-24T12:43:10.998" v="558"/>
          <ac:inkMkLst>
            <pc:docMk/>
            <pc:sldMk cId="2846134468" sldId="355"/>
            <ac:inkMk id="61" creationId="{C271CBB4-1689-53F6-995C-E97C89EC7FDA}"/>
          </ac:inkMkLst>
        </pc:inkChg>
        <pc:inkChg chg="add reco">
          <ac:chgData name="MINATI RATH ." userId="c069ce78-7b3e-49df-863c-37cd5cba8d18" providerId="ADAL" clId="{88DB0432-0257-4B9C-AC44-4607F71EAFFD}" dt="2026-01-24T12:48:35.467" v="701"/>
          <ac:inkMkLst>
            <pc:docMk/>
            <pc:sldMk cId="2846134468" sldId="355"/>
            <ac:inkMk id="61" creationId="{C3A0CE88-68C3-CF01-D34C-B00C02501ECF}"/>
          </ac:inkMkLst>
        </pc:inkChg>
        <pc:inkChg chg="add reco">
          <ac:chgData name="MINATI RATH ." userId="c069ce78-7b3e-49df-863c-37cd5cba8d18" providerId="ADAL" clId="{88DB0432-0257-4B9C-AC44-4607F71EAFFD}" dt="2026-01-24T12:43:10.998" v="558"/>
          <ac:inkMkLst>
            <pc:docMk/>
            <pc:sldMk cId="2846134468" sldId="355"/>
            <ac:inkMk id="62" creationId="{2C46B871-4C12-A309-0987-89D74CD999A6}"/>
          </ac:inkMkLst>
        </pc:inkChg>
        <pc:inkChg chg="add">
          <ac:chgData name="MINATI RATH ." userId="c069ce78-7b3e-49df-863c-37cd5cba8d18" providerId="ADAL" clId="{88DB0432-0257-4B9C-AC44-4607F71EAFFD}" dt="2026-01-24T12:43:33.739" v="559"/>
          <ac:inkMkLst>
            <pc:docMk/>
            <pc:sldMk cId="2846134468" sldId="355"/>
            <ac:inkMk id="63" creationId="{03D593F6-0976-7C74-D8A8-AA78B379E15F}"/>
          </ac:inkMkLst>
        </pc:inkChg>
        <pc:inkChg chg="add">
          <ac:chgData name="MINATI RATH ." userId="c069ce78-7b3e-49df-863c-37cd5cba8d18" providerId="ADAL" clId="{88DB0432-0257-4B9C-AC44-4607F71EAFFD}" dt="2026-01-24T12:43:34.750" v="560"/>
          <ac:inkMkLst>
            <pc:docMk/>
            <pc:sldMk cId="2846134468" sldId="355"/>
            <ac:inkMk id="128" creationId="{6BC1B6E0-0BBA-8E76-547D-88DD8691BE74}"/>
          </ac:inkMkLst>
        </pc:inkChg>
        <pc:inkChg chg="add">
          <ac:chgData name="MINATI RATH ." userId="c069ce78-7b3e-49df-863c-37cd5cba8d18" providerId="ADAL" clId="{88DB0432-0257-4B9C-AC44-4607F71EAFFD}" dt="2026-01-24T12:43:42.966" v="561"/>
          <ac:inkMkLst>
            <pc:docMk/>
            <pc:sldMk cId="2846134468" sldId="355"/>
            <ac:inkMk id="129" creationId="{88C4E8E4-2F97-B52F-7908-D71026A5C4D8}"/>
          </ac:inkMkLst>
        </pc:inkChg>
        <pc:inkChg chg="add del">
          <ac:chgData name="MINATI RATH ." userId="c069ce78-7b3e-49df-863c-37cd5cba8d18" providerId="ADAL" clId="{88DB0432-0257-4B9C-AC44-4607F71EAFFD}" dt="2026-01-24T12:43:48.946" v="564"/>
          <ac:inkMkLst>
            <pc:docMk/>
            <pc:sldMk cId="2846134468" sldId="355"/>
            <ac:inkMk id="130" creationId="{5702FAC9-1E69-99EA-CE11-7FC163B2F34F}"/>
          </ac:inkMkLst>
        </pc:inkChg>
        <pc:inkChg chg="add del">
          <ac:chgData name="MINATI RATH ." userId="c069ce78-7b3e-49df-863c-37cd5cba8d18" providerId="ADAL" clId="{88DB0432-0257-4B9C-AC44-4607F71EAFFD}" dt="2026-01-24T12:48:38.081" v="704"/>
          <ac:inkMkLst>
            <pc:docMk/>
            <pc:sldMk cId="2846134468" sldId="355"/>
            <ac:inkMk id="130" creationId="{81E497C0-E567-73BF-8D2F-A818EAC67A7B}"/>
          </ac:inkMkLst>
        </pc:inkChg>
        <pc:inkChg chg="add del">
          <ac:chgData name="MINATI RATH ." userId="c069ce78-7b3e-49df-863c-37cd5cba8d18" providerId="ADAL" clId="{88DB0432-0257-4B9C-AC44-4607F71EAFFD}" dt="2026-01-24T12:48:38.081" v="704"/>
          <ac:inkMkLst>
            <pc:docMk/>
            <pc:sldMk cId="2846134468" sldId="355"/>
            <ac:inkMk id="131" creationId="{9D66C489-F11F-B9C1-F17B-CD696BED3018}"/>
          </ac:inkMkLst>
        </pc:inkChg>
        <pc:inkChg chg="add del">
          <ac:chgData name="MINATI RATH ." userId="c069ce78-7b3e-49df-863c-37cd5cba8d18" providerId="ADAL" clId="{88DB0432-0257-4B9C-AC44-4607F71EAFFD}" dt="2026-01-24T12:43:48.946" v="564"/>
          <ac:inkMkLst>
            <pc:docMk/>
            <pc:sldMk cId="2846134468" sldId="355"/>
            <ac:inkMk id="131" creationId="{CF0E6787-FF9C-B97B-ED25-FCF3C75074AB}"/>
          </ac:inkMkLst>
        </pc:inkChg>
        <pc:inkChg chg="add reco">
          <ac:chgData name="MINATI RATH ." userId="c069ce78-7b3e-49df-863c-37cd5cba8d18" providerId="ADAL" clId="{88DB0432-0257-4B9C-AC44-4607F71EAFFD}" dt="2026-01-24T12:43:48.946" v="564"/>
          <ac:inkMkLst>
            <pc:docMk/>
            <pc:sldMk cId="2846134468" sldId="355"/>
            <ac:inkMk id="132" creationId="{3F7180EB-EDDA-DEF8-0426-8DC4E077B46D}"/>
          </ac:inkMkLst>
        </pc:inkChg>
        <pc:inkChg chg="add">
          <ac:chgData name="MINATI RATH ." userId="c069ce78-7b3e-49df-863c-37cd5cba8d18" providerId="ADAL" clId="{88DB0432-0257-4B9C-AC44-4607F71EAFFD}" dt="2026-01-24T12:43:51.635" v="565"/>
          <ac:inkMkLst>
            <pc:docMk/>
            <pc:sldMk cId="2846134468" sldId="355"/>
            <ac:inkMk id="133" creationId="{C10A3F89-AB5A-E91C-1813-5987ACCA5C6C}"/>
          </ac:inkMkLst>
        </pc:inkChg>
        <pc:inkChg chg="add reco">
          <ac:chgData name="MINATI RATH ." userId="c069ce78-7b3e-49df-863c-37cd5cba8d18" providerId="ADAL" clId="{88DB0432-0257-4B9C-AC44-4607F71EAFFD}" dt="2026-01-24T12:48:38.081" v="704"/>
          <ac:inkMkLst>
            <pc:docMk/>
            <pc:sldMk cId="2846134468" sldId="355"/>
            <ac:inkMk id="134" creationId="{A4F75C41-62AA-2528-DB8D-22B53F617213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4" creationId="{E3E901AF-80CF-4A71-BE07-274292B440BE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5" creationId="{4C2F7033-DAC5-C6C5-529F-38FD4B5C4E9D}"/>
          </ac:inkMkLst>
        </pc:inkChg>
        <pc:inkChg chg="add del">
          <ac:chgData name="MINATI RATH ." userId="c069ce78-7b3e-49df-863c-37cd5cba8d18" providerId="ADAL" clId="{88DB0432-0257-4B9C-AC44-4607F71EAFFD}" dt="2026-01-24T12:48:57.046" v="707"/>
          <ac:inkMkLst>
            <pc:docMk/>
            <pc:sldMk cId="2846134468" sldId="355"/>
            <ac:inkMk id="135" creationId="{A1CC9871-1320-7560-0B10-F239BB7D0775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6" creationId="{8B9B5DF9-BF84-9C86-128F-BF14E8BE796F}"/>
          </ac:inkMkLst>
        </pc:inkChg>
        <pc:inkChg chg="add del">
          <ac:chgData name="MINATI RATH ." userId="c069ce78-7b3e-49df-863c-37cd5cba8d18" providerId="ADAL" clId="{88DB0432-0257-4B9C-AC44-4607F71EAFFD}" dt="2026-01-24T12:48:57.046" v="707"/>
          <ac:inkMkLst>
            <pc:docMk/>
            <pc:sldMk cId="2846134468" sldId="355"/>
            <ac:inkMk id="136" creationId="{EC73CF2A-DF6A-5A4C-AE49-B594A830569E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7" creationId="{B536123B-474B-8D3C-C69D-E3D3D15FBB4E}"/>
          </ac:inkMkLst>
        </pc:inkChg>
        <pc:inkChg chg="add reco">
          <ac:chgData name="MINATI RATH ." userId="c069ce78-7b3e-49df-863c-37cd5cba8d18" providerId="ADAL" clId="{88DB0432-0257-4B9C-AC44-4607F71EAFFD}" dt="2026-01-24T12:48:57.046" v="707"/>
          <ac:inkMkLst>
            <pc:docMk/>
            <pc:sldMk cId="2846134468" sldId="355"/>
            <ac:inkMk id="137" creationId="{DD8C7982-8BD8-65DE-F57F-A2646BD814F1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8" creationId="{1152DE0A-1E66-91BA-B06B-4BA0625D406F}"/>
          </ac:inkMkLst>
        </pc:inkChg>
        <pc:inkChg chg="add del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38" creationId="{C0689D67-254E-197C-5F29-0DBB522ED937}"/>
          </ac:inkMkLst>
        </pc:inkChg>
        <pc:inkChg chg="add del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39" creationId="{BC957B6F-CD0D-08AB-8694-1D4D8BF9A307}"/>
          </ac:inkMkLst>
        </pc:inkChg>
        <pc:inkChg chg="add del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39" creationId="{DB0E9FA5-AD46-3B29-2B00-E5918F9FB1D5}"/>
          </ac:inkMkLst>
        </pc:inkChg>
        <pc:inkChg chg="add reco">
          <ac:chgData name="MINATI RATH ." userId="c069ce78-7b3e-49df-863c-37cd5cba8d18" providerId="ADAL" clId="{88DB0432-0257-4B9C-AC44-4607F71EAFFD}" dt="2026-01-24T12:43:57.155" v="572"/>
          <ac:inkMkLst>
            <pc:docMk/>
            <pc:sldMk cId="2846134468" sldId="355"/>
            <ac:inkMk id="140" creationId="{FA81D388-C7BA-2052-3782-0AFFE1B571D0}"/>
          </ac:inkMkLst>
        </pc:inkChg>
        <pc:inkChg chg="add del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41" creationId="{8C87FAD0-4FB6-00D7-D04C-F9AF79DC1E47}"/>
          </ac:inkMkLst>
        </pc:inkChg>
        <pc:inkChg chg="add del">
          <ac:chgData name="MINATI RATH ." userId="c069ce78-7b3e-49df-863c-37cd5cba8d18" providerId="ADAL" clId="{88DB0432-0257-4B9C-AC44-4607F71EAFFD}" dt="2026-01-24T12:44:00.441" v="575"/>
          <ac:inkMkLst>
            <pc:docMk/>
            <pc:sldMk cId="2846134468" sldId="355"/>
            <ac:inkMk id="141" creationId="{B305279E-B9D0-047B-679F-6867D0A901A5}"/>
          </ac:inkMkLst>
        </pc:inkChg>
        <pc:inkChg chg="add del">
          <ac:chgData name="MINATI RATH ." userId="c069ce78-7b3e-49df-863c-37cd5cba8d18" providerId="ADAL" clId="{88DB0432-0257-4B9C-AC44-4607F71EAFFD}" dt="2026-01-24T12:44:00.441" v="575"/>
          <ac:inkMkLst>
            <pc:docMk/>
            <pc:sldMk cId="2846134468" sldId="355"/>
            <ac:inkMk id="142" creationId="{0E24266E-45CF-D8CE-3F5A-D42F53B83D17}"/>
          </ac:inkMkLst>
        </pc:inkChg>
        <pc:inkChg chg="add del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42" creationId="{7EDD13C2-8796-ADD3-BC78-90F157E90FE8}"/>
          </ac:inkMkLst>
        </pc:inkChg>
        <pc:inkChg chg="add reco">
          <ac:chgData name="MINATI RATH ." userId="c069ce78-7b3e-49df-863c-37cd5cba8d18" providerId="ADAL" clId="{88DB0432-0257-4B9C-AC44-4607F71EAFFD}" dt="2026-01-24T12:44:00.441" v="575"/>
          <ac:inkMkLst>
            <pc:docMk/>
            <pc:sldMk cId="2846134468" sldId="355"/>
            <ac:inkMk id="143" creationId="{EAD95BE9-B845-FABF-1FB0-4D1FBDCB7A6F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44" creationId="{2893DF25-7C15-2DBE-2C72-1B78EDBBFC1A}"/>
          </ac:inkMkLst>
        </pc:inkChg>
        <pc:inkChg chg="add reco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44" creationId="{65A244DA-970B-A288-1246-FF643DC5BCFC}"/>
          </ac:inkMkLst>
        </pc:inkChg>
        <pc:inkChg chg="add reco">
          <ac:chgData name="MINATI RATH ." userId="c069ce78-7b3e-49df-863c-37cd5cba8d18" providerId="ADAL" clId="{88DB0432-0257-4B9C-AC44-4607F71EAFFD}" dt="2026-01-24T12:49:00.866" v="712"/>
          <ac:inkMkLst>
            <pc:docMk/>
            <pc:sldMk cId="2846134468" sldId="355"/>
            <ac:inkMk id="145" creationId="{5133A01E-B51D-2B99-C263-1A4D9659C51B}"/>
          </ac:inkMkLst>
        </pc:inkChg>
        <pc:inkChg chg="add">
          <ac:chgData name="MINATI RATH ." userId="c069ce78-7b3e-49df-863c-37cd5cba8d18" providerId="ADAL" clId="{88DB0432-0257-4B9C-AC44-4607F71EAFFD}" dt="2026-01-24T12:44:03.458" v="577"/>
          <ac:inkMkLst>
            <pc:docMk/>
            <pc:sldMk cId="2846134468" sldId="355"/>
            <ac:inkMk id="145" creationId="{9EF2B8F8-73C1-AAE2-3F7D-630680260C23}"/>
          </ac:inkMkLst>
        </pc:inkChg>
        <pc:inkChg chg="add del">
          <ac:chgData name="MINATI RATH ." userId="c069ce78-7b3e-49df-863c-37cd5cba8d18" providerId="ADAL" clId="{88DB0432-0257-4B9C-AC44-4607F71EAFFD}" dt="2026-01-24T12:49:03.943" v="717"/>
          <ac:inkMkLst>
            <pc:docMk/>
            <pc:sldMk cId="2846134468" sldId="355"/>
            <ac:inkMk id="146" creationId="{9595688D-FBAC-1723-8E33-480FBB98E6DB}"/>
          </ac:inkMkLst>
        </pc:inkChg>
        <pc:inkChg chg="add">
          <ac:chgData name="MINATI RATH ." userId="c069ce78-7b3e-49df-863c-37cd5cba8d18" providerId="ADAL" clId="{88DB0432-0257-4B9C-AC44-4607F71EAFFD}" dt="2026-01-24T12:44:03.950" v="578"/>
          <ac:inkMkLst>
            <pc:docMk/>
            <pc:sldMk cId="2846134468" sldId="355"/>
            <ac:inkMk id="146" creationId="{BDA55932-B9E1-3710-9687-44946B8E8D9A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47" creationId="{5058DDBF-A694-9FAD-1A97-2391F7AA7E10}"/>
          </ac:inkMkLst>
        </pc:inkChg>
        <pc:inkChg chg="add del">
          <ac:chgData name="MINATI RATH ." userId="c069ce78-7b3e-49df-863c-37cd5cba8d18" providerId="ADAL" clId="{88DB0432-0257-4B9C-AC44-4607F71EAFFD}" dt="2026-01-24T12:49:03.943" v="717"/>
          <ac:inkMkLst>
            <pc:docMk/>
            <pc:sldMk cId="2846134468" sldId="355"/>
            <ac:inkMk id="147" creationId="{5FE240EC-FB03-D972-ADEC-B81A74DB9BAD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48" creationId="{4FE8F9CC-83B0-B94C-2AE7-9B120825F5BD}"/>
          </ac:inkMkLst>
        </pc:inkChg>
        <pc:inkChg chg="add del">
          <ac:chgData name="MINATI RATH ." userId="c069ce78-7b3e-49df-863c-37cd5cba8d18" providerId="ADAL" clId="{88DB0432-0257-4B9C-AC44-4607F71EAFFD}" dt="2026-01-24T12:49:03.943" v="717"/>
          <ac:inkMkLst>
            <pc:docMk/>
            <pc:sldMk cId="2846134468" sldId="355"/>
            <ac:inkMk id="148" creationId="{F0B1D993-3148-6A1D-6DB6-444E86A581B0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49" creationId="{1EF50992-9F7F-12B5-F679-9CF6B19445DD}"/>
          </ac:inkMkLst>
        </pc:inkChg>
        <pc:inkChg chg="add del">
          <ac:chgData name="MINATI RATH ." userId="c069ce78-7b3e-49df-863c-37cd5cba8d18" providerId="ADAL" clId="{88DB0432-0257-4B9C-AC44-4607F71EAFFD}" dt="2026-01-24T12:49:03.943" v="717"/>
          <ac:inkMkLst>
            <pc:docMk/>
            <pc:sldMk cId="2846134468" sldId="355"/>
            <ac:inkMk id="149" creationId="{308EE349-966F-65CC-CFBA-9AAEB8CC97D8}"/>
          </ac:inkMkLst>
        </pc:inkChg>
        <pc:inkChg chg="add reco">
          <ac:chgData name="MINATI RATH ." userId="c069ce78-7b3e-49df-863c-37cd5cba8d18" providerId="ADAL" clId="{88DB0432-0257-4B9C-AC44-4607F71EAFFD}" dt="2026-01-24T12:49:03.943" v="717"/>
          <ac:inkMkLst>
            <pc:docMk/>
            <pc:sldMk cId="2846134468" sldId="355"/>
            <ac:inkMk id="150" creationId="{87FEB16C-4A56-5BC5-548E-9D485FA2D7CB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0" creationId="{C542620E-BA79-CC0F-C903-EE2C053E4B77}"/>
          </ac:inkMkLst>
        </pc:inkChg>
        <pc:inkChg chg="add del">
          <ac:chgData name="MINATI RATH ." userId="c069ce78-7b3e-49df-863c-37cd5cba8d18" providerId="ADAL" clId="{88DB0432-0257-4B9C-AC44-4607F71EAFFD}" dt="2026-01-24T12:49:10.298" v="722"/>
          <ac:inkMkLst>
            <pc:docMk/>
            <pc:sldMk cId="2846134468" sldId="355"/>
            <ac:inkMk id="151" creationId="{55F43FB0-41EF-5EFA-8C33-03570E24EB66}"/>
          </ac:inkMkLst>
        </pc:inkChg>
        <pc:inkChg chg="add">
          <ac:chgData name="MINATI RATH ." userId="c069ce78-7b3e-49df-863c-37cd5cba8d18" providerId="ADAL" clId="{88DB0432-0257-4B9C-AC44-4607F71EAFFD}" dt="2026-01-24T12:44:06.386" v="583"/>
          <ac:inkMkLst>
            <pc:docMk/>
            <pc:sldMk cId="2846134468" sldId="355"/>
            <ac:inkMk id="151" creationId="{8FA13FE9-3A0D-DB97-4BAF-EB95E4EB843E}"/>
          </ac:inkMkLst>
        </pc:inkChg>
        <pc:inkChg chg="add del">
          <ac:chgData name="MINATI RATH ." userId="c069ce78-7b3e-49df-863c-37cd5cba8d18" providerId="ADAL" clId="{88DB0432-0257-4B9C-AC44-4607F71EAFFD}" dt="2026-01-24T12:49:10.298" v="722"/>
          <ac:inkMkLst>
            <pc:docMk/>
            <pc:sldMk cId="2846134468" sldId="355"/>
            <ac:inkMk id="152" creationId="{43467627-DCE8-6498-4A05-8F80339F1F6F}"/>
          </ac:inkMkLst>
        </pc:inkChg>
        <pc:inkChg chg="add">
          <ac:chgData name="MINATI RATH ." userId="c069ce78-7b3e-49df-863c-37cd5cba8d18" providerId="ADAL" clId="{88DB0432-0257-4B9C-AC44-4607F71EAFFD}" dt="2026-01-24T12:44:06.563" v="584"/>
          <ac:inkMkLst>
            <pc:docMk/>
            <pc:sldMk cId="2846134468" sldId="355"/>
            <ac:inkMk id="152" creationId="{7699A0CA-FBB8-B938-05CF-183CA34F7B97}"/>
          </ac:inkMkLst>
        </pc:inkChg>
        <pc:inkChg chg="add del">
          <ac:chgData name="MINATI RATH ." userId="c069ce78-7b3e-49df-863c-37cd5cba8d18" providerId="ADAL" clId="{88DB0432-0257-4B9C-AC44-4607F71EAFFD}" dt="2026-01-24T12:49:10.298" v="722"/>
          <ac:inkMkLst>
            <pc:docMk/>
            <pc:sldMk cId="2846134468" sldId="355"/>
            <ac:inkMk id="153" creationId="{192278C1-FED4-2722-27CB-53CA5CB81F4D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3" creationId="{927306EC-9904-5626-EF74-9E85C1F04AA4}"/>
          </ac:inkMkLst>
        </pc:inkChg>
        <pc:inkChg chg="add del">
          <ac:chgData name="MINATI RATH ." userId="c069ce78-7b3e-49df-863c-37cd5cba8d18" providerId="ADAL" clId="{88DB0432-0257-4B9C-AC44-4607F71EAFFD}" dt="2026-01-24T12:49:10.298" v="722"/>
          <ac:inkMkLst>
            <pc:docMk/>
            <pc:sldMk cId="2846134468" sldId="355"/>
            <ac:inkMk id="154" creationId="{21B3AD2F-5C4B-CB61-794F-C280871E82AF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4" creationId="{8EC610BD-219E-42C2-AE21-B036EA8E2603}"/>
          </ac:inkMkLst>
        </pc:inkChg>
        <pc:inkChg chg="add reco">
          <ac:chgData name="MINATI RATH ." userId="c069ce78-7b3e-49df-863c-37cd5cba8d18" providerId="ADAL" clId="{88DB0432-0257-4B9C-AC44-4607F71EAFFD}" dt="2026-01-24T12:49:10.298" v="722"/>
          <ac:inkMkLst>
            <pc:docMk/>
            <pc:sldMk cId="2846134468" sldId="355"/>
            <ac:inkMk id="155" creationId="{00573D87-C00A-C12E-282F-E915C2D78D0B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5" creationId="{1E6CA580-28A2-F09F-C3A7-7C32D764AAC5}"/>
          </ac:inkMkLst>
        </pc:inkChg>
        <pc:inkChg chg="add del">
          <ac:chgData name="MINATI RATH ." userId="c069ce78-7b3e-49df-863c-37cd5cba8d18" providerId="ADAL" clId="{88DB0432-0257-4B9C-AC44-4607F71EAFFD}" dt="2026-01-24T12:49:13.916" v="726"/>
          <ac:inkMkLst>
            <pc:docMk/>
            <pc:sldMk cId="2846134468" sldId="355"/>
            <ac:inkMk id="156" creationId="{2321B6AF-BE6B-C47A-4278-F44C102ED5B8}"/>
          </ac:inkMkLst>
        </pc:inkChg>
        <pc:inkChg chg="add del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6" creationId="{93590489-0351-35DB-FFD7-B7943F19BF3D}"/>
          </ac:inkMkLst>
        </pc:inkChg>
        <pc:inkChg chg="add reco">
          <ac:chgData name="MINATI RATH ." userId="c069ce78-7b3e-49df-863c-37cd5cba8d18" providerId="ADAL" clId="{88DB0432-0257-4B9C-AC44-4607F71EAFFD}" dt="2026-01-24T12:44:10.727" v="589"/>
          <ac:inkMkLst>
            <pc:docMk/>
            <pc:sldMk cId="2846134468" sldId="355"/>
            <ac:inkMk id="157" creationId="{E49BF376-81AC-E105-39CA-A072E78212CA}"/>
          </ac:inkMkLst>
        </pc:inkChg>
        <pc:inkChg chg="add del">
          <ac:chgData name="MINATI RATH ." userId="c069ce78-7b3e-49df-863c-37cd5cba8d18" providerId="ADAL" clId="{88DB0432-0257-4B9C-AC44-4607F71EAFFD}" dt="2026-01-24T12:44:22.678" v="594"/>
          <ac:inkMkLst>
            <pc:docMk/>
            <pc:sldMk cId="2846134468" sldId="355"/>
            <ac:inkMk id="158" creationId="{47880AA5-BE9B-FE0F-0B73-D161C2844B95}"/>
          </ac:inkMkLst>
        </pc:inkChg>
        <pc:inkChg chg="add del">
          <ac:chgData name="MINATI RATH ." userId="c069ce78-7b3e-49df-863c-37cd5cba8d18" providerId="ADAL" clId="{88DB0432-0257-4B9C-AC44-4607F71EAFFD}" dt="2026-01-24T12:49:13.916" v="726"/>
          <ac:inkMkLst>
            <pc:docMk/>
            <pc:sldMk cId="2846134468" sldId="355"/>
            <ac:inkMk id="158" creationId="{966C577A-E119-4BA9-95B6-109D097E6F9B}"/>
          </ac:inkMkLst>
        </pc:inkChg>
        <pc:inkChg chg="add del">
          <ac:chgData name="MINATI RATH ." userId="c069ce78-7b3e-49df-863c-37cd5cba8d18" providerId="ADAL" clId="{88DB0432-0257-4B9C-AC44-4607F71EAFFD}" dt="2026-01-24T12:44:22.678" v="594"/>
          <ac:inkMkLst>
            <pc:docMk/>
            <pc:sldMk cId="2846134468" sldId="355"/>
            <ac:inkMk id="159" creationId="{351F9ED3-2295-9A16-00C1-93501C7661C6}"/>
          </ac:inkMkLst>
        </pc:inkChg>
        <pc:inkChg chg="add del">
          <ac:chgData name="MINATI RATH ." userId="c069ce78-7b3e-49df-863c-37cd5cba8d18" providerId="ADAL" clId="{88DB0432-0257-4B9C-AC44-4607F71EAFFD}" dt="2026-01-24T12:49:13.916" v="726"/>
          <ac:inkMkLst>
            <pc:docMk/>
            <pc:sldMk cId="2846134468" sldId="355"/>
            <ac:inkMk id="159" creationId="{3D90CEA3-18D5-FB1C-6FEC-7240AA593EC4}"/>
          </ac:inkMkLst>
        </pc:inkChg>
        <pc:inkChg chg="add del">
          <ac:chgData name="MINATI RATH ." userId="c069ce78-7b3e-49df-863c-37cd5cba8d18" providerId="ADAL" clId="{88DB0432-0257-4B9C-AC44-4607F71EAFFD}" dt="2026-01-24T12:44:22.678" v="594"/>
          <ac:inkMkLst>
            <pc:docMk/>
            <pc:sldMk cId="2846134468" sldId="355"/>
            <ac:inkMk id="160" creationId="{B3364363-0170-C3CE-9F66-CD31A2FE5D69}"/>
          </ac:inkMkLst>
        </pc:inkChg>
        <pc:inkChg chg="add reco">
          <ac:chgData name="MINATI RATH ." userId="c069ce78-7b3e-49df-863c-37cd5cba8d18" providerId="ADAL" clId="{88DB0432-0257-4B9C-AC44-4607F71EAFFD}" dt="2026-01-24T12:49:13.916" v="726"/>
          <ac:inkMkLst>
            <pc:docMk/>
            <pc:sldMk cId="2846134468" sldId="355"/>
            <ac:inkMk id="160" creationId="{E55D88B4-A8D4-B5BD-EEE0-EDFD2813C7AA}"/>
          </ac:inkMkLst>
        </pc:inkChg>
        <pc:inkChg chg="add del">
          <ac:chgData name="MINATI RATH ." userId="c069ce78-7b3e-49df-863c-37cd5cba8d18" providerId="ADAL" clId="{88DB0432-0257-4B9C-AC44-4607F71EAFFD}" dt="2026-01-24T12:44:22.678" v="594"/>
          <ac:inkMkLst>
            <pc:docMk/>
            <pc:sldMk cId="2846134468" sldId="355"/>
            <ac:inkMk id="161" creationId="{69CE83F5-B47D-57AC-8166-56275EFF4226}"/>
          </ac:inkMkLst>
        </pc:inkChg>
        <pc:inkChg chg="add del">
          <ac:chgData name="MINATI RATH ." userId="c069ce78-7b3e-49df-863c-37cd5cba8d18" providerId="ADAL" clId="{88DB0432-0257-4B9C-AC44-4607F71EAFFD}" dt="2026-01-24T12:49:17.763" v="729"/>
          <ac:inkMkLst>
            <pc:docMk/>
            <pc:sldMk cId="2846134468" sldId="355"/>
            <ac:inkMk id="161" creationId="{D7251475-A7EF-E806-11B8-BFC330D5D447}"/>
          </ac:inkMkLst>
        </pc:inkChg>
        <pc:inkChg chg="add reco">
          <ac:chgData name="MINATI RATH ." userId="c069ce78-7b3e-49df-863c-37cd5cba8d18" providerId="ADAL" clId="{88DB0432-0257-4B9C-AC44-4607F71EAFFD}" dt="2026-01-24T12:44:22.678" v="594"/>
          <ac:inkMkLst>
            <pc:docMk/>
            <pc:sldMk cId="2846134468" sldId="355"/>
            <ac:inkMk id="162" creationId="{1AD78BD7-B1C8-95E2-2FF7-48A2F2585C68}"/>
          </ac:inkMkLst>
        </pc:inkChg>
        <pc:inkChg chg="add">
          <ac:chgData name="MINATI RATH ." userId="c069ce78-7b3e-49df-863c-37cd5cba8d18" providerId="ADAL" clId="{88DB0432-0257-4B9C-AC44-4607F71EAFFD}" dt="2026-01-24T12:45:14.876" v="595"/>
          <ac:inkMkLst>
            <pc:docMk/>
            <pc:sldMk cId="2846134468" sldId="355"/>
            <ac:inkMk id="163" creationId="{5D9FBADC-5159-997F-847B-19C386E56189}"/>
          </ac:inkMkLst>
        </pc:inkChg>
        <pc:inkChg chg="add del">
          <ac:chgData name="MINATI RATH ." userId="c069ce78-7b3e-49df-863c-37cd5cba8d18" providerId="ADAL" clId="{88DB0432-0257-4B9C-AC44-4607F71EAFFD}" dt="2026-01-24T12:45:31.543" v="599"/>
          <ac:inkMkLst>
            <pc:docMk/>
            <pc:sldMk cId="2846134468" sldId="355"/>
            <ac:inkMk id="164" creationId="{26E5E771-02D9-9CAE-7F0D-FA5B24D0F9C9}"/>
          </ac:inkMkLst>
        </pc:inkChg>
        <pc:inkChg chg="add del">
          <ac:chgData name="MINATI RATH ." userId="c069ce78-7b3e-49df-863c-37cd5cba8d18" providerId="ADAL" clId="{88DB0432-0257-4B9C-AC44-4607F71EAFFD}" dt="2026-01-24T12:49:17.763" v="729"/>
          <ac:inkMkLst>
            <pc:docMk/>
            <pc:sldMk cId="2846134468" sldId="355"/>
            <ac:inkMk id="164" creationId="{A2D95E36-9799-8030-000B-E0AC8B976A28}"/>
          </ac:inkMkLst>
        </pc:inkChg>
        <pc:inkChg chg="add del">
          <ac:chgData name="MINATI RATH ." userId="c069ce78-7b3e-49df-863c-37cd5cba8d18" providerId="ADAL" clId="{88DB0432-0257-4B9C-AC44-4607F71EAFFD}" dt="2026-01-24T12:45:31.543" v="599"/>
          <ac:inkMkLst>
            <pc:docMk/>
            <pc:sldMk cId="2846134468" sldId="355"/>
            <ac:inkMk id="165" creationId="{14EFCE54-8251-AA26-0D12-979DC9240FA7}"/>
          </ac:inkMkLst>
        </pc:inkChg>
        <pc:inkChg chg="add reco">
          <ac:chgData name="MINATI RATH ." userId="c069ce78-7b3e-49df-863c-37cd5cba8d18" providerId="ADAL" clId="{88DB0432-0257-4B9C-AC44-4607F71EAFFD}" dt="2026-01-24T12:49:17.763" v="729"/>
          <ac:inkMkLst>
            <pc:docMk/>
            <pc:sldMk cId="2846134468" sldId="355"/>
            <ac:inkMk id="165" creationId="{2BFCE06A-E22B-D7A8-12B4-8291A28E1F3F}"/>
          </ac:inkMkLst>
        </pc:inkChg>
        <pc:inkChg chg="add del">
          <ac:chgData name="MINATI RATH ." userId="c069ce78-7b3e-49df-863c-37cd5cba8d18" providerId="ADAL" clId="{88DB0432-0257-4B9C-AC44-4607F71EAFFD}" dt="2026-01-24T13:12:40.321" v="1307"/>
          <ac:inkMkLst>
            <pc:docMk/>
            <pc:sldMk cId="2846134468" sldId="355"/>
            <ac:inkMk id="166" creationId="{9B2E53F4-0B58-B0D7-6442-B0882886E02E}"/>
          </ac:inkMkLst>
        </pc:inkChg>
        <pc:inkChg chg="add del">
          <ac:chgData name="MINATI RATH ." userId="c069ce78-7b3e-49df-863c-37cd5cba8d18" providerId="ADAL" clId="{88DB0432-0257-4B9C-AC44-4607F71EAFFD}" dt="2026-01-24T12:45:31.543" v="599"/>
          <ac:inkMkLst>
            <pc:docMk/>
            <pc:sldMk cId="2846134468" sldId="355"/>
            <ac:inkMk id="166" creationId="{A6E689A1-56FF-224F-F31D-705E2E614423}"/>
          </ac:inkMkLst>
        </pc:inkChg>
        <pc:inkChg chg="add reco">
          <ac:chgData name="MINATI RATH ." userId="c069ce78-7b3e-49df-863c-37cd5cba8d18" providerId="ADAL" clId="{88DB0432-0257-4B9C-AC44-4607F71EAFFD}" dt="2026-01-24T12:45:31.543" v="599"/>
          <ac:inkMkLst>
            <pc:docMk/>
            <pc:sldMk cId="2846134468" sldId="355"/>
            <ac:inkMk id="167" creationId="{A1722F89-C584-0682-1A4F-090E21D853C5}"/>
          </ac:inkMkLst>
        </pc:inkChg>
        <pc:inkChg chg="add del">
          <ac:chgData name="MINATI RATH ." userId="c069ce78-7b3e-49df-863c-37cd5cba8d18" providerId="ADAL" clId="{88DB0432-0257-4B9C-AC44-4607F71EAFFD}" dt="2026-01-24T13:12:40.321" v="1307"/>
          <ac:inkMkLst>
            <pc:docMk/>
            <pc:sldMk cId="2846134468" sldId="355"/>
            <ac:inkMk id="168" creationId="{A4C0ABC2-0D93-9CBE-32E7-115427E256AD}"/>
          </ac:inkMkLst>
        </pc:inkChg>
        <pc:inkChg chg="add del">
          <ac:chgData name="MINATI RATH ." userId="c069ce78-7b3e-49df-863c-37cd5cba8d18" providerId="ADAL" clId="{88DB0432-0257-4B9C-AC44-4607F71EAFFD}" dt="2026-01-24T12:45:40.105" v="602"/>
          <ac:inkMkLst>
            <pc:docMk/>
            <pc:sldMk cId="2846134468" sldId="355"/>
            <ac:inkMk id="168" creationId="{F1E86A85-502E-5D36-24F1-7F85B12C881C}"/>
          </ac:inkMkLst>
        </pc:inkChg>
        <pc:inkChg chg="add del">
          <ac:chgData name="MINATI RATH ." userId="c069ce78-7b3e-49df-863c-37cd5cba8d18" providerId="ADAL" clId="{88DB0432-0257-4B9C-AC44-4607F71EAFFD}" dt="2026-01-24T12:45:40.105" v="602"/>
          <ac:inkMkLst>
            <pc:docMk/>
            <pc:sldMk cId="2846134468" sldId="355"/>
            <ac:inkMk id="169" creationId="{4D829FAE-D294-B2C2-F13D-882DB1F686A6}"/>
          </ac:inkMkLst>
        </pc:inkChg>
        <pc:inkChg chg="add">
          <ac:chgData name="MINATI RATH ." userId="c069ce78-7b3e-49df-863c-37cd5cba8d18" providerId="ADAL" clId="{88DB0432-0257-4B9C-AC44-4607F71EAFFD}" dt="2026-01-24T13:12:39.530" v="1306"/>
          <ac:inkMkLst>
            <pc:docMk/>
            <pc:sldMk cId="2846134468" sldId="355"/>
            <ac:inkMk id="169" creationId="{D3996550-9277-47C7-952F-FDCC8142F37A}"/>
          </ac:inkMkLst>
        </pc:inkChg>
        <pc:inkChg chg="add reco">
          <ac:chgData name="MINATI RATH ." userId="c069ce78-7b3e-49df-863c-37cd5cba8d18" providerId="ADAL" clId="{88DB0432-0257-4B9C-AC44-4607F71EAFFD}" dt="2026-01-24T12:45:40.105" v="602"/>
          <ac:inkMkLst>
            <pc:docMk/>
            <pc:sldMk cId="2846134468" sldId="355"/>
            <ac:inkMk id="170" creationId="{FDD52DB2-CDD5-F958-59CA-BBFDFFB849AC}"/>
          </ac:inkMkLst>
        </pc:inkChg>
        <pc:inkChg chg="add del">
          <ac:chgData name="MINATI RATH ." userId="c069ce78-7b3e-49df-863c-37cd5cba8d18" providerId="ADAL" clId="{88DB0432-0257-4B9C-AC44-4607F71EAFFD}" dt="2026-01-24T12:45:46.165" v="605"/>
          <ac:inkMkLst>
            <pc:docMk/>
            <pc:sldMk cId="2846134468" sldId="355"/>
            <ac:inkMk id="171" creationId="{20DD3C1D-F3C6-C8B8-0857-8517DDEFE8E4}"/>
          </ac:inkMkLst>
        </pc:inkChg>
        <pc:inkChg chg="add reco">
          <ac:chgData name="MINATI RATH ." userId="c069ce78-7b3e-49df-863c-37cd5cba8d18" providerId="ADAL" clId="{88DB0432-0257-4B9C-AC44-4607F71EAFFD}" dt="2026-01-24T13:12:40.321" v="1307"/>
          <ac:inkMkLst>
            <pc:docMk/>
            <pc:sldMk cId="2846134468" sldId="355"/>
            <ac:inkMk id="171" creationId="{CF6EBA51-C596-3A29-90B7-D3D33665FAE8}"/>
          </ac:inkMkLst>
        </pc:inkChg>
        <pc:inkChg chg="add">
          <ac:chgData name="MINATI RATH ." userId="c069ce78-7b3e-49df-863c-37cd5cba8d18" providerId="ADAL" clId="{88DB0432-0257-4B9C-AC44-4607F71EAFFD}" dt="2026-01-24T13:47:17.428" v="2345"/>
          <ac:inkMkLst>
            <pc:docMk/>
            <pc:sldMk cId="2846134468" sldId="355"/>
            <ac:inkMk id="172" creationId="{0CB074EC-48FD-0E07-CFA3-A2A127BB820B}"/>
          </ac:inkMkLst>
        </pc:inkChg>
        <pc:inkChg chg="add del">
          <ac:chgData name="MINATI RATH ." userId="c069ce78-7b3e-49df-863c-37cd5cba8d18" providerId="ADAL" clId="{88DB0432-0257-4B9C-AC44-4607F71EAFFD}" dt="2026-01-24T12:45:46.165" v="605"/>
          <ac:inkMkLst>
            <pc:docMk/>
            <pc:sldMk cId="2846134468" sldId="355"/>
            <ac:inkMk id="172" creationId="{707F4DE8-53DD-287D-AE6E-61514E2FCCDB}"/>
          </ac:inkMkLst>
        </pc:inkChg>
        <pc:inkChg chg="add reco">
          <ac:chgData name="MINATI RATH ." userId="c069ce78-7b3e-49df-863c-37cd5cba8d18" providerId="ADAL" clId="{88DB0432-0257-4B9C-AC44-4607F71EAFFD}" dt="2026-01-24T12:45:46.165" v="605"/>
          <ac:inkMkLst>
            <pc:docMk/>
            <pc:sldMk cId="2846134468" sldId="355"/>
            <ac:inkMk id="173" creationId="{21AD2D39-8F2B-611F-ECE6-24A69F70CA76}"/>
          </ac:inkMkLst>
        </pc:inkChg>
        <pc:inkChg chg="add">
          <ac:chgData name="MINATI RATH ." userId="c069ce78-7b3e-49df-863c-37cd5cba8d18" providerId="ADAL" clId="{88DB0432-0257-4B9C-AC44-4607F71EAFFD}" dt="2026-01-24T12:45:46.485" v="606"/>
          <ac:inkMkLst>
            <pc:docMk/>
            <pc:sldMk cId="2846134468" sldId="355"/>
            <ac:inkMk id="174" creationId="{A778C118-DF1C-C217-7C84-D855F58E741B}"/>
          </ac:inkMkLst>
        </pc:inkChg>
        <pc:inkChg chg="add">
          <ac:chgData name="MINATI RATH ." userId="c069ce78-7b3e-49df-863c-37cd5cba8d18" providerId="ADAL" clId="{88DB0432-0257-4B9C-AC44-4607F71EAFFD}" dt="2026-01-24T12:45:47.447" v="607"/>
          <ac:inkMkLst>
            <pc:docMk/>
            <pc:sldMk cId="2846134468" sldId="355"/>
            <ac:inkMk id="175" creationId="{B10E50D0-7A67-8082-7C91-47C370ED6B38}"/>
          </ac:inkMkLst>
        </pc:inkChg>
        <pc:inkChg chg="add">
          <ac:chgData name="MINATI RATH ." userId="c069ce78-7b3e-49df-863c-37cd5cba8d18" providerId="ADAL" clId="{88DB0432-0257-4B9C-AC44-4607F71EAFFD}" dt="2026-01-24T13:47:18.385" v="2346"/>
          <ac:inkMkLst>
            <pc:docMk/>
            <pc:sldMk cId="2846134468" sldId="355"/>
            <ac:inkMk id="179" creationId="{88B580B7-538E-D14D-0EDE-FEB108B60943}"/>
          </ac:inkMkLst>
        </pc:inkChg>
        <pc:inkChg chg="add del">
          <ac:chgData name="MINATI RATH ." userId="c069ce78-7b3e-49df-863c-37cd5cba8d18" providerId="ADAL" clId="{88DB0432-0257-4B9C-AC44-4607F71EAFFD}" dt="2026-01-24T12:45:49.842" v="610"/>
          <ac:inkMkLst>
            <pc:docMk/>
            <pc:sldMk cId="2846134468" sldId="355"/>
            <ac:inkMk id="179" creationId="{E5246AB0-49A4-1362-10F8-2F6D8FD26B2D}"/>
          </ac:inkMkLst>
        </pc:inkChg>
        <pc:inkChg chg="add del">
          <ac:chgData name="MINATI RATH ." userId="c069ce78-7b3e-49df-863c-37cd5cba8d18" providerId="ADAL" clId="{88DB0432-0257-4B9C-AC44-4607F71EAFFD}" dt="2026-01-24T12:45:49.842" v="610"/>
          <ac:inkMkLst>
            <pc:docMk/>
            <pc:sldMk cId="2846134468" sldId="355"/>
            <ac:inkMk id="180" creationId="{ED1EE1F0-8E46-F881-E423-11E055C79F36}"/>
          </ac:inkMkLst>
        </pc:inkChg>
        <pc:inkChg chg="add reco">
          <ac:chgData name="MINATI RATH ." userId="c069ce78-7b3e-49df-863c-37cd5cba8d18" providerId="ADAL" clId="{88DB0432-0257-4B9C-AC44-4607F71EAFFD}" dt="2026-01-24T12:45:49.842" v="610"/>
          <ac:inkMkLst>
            <pc:docMk/>
            <pc:sldMk cId="2846134468" sldId="355"/>
            <ac:inkMk id="181" creationId="{FBDB877D-FBE4-E02D-B7BE-C0A220508BA8}"/>
          </ac:inkMkLst>
        </pc:inkChg>
        <pc:inkChg chg="add del">
          <ac:chgData name="MINATI RATH ." userId="c069ce78-7b3e-49df-863c-37cd5cba8d18" providerId="ADAL" clId="{88DB0432-0257-4B9C-AC44-4607F71EAFFD}" dt="2026-01-24T12:45:53.774" v="614"/>
          <ac:inkMkLst>
            <pc:docMk/>
            <pc:sldMk cId="2846134468" sldId="355"/>
            <ac:inkMk id="182" creationId="{44C7917A-2FD0-9776-73F7-14D568C26B32}"/>
          </ac:inkMkLst>
        </pc:inkChg>
        <pc:inkChg chg="add del">
          <ac:chgData name="MINATI RATH ." userId="c069ce78-7b3e-49df-863c-37cd5cba8d18" providerId="ADAL" clId="{88DB0432-0257-4B9C-AC44-4607F71EAFFD}" dt="2026-01-24T12:45:53.774" v="614"/>
          <ac:inkMkLst>
            <pc:docMk/>
            <pc:sldMk cId="2846134468" sldId="355"/>
            <ac:inkMk id="183" creationId="{8EFF791A-5169-F952-4AEE-C0671C09A120}"/>
          </ac:inkMkLst>
        </pc:inkChg>
        <pc:inkChg chg="add del">
          <ac:chgData name="MINATI RATH ." userId="c069ce78-7b3e-49df-863c-37cd5cba8d18" providerId="ADAL" clId="{88DB0432-0257-4B9C-AC44-4607F71EAFFD}" dt="2026-01-24T12:45:53.774" v="614"/>
          <ac:inkMkLst>
            <pc:docMk/>
            <pc:sldMk cId="2846134468" sldId="355"/>
            <ac:inkMk id="184" creationId="{337DD8FE-3F85-5A08-48B6-ACA95AE2F896}"/>
          </ac:inkMkLst>
        </pc:inkChg>
        <pc:inkChg chg="add reco">
          <ac:chgData name="MINATI RATH ." userId="c069ce78-7b3e-49df-863c-37cd5cba8d18" providerId="ADAL" clId="{88DB0432-0257-4B9C-AC44-4607F71EAFFD}" dt="2026-01-24T12:45:53.774" v="614"/>
          <ac:inkMkLst>
            <pc:docMk/>
            <pc:sldMk cId="2846134468" sldId="355"/>
            <ac:inkMk id="185" creationId="{0F634C42-69F0-ECE1-8397-415104259B43}"/>
          </ac:inkMkLst>
        </pc:inkChg>
        <pc:inkChg chg="add del">
          <ac:chgData name="MINATI RATH ." userId="c069ce78-7b3e-49df-863c-37cd5cba8d18" providerId="ADAL" clId="{88DB0432-0257-4B9C-AC44-4607F71EAFFD}" dt="2026-01-24T12:45:58.926" v="617"/>
          <ac:inkMkLst>
            <pc:docMk/>
            <pc:sldMk cId="2846134468" sldId="355"/>
            <ac:inkMk id="186" creationId="{48352B7C-C7C4-1878-ACC0-AF9C4DDA8D99}"/>
          </ac:inkMkLst>
        </pc:inkChg>
        <pc:inkChg chg="add del">
          <ac:chgData name="MINATI RATH ." userId="c069ce78-7b3e-49df-863c-37cd5cba8d18" providerId="ADAL" clId="{88DB0432-0257-4B9C-AC44-4607F71EAFFD}" dt="2026-01-24T12:45:58.926" v="617"/>
          <ac:inkMkLst>
            <pc:docMk/>
            <pc:sldMk cId="2846134468" sldId="355"/>
            <ac:inkMk id="187" creationId="{235705AF-92D7-0D7A-E26A-162C782D9762}"/>
          </ac:inkMkLst>
        </pc:inkChg>
        <pc:inkChg chg="add reco">
          <ac:chgData name="MINATI RATH ." userId="c069ce78-7b3e-49df-863c-37cd5cba8d18" providerId="ADAL" clId="{88DB0432-0257-4B9C-AC44-4607F71EAFFD}" dt="2026-01-24T12:45:58.926" v="617"/>
          <ac:inkMkLst>
            <pc:docMk/>
            <pc:sldMk cId="2846134468" sldId="355"/>
            <ac:inkMk id="188" creationId="{27792EA7-2D89-111B-CF67-4294FED965AD}"/>
          </ac:inkMkLst>
        </pc:inkChg>
        <pc:inkChg chg="add del">
          <ac:chgData name="MINATI RATH ." userId="c069ce78-7b3e-49df-863c-37cd5cba8d18" providerId="ADAL" clId="{88DB0432-0257-4B9C-AC44-4607F71EAFFD}" dt="2026-01-24T12:46:01.720" v="621"/>
          <ac:inkMkLst>
            <pc:docMk/>
            <pc:sldMk cId="2846134468" sldId="355"/>
            <ac:inkMk id="189" creationId="{1050DB76-1637-A74C-C2D3-CAB3A3B605B8}"/>
          </ac:inkMkLst>
        </pc:inkChg>
        <pc:inkChg chg="add del">
          <ac:chgData name="MINATI RATH ." userId="c069ce78-7b3e-49df-863c-37cd5cba8d18" providerId="ADAL" clId="{88DB0432-0257-4B9C-AC44-4607F71EAFFD}" dt="2026-01-24T12:46:01.720" v="621"/>
          <ac:inkMkLst>
            <pc:docMk/>
            <pc:sldMk cId="2846134468" sldId="355"/>
            <ac:inkMk id="190" creationId="{3D1EF4E2-78EF-E6B2-AC09-6A7945E7C58B}"/>
          </ac:inkMkLst>
        </pc:inkChg>
        <pc:inkChg chg="add del">
          <ac:chgData name="MINATI RATH ." userId="c069ce78-7b3e-49df-863c-37cd5cba8d18" providerId="ADAL" clId="{88DB0432-0257-4B9C-AC44-4607F71EAFFD}" dt="2026-01-24T12:46:01.720" v="621"/>
          <ac:inkMkLst>
            <pc:docMk/>
            <pc:sldMk cId="2846134468" sldId="355"/>
            <ac:inkMk id="191" creationId="{4A3D20D5-5726-6062-26B2-75DDD04766E6}"/>
          </ac:inkMkLst>
        </pc:inkChg>
        <pc:inkChg chg="add reco">
          <ac:chgData name="MINATI RATH ." userId="c069ce78-7b3e-49df-863c-37cd5cba8d18" providerId="ADAL" clId="{88DB0432-0257-4B9C-AC44-4607F71EAFFD}" dt="2026-01-24T12:46:01.720" v="621"/>
          <ac:inkMkLst>
            <pc:docMk/>
            <pc:sldMk cId="2846134468" sldId="355"/>
            <ac:inkMk id="192" creationId="{D0F2E1AA-055F-503B-606B-E391BAA8676D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9536C-84D2-48C2-832B-ACBA2BB6A62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4363D-E350-44BF-B645-BB5FBD071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40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2:25:40.4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1 582 9189,'7'8'0,"-4"5"0,6-6 0,-4 0 0,-7 0 0,2-2 0,-7-7 0,7-3 0,2 1 0,3-6 0,6-1 0,8-4 0,4-3 0,1-3 0,10 0 0,8-9 0,5-5 0,5-3 0,10-9 0,8-8 0,0 1 0,0 0 0,-2 3 0,-5 9 0,-2 5 0,-3 4 0,-16 14 0,-12 5 0,-6 5 0,-10 6 0,-9 8 0,-12 9 0,-8 7 0,-8 7 0,-9-4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t>23/04/26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3500" y="1163638"/>
            <a:ext cx="4191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72E522-BC90-4B79-A844-D8B0E38D7F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309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805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135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CB55-C657-CBB0-7141-DB9B5D2A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C6508-3DA5-3E9A-ED35-650767E7F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E9A98-80BD-983A-4976-DF221D071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F5F3-170A-57BE-29D7-4D98B95E7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0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3722-53CC-5A89-D260-17BCEB35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06C28-9E43-A989-374B-20F672BE9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0D666-AC2B-BDDF-DF4A-6555E4868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B2389-DF42-7049-5A74-6ECA16B59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049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AB8C0-6727-0CB5-F1D0-5BA9B8B5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A877D-5BA1-DD4B-3C51-950C33E83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FEA1D-96DF-66D2-7FD9-BB3661767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9EEEE-4474-F8D1-437D-A97C62D4A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236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8F03-96F7-7203-178D-393EE2B0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32EFC-6726-49DB-B698-83A910A11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B0F70-1A17-B1D4-DA49-DAC29E729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B931C-509F-4A8A-89E2-24D32BF1C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67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CB-BC57-C684-D5FA-DA1EBA45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F1FC4-45F2-5943-6964-AC6B2E078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BC4D2-FDB4-ECF5-CE69-0EB30BB4B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D769F-CAC0-0C2F-4114-DFA553A29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7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0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5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88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4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5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4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8627"/>
                <a:invGamma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4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71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1658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659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80FC3-0E9A-41F3-8BCB-5A66D2E380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83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B8990-B462-4FE5-A0C2-5E7C9447B5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88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GB"/>
              <a:t>JH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GB"/>
              <a:t>CS 336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F1EEC5-5536-4B08-809B-AC7898AC8087}" type="slidenum">
              <a:rPr lang="en-US" altLang="en-GB"/>
              <a:pPr/>
              <a:t>‹#›</a:t>
            </a:fld>
            <a:endParaRPr lang="en-US" altLang="en-GB"/>
          </a:p>
        </p:txBody>
      </p:sp>
    </p:spTree>
    <p:extLst>
      <p:ext uri="{BB962C8B-B14F-4D97-AF65-F5344CB8AC3E}">
        <p14:creationId xmlns:p14="http://schemas.microsoft.com/office/powerpoint/2010/main" val="905197377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 userDrawn="1"/>
        </p:nvGrpSpPr>
        <p:grpSpPr bwMode="auto">
          <a:xfrm>
            <a:off x="-76200" y="5257801"/>
            <a:ext cx="2209800" cy="651821"/>
            <a:chOff x="76200" y="2209800"/>
            <a:chExt cx="2209800" cy="651821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40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290F6EB7-D945-42F5-8205-FEE035B818A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BC38BE9-18F8-4F1D-9F5C-3ED236AFAE48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2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type="tx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1"/>
          <a:stretch/>
        </p:blipFill>
        <p:spPr>
          <a:xfrm>
            <a:off x="76200" y="3352800"/>
            <a:ext cx="2057400" cy="197961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4"/>
          <p:cNvSpPr/>
          <p:nvPr/>
        </p:nvSpPr>
        <p:spPr>
          <a:xfrm>
            <a:off x="-76200" y="5257801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75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17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74"/>
          <p:cNvSpPr txBox="1">
            <a:spLocks noGrp="1"/>
          </p:cNvSpPr>
          <p:nvPr>
            <p:ph type="body" idx="1"/>
          </p:nvPr>
        </p:nvSpPr>
        <p:spPr>
          <a:xfrm>
            <a:off x="2514600" y="5359400"/>
            <a:ext cx="60198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350">
                <a:solidFill>
                  <a:srgbClr val="FFFFFF"/>
                </a:solidFill>
              </a:defRPr>
            </a:lvl1pPr>
            <a:lvl2pPr marL="685800" lvl="1" indent="-25717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–"/>
              <a:defRPr sz="1350">
                <a:solidFill>
                  <a:srgbClr val="FFFFFF"/>
                </a:solidFill>
              </a:defRPr>
            </a:lvl2pPr>
            <a:lvl3pPr marL="1028700" lvl="2" indent="-25717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  <a:defRPr sz="1350">
                <a:solidFill>
                  <a:srgbClr val="FFFFFF"/>
                </a:solidFill>
              </a:defRPr>
            </a:lvl3pPr>
            <a:lvl4pPr marL="1371600" lvl="3" indent="-25717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–"/>
              <a:defRPr sz="1350">
                <a:solidFill>
                  <a:srgbClr val="FFFFFF"/>
                </a:solidFill>
              </a:defRPr>
            </a:lvl4pPr>
            <a:lvl5pPr marL="1714500" lvl="4" indent="-25717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»"/>
              <a:defRPr sz="1350">
                <a:solidFill>
                  <a:srgbClr val="FFFFFF"/>
                </a:solidFill>
              </a:defRPr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74"/>
          <p:cNvSpPr txBox="1">
            <a:spLocks noGrp="1"/>
          </p:cNvSpPr>
          <p:nvPr>
            <p:ph type="title"/>
          </p:nvPr>
        </p:nvSpPr>
        <p:spPr>
          <a:xfrm>
            <a:off x="2514600" y="3784600"/>
            <a:ext cx="6019800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4"/>
          <p:cNvSpPr txBox="1">
            <a:spLocks noGrp="1"/>
          </p:cNvSpPr>
          <p:nvPr>
            <p:ph type="sldNum" idx="12"/>
          </p:nvPr>
        </p:nvSpPr>
        <p:spPr>
          <a:xfrm>
            <a:off x="6553200" y="6172202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92104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29" name="Google Shape;29;p7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30" name="Google Shape;30;p7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991327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6"/>
          <p:cNvSpPr/>
          <p:nvPr/>
        </p:nvSpPr>
        <p:spPr>
          <a:xfrm>
            <a:off x="3276600" y="6596063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3" name="Google Shape;33;p76"/>
          <p:cNvGrpSpPr/>
          <p:nvPr/>
        </p:nvGrpSpPr>
        <p:grpSpPr>
          <a:xfrm>
            <a:off x="2084388" y="6550026"/>
            <a:ext cx="7059613" cy="49214"/>
            <a:chOff x="0" y="0"/>
            <a:chExt cx="7059612" cy="49213"/>
          </a:xfrm>
        </p:grpSpPr>
        <p:sp>
          <p:nvSpPr>
            <p:cNvPr id="34" name="Google Shape;34;p76"/>
            <p:cNvSpPr/>
            <p:nvPr/>
          </p:nvSpPr>
          <p:spPr>
            <a:xfrm>
              <a:off x="2546349" y="0"/>
              <a:ext cx="2328863" cy="49213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76"/>
            <p:cNvSpPr/>
            <p:nvPr/>
          </p:nvSpPr>
          <p:spPr>
            <a:xfrm>
              <a:off x="4824412" y="0"/>
              <a:ext cx="2235200" cy="46038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76"/>
            <p:cNvSpPr/>
            <p:nvPr/>
          </p:nvSpPr>
          <p:spPr>
            <a:xfrm>
              <a:off x="0" y="0"/>
              <a:ext cx="2581276" cy="49213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37;p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950074" y="-1"/>
            <a:ext cx="2193926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76"/>
          <p:cNvGrpSpPr/>
          <p:nvPr/>
        </p:nvGrpSpPr>
        <p:grpSpPr>
          <a:xfrm>
            <a:off x="2133599" y="6553201"/>
            <a:ext cx="7010402" cy="46039"/>
            <a:chOff x="-1" y="0"/>
            <a:chExt cx="7010401" cy="46038"/>
          </a:xfrm>
        </p:grpSpPr>
        <p:sp>
          <p:nvSpPr>
            <p:cNvPr id="39" name="Google Shape;39;p76"/>
            <p:cNvSpPr/>
            <p:nvPr/>
          </p:nvSpPr>
          <p:spPr>
            <a:xfrm>
              <a:off x="2362200" y="0"/>
              <a:ext cx="2328864" cy="4603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76"/>
            <p:cNvSpPr/>
            <p:nvPr/>
          </p:nvSpPr>
          <p:spPr>
            <a:xfrm>
              <a:off x="-1" y="0"/>
              <a:ext cx="2362201" cy="4603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76"/>
            <p:cNvSpPr/>
            <p:nvPr/>
          </p:nvSpPr>
          <p:spPr>
            <a:xfrm>
              <a:off x="4681537" y="0"/>
              <a:ext cx="2328863" cy="460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76"/>
          <p:cNvGrpSpPr/>
          <p:nvPr/>
        </p:nvGrpSpPr>
        <p:grpSpPr>
          <a:xfrm>
            <a:off x="-2" y="1295401"/>
            <a:ext cx="7010402" cy="46039"/>
            <a:chOff x="-1" y="0"/>
            <a:chExt cx="7010401" cy="46038"/>
          </a:xfrm>
        </p:grpSpPr>
        <p:sp>
          <p:nvSpPr>
            <p:cNvPr id="43" name="Google Shape;43;p76"/>
            <p:cNvSpPr/>
            <p:nvPr/>
          </p:nvSpPr>
          <p:spPr>
            <a:xfrm>
              <a:off x="2362200" y="0"/>
              <a:ext cx="2328864" cy="4603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76"/>
            <p:cNvSpPr/>
            <p:nvPr/>
          </p:nvSpPr>
          <p:spPr>
            <a:xfrm>
              <a:off x="-1" y="0"/>
              <a:ext cx="2362201" cy="4603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76"/>
            <p:cNvSpPr/>
            <p:nvPr/>
          </p:nvSpPr>
          <p:spPr>
            <a:xfrm>
              <a:off x="4681537" y="0"/>
              <a:ext cx="2328863" cy="460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76"/>
          <p:cNvSpPr txBox="1">
            <a:spLocks noGrp="1"/>
          </p:cNvSpPr>
          <p:nvPr>
            <p:ph type="body" idx="1"/>
          </p:nvPr>
        </p:nvSpPr>
        <p:spPr>
          <a:xfrm>
            <a:off x="171450" y="1493839"/>
            <a:ext cx="8743950" cy="483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just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8575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8575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371600" lvl="3" indent="-28575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1714500" lvl="4" indent="-28575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6"/>
          <p:cNvSpPr txBox="1">
            <a:spLocks noGrp="1"/>
          </p:cNvSpPr>
          <p:nvPr>
            <p:ph type="sldNum" idx="12"/>
          </p:nvPr>
        </p:nvSpPr>
        <p:spPr>
          <a:xfrm>
            <a:off x="3802063" y="6516190"/>
            <a:ext cx="846138" cy="31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  <p:sp>
        <p:nvSpPr>
          <p:cNvPr id="48" name="Google Shape;48;p76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tabLst/>
              <a:defRPr/>
            </a:pP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6"/>
          <p:cNvSpPr txBox="1">
            <a:spLocks noGrp="1"/>
          </p:cNvSpPr>
          <p:nvPr>
            <p:ph type="title"/>
          </p:nvPr>
        </p:nvSpPr>
        <p:spPr>
          <a:xfrm>
            <a:off x="171450" y="274639"/>
            <a:ext cx="6737351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19013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7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7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54" name="Google Shape;54;p7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55" name="Google Shape;55;p7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84360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8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1pPr>
            <a:lvl2pPr marL="685800" lvl="1" indent="-17145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2pPr>
            <a:lvl3pPr marL="1028700" lvl="2" indent="-17145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3pPr>
            <a:lvl4pPr marL="1371600" lvl="3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4pPr>
            <a:lvl5pPr marL="1714500" lvl="4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5pPr>
            <a:lvl6pPr marL="2057400" lvl="5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6pPr>
            <a:lvl7pPr marL="2400300" lvl="6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7pPr>
            <a:lvl8pPr marL="2743200" lvl="7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8pPr>
            <a:lvl9pPr marL="3086100" lvl="8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60" name="Google Shape;60;p7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61" name="Google Shape;61;p7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279954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1pPr>
            <a:lvl2pPr marL="685800" lvl="1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800"/>
            </a:lvl2pPr>
            <a:lvl3pPr marL="1028700" lvl="2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9pPr>
          </a:lstStyle>
          <a:p>
            <a:endParaRPr/>
          </a:p>
        </p:txBody>
      </p:sp>
      <p:sp>
        <p:nvSpPr>
          <p:cNvPr id="65" name="Google Shape;65;p79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1pPr>
            <a:lvl2pPr marL="685800" lvl="1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800"/>
            </a:lvl2pPr>
            <a:lvl3pPr marL="1028700" lvl="2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9pPr>
          </a:lstStyle>
          <a:p>
            <a:endParaRPr/>
          </a:p>
        </p:txBody>
      </p:sp>
      <p:sp>
        <p:nvSpPr>
          <p:cNvPr id="66" name="Google Shape;66;p7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67" name="Google Shape;67;p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68" name="Google Shape;68;p7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51356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72" name="Google Shape;72;p8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73" name="Google Shape;73;p80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74" name="Google Shape;74;p80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75" name="Google Shape;75;p8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76" name="Google Shape;76;p8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77" name="Google Shape;77;p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828997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81" name="Google Shape;81;p8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82" name="Google Shape;82;p8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479703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85" name="Google Shape;85;p8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86" name="Google Shape;86;p8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293322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3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3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100"/>
            </a:lvl2pPr>
            <a:lvl3pPr marL="1028700" lvl="2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4pPr>
            <a:lvl5pPr marL="1714500" lvl="4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500"/>
            </a:lvl5pPr>
            <a:lvl6pPr marL="2057400" lvl="5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90" name="Google Shape;90;p83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91" name="Google Shape;91;p8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92" name="Google Shape;92;p8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93" name="Google Shape;93;p8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683268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8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98" name="Google Shape;98;p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99" name="Google Shape;99;p8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00" name="Google Shape;100;p8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16769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8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05" name="Google Shape;105;p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06" name="Google Shape;106;p8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573214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6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8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11" name="Google Shape;111;p8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12" name="Google Shape;112;p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95781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3" name="Google Shape;13;p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endParaRPr lang="en-US" kern="0"/>
          </a:p>
        </p:txBody>
      </p:sp>
      <p:sp>
        <p:nvSpPr>
          <p:cNvPr id="14" name="Google Shape;14;p7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6130871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315200" y="6340475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8D7E44-7D4F-4942-A8C9-2DF6BF8399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359AB6A-DE58-47C7-8679-854FE228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471694"/>
            <a:ext cx="7543800" cy="1524000"/>
          </a:xfrm>
        </p:spPr>
        <p:txBody>
          <a:bodyPr/>
          <a:lstStyle/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/>
              <a:t>Adaptive Auto-Scaling of Microservices</a:t>
            </a:r>
            <a:br>
              <a:rPr lang="en-IN" sz="3000" dirty="0"/>
            </a:br>
            <a:r>
              <a:rPr lang="en-IN" sz="3000" dirty="0"/>
              <a:t>Using Predictive Workload</a:t>
            </a:r>
            <a:br>
              <a:rPr lang="en-IN" sz="3000" dirty="0"/>
            </a:br>
            <a:br>
              <a:rPr lang="en-IN" sz="3000" dirty="0"/>
            </a:br>
            <a:r>
              <a:rPr lang="en-IN" sz="3000" dirty="0"/>
              <a:t>Mid-Sem Viva Presentation</a:t>
            </a:r>
            <a:br>
              <a:rPr lang="en-IN" sz="3000" dirty="0"/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C524C-17C9-47E3-AB38-49DF310D3CA1}"/>
              </a:ext>
            </a:extLst>
          </p:cNvPr>
          <p:cNvSpPr txBox="1"/>
          <p:nvPr/>
        </p:nvSpPr>
        <p:spPr>
          <a:xfrm>
            <a:off x="4191000" y="5105400"/>
            <a:ext cx="5151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 Pandey</a:t>
            </a:r>
          </a:p>
          <a:p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Mtech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Systems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2024mt12036@wilp.bits-pilani.ac.in</a:t>
            </a:r>
          </a:p>
        </p:txBody>
      </p:sp>
    </p:spTree>
    <p:extLst>
      <p:ext uri="{BB962C8B-B14F-4D97-AF65-F5344CB8AC3E}">
        <p14:creationId xmlns:p14="http://schemas.microsoft.com/office/powerpoint/2010/main" val="44586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752600"/>
            <a:ext cx="8229600" cy="4267200"/>
          </a:xfrm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Rapid adoption of </a:t>
            </a:r>
            <a:r>
              <a:rPr lang="en-US" altLang="en-US" b="1" dirty="0">
                <a:latin typeface="Arial" panose="020B0604020202020204" pitchFamily="34" charset="0"/>
              </a:rPr>
              <a:t>microservices architecture</a:t>
            </a:r>
            <a:r>
              <a:rPr lang="en-US" altLang="en-US" dirty="0">
                <a:latin typeface="Arial" panose="020B0604020202020204" pitchFamily="34" charset="0"/>
              </a:rPr>
              <a:t> in cloud-native systems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Dynamic workloads cause </a:t>
            </a:r>
            <a:r>
              <a:rPr lang="en-US" altLang="en-US" b="1" dirty="0">
                <a:latin typeface="Arial" panose="020B0604020202020204" pitchFamily="34" charset="0"/>
              </a:rPr>
              <a:t>performance instability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Auto-scaling is essential for: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Maintaining performance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Efficient resource utilization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7DCD26-C5FE-79E6-D8CC-D8FD34477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F415D-CC6B-1152-0856-FB8A23D75AEE}"/>
              </a:ext>
            </a:extLst>
          </p:cNvPr>
          <p:cNvSpPr txBox="1"/>
          <p:nvPr/>
        </p:nvSpPr>
        <p:spPr>
          <a:xfrm>
            <a:off x="977030" y="764088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F360CED-DE5B-32C5-8C63-228467170F5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IN" sz="44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7914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7"/>
            <a:ext cx="8229600" cy="497283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Most systems use </a:t>
            </a:r>
            <a:r>
              <a:rPr lang="en-US" altLang="en-US" b="1" dirty="0"/>
              <a:t>reactive scaling</a:t>
            </a:r>
            <a:r>
              <a:rPr lang="en-US" altLang="en-US" dirty="0"/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Scaling happens </a:t>
            </a:r>
            <a:r>
              <a:rPr lang="en-US" altLang="en-US" b="1" dirty="0"/>
              <a:t>after overload</a:t>
            </a:r>
            <a:r>
              <a:rPr lang="en-US" altLang="en-US" dirty="0"/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Leads to: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Latency spikes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SLA violations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Delayed response</a:t>
            </a:r>
          </a:p>
          <a:p>
            <a:pPr marL="609600" indent="-609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925CEDC8-7CE0-418F-81EF-B87B4A3F7E6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sz="4400" dirty="0"/>
              <a:t>Problem with Existing Systems: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556C6A-F118-4BA6-8ED7-02C866AD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85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492796"/>
            <a:ext cx="8229600" cy="4525963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Reactive scaling is </a:t>
            </a:r>
            <a:r>
              <a:rPr lang="en-IN" b="1" dirty="0"/>
              <a:t>delay-prone and inefficient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Cannot handle </a:t>
            </a:r>
            <a:r>
              <a:rPr lang="en-IN" b="1" dirty="0"/>
              <a:t>sudden workload spikes effectively</a:t>
            </a:r>
            <a:r>
              <a:rPr lang="en-IN" dirty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Results in: </a:t>
            </a:r>
          </a:p>
          <a:p>
            <a:pPr lvl="1"/>
            <a:r>
              <a:rPr lang="en-IN" dirty="0"/>
              <a:t>Poor user experience </a:t>
            </a:r>
          </a:p>
          <a:p>
            <a:pPr lvl="1"/>
            <a:r>
              <a:rPr lang="en-IN" dirty="0"/>
              <a:t>Resource inefficiency </a:t>
            </a:r>
          </a:p>
          <a:p>
            <a:pPr>
              <a:buFont typeface="Arial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806996"/>
            <a:ext cx="6324600" cy="685800"/>
          </a:xfrm>
        </p:spPr>
        <p:txBody>
          <a:bodyPr>
            <a:normAutofit/>
          </a:bodyPr>
          <a:lstStyle/>
          <a:p>
            <a:r>
              <a:rPr lang="en-IN" sz="4400" dirty="0"/>
              <a:t>Problem Statement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3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a </a:t>
            </a:r>
            <a:r>
              <a:rPr lang="en-IN" b="1" dirty="0"/>
              <a:t>microservices-based scalable system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b="1" dirty="0"/>
              <a:t>real-time workload monitoring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 a </a:t>
            </a:r>
            <a:r>
              <a:rPr lang="en-IN" b="1" dirty="0"/>
              <a:t>prediction model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b="1" dirty="0"/>
              <a:t>forecast-based scaling controller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</a:t>
            </a:r>
            <a:r>
              <a:rPr lang="en-IN" b="1" dirty="0"/>
              <a:t>reactive vs predictive scaling</a:t>
            </a:r>
            <a:r>
              <a:rPr lang="en-IN" dirty="0"/>
              <a:t> </a:t>
            </a:r>
          </a:p>
          <a:p>
            <a:pPr marL="0" indent="0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9436" y="533400"/>
            <a:ext cx="6324600" cy="1143000"/>
          </a:xfrm>
        </p:spPr>
        <p:txBody>
          <a:bodyPr>
            <a:normAutofit/>
          </a:bodyPr>
          <a:lstStyle/>
          <a:p>
            <a:r>
              <a:rPr lang="en-IN" sz="4000" dirty="0"/>
              <a:t>Objectives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6ED0B0-F9B9-0777-D02B-3BA85FEE6692}"/>
                  </a:ext>
                </a:extLst>
              </p14:cNvPr>
              <p14:cNvContentPartPr/>
              <p14:nvPr/>
            </p14:nvContentPartPr>
            <p14:xfrm>
              <a:off x="8344151" y="4761554"/>
              <a:ext cx="328680" cy="226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6ED0B0-F9B9-0777-D02B-3BA85FEE66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3711" y="4751114"/>
                <a:ext cx="349920" cy="2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783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Existing Approaches: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Threshold-based scaling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Simple but reactive </a:t>
            </a:r>
          </a:p>
          <a:p>
            <a:pPr lvl="1"/>
            <a:r>
              <a:rPr lang="en-IN" dirty="0"/>
              <a:t>Delayed response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Rule-based scaling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Static rules </a:t>
            </a:r>
          </a:p>
          <a:p>
            <a:pPr lvl="1"/>
            <a:r>
              <a:rPr lang="en-IN" dirty="0"/>
              <a:t>Limited adaptability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Machine Learning-based scaling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Uses forecasting models </a:t>
            </a:r>
          </a:p>
          <a:p>
            <a:pPr lvl="1"/>
            <a:r>
              <a:rPr lang="en-IN" dirty="0"/>
              <a:t>Improves decision-making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r>
              <a:rPr lang="en-IN" b="1" dirty="0"/>
              <a:t>Research Gap:</a:t>
            </a:r>
          </a:p>
          <a:p>
            <a:r>
              <a:rPr lang="en-IN" dirty="0"/>
              <a:t>Most systems: </a:t>
            </a:r>
          </a:p>
          <a:p>
            <a:pPr lvl="1"/>
            <a:r>
              <a:rPr lang="en-IN" dirty="0"/>
              <a:t>Focus only on </a:t>
            </a:r>
            <a:r>
              <a:rPr lang="en-IN" b="1" dirty="0"/>
              <a:t>reactive methods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Lack </a:t>
            </a:r>
            <a:r>
              <a:rPr lang="en-IN" b="1" dirty="0"/>
              <a:t>lightweight predictive models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Limited </a:t>
            </a:r>
            <a:r>
              <a:rPr lang="en-IN" b="1" dirty="0"/>
              <a:t>real-time implementation</a:t>
            </a:r>
            <a:endParaRPr lang="en-IN" dirty="0"/>
          </a:p>
          <a:p>
            <a:pPr lvl="1"/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925CEDC8-7CE0-418F-81EF-B87B4A3F7E6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IN" sz="4800" dirty="0"/>
              <a:t>Literature Review</a:t>
            </a:r>
            <a:endParaRPr lang="en-US" sz="4800" b="1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450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Microservices implementation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Workload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collection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</a:t>
            </a:r>
            <a:r>
              <a:rPr lang="en-IN" dirty="0" err="1"/>
              <a:t>modeling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Scaling decision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Performance evaluation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4BF0E46-8677-4F1B-AA6C-BA1434CD0F6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Research Methodology</a:t>
            </a:r>
            <a:endParaRPr lang="en-US" sz="3600" b="1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080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0FCCC-5B31-E1EA-42C0-398EF73D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endParaRPr lang="en-IN" dirty="0"/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5016A2-C904-F2B2-7897-3B8BABB263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FF6A9D-9A08-173B-0C6A-B8CA9D99A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4" y="1493837"/>
            <a:ext cx="8255696" cy="412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6126-4DCC-A3F9-D461-B3DA8985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17A20-9D4D-1EBA-D30C-5979CE37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Gateway handles requests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Microservices process workload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collects metrics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engine forecasts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Scaling controller adjusts replicas 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EBA543-81D4-024C-6006-550A7CA97E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9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1A9758-B392-3E1A-E071-C445E97D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7150" indent="0">
              <a:buNone/>
            </a:pPr>
            <a:r>
              <a:rPr lang="en-IN" b="1" dirty="0"/>
              <a:t>What Data You Collect:</a:t>
            </a:r>
          </a:p>
          <a:p>
            <a:r>
              <a:rPr lang="en-IN" dirty="0"/>
              <a:t>Request rate (RPS) </a:t>
            </a:r>
          </a:p>
          <a:p>
            <a:r>
              <a:rPr lang="en-IN" dirty="0"/>
              <a:t>Latency </a:t>
            </a:r>
          </a:p>
          <a:p>
            <a:r>
              <a:rPr lang="en-IN" dirty="0"/>
              <a:t>Error rate </a:t>
            </a:r>
          </a:p>
          <a:p>
            <a:r>
              <a:rPr lang="en-IN" dirty="0"/>
              <a:t>Replica count </a:t>
            </a:r>
          </a:p>
          <a:p>
            <a:pPr marL="57150" indent="0">
              <a:buNone/>
            </a:pPr>
            <a:br>
              <a:rPr lang="en-IN" dirty="0"/>
            </a:br>
            <a:endParaRPr lang="en-IN" dirty="0"/>
          </a:p>
          <a:p>
            <a:pPr marL="57150" indent="0">
              <a:buNone/>
            </a:pPr>
            <a:r>
              <a:rPr lang="en-IN" b="1" dirty="0"/>
              <a:t>How:</a:t>
            </a:r>
          </a:p>
          <a:p>
            <a:r>
              <a:rPr lang="en-IN" dirty="0"/>
              <a:t>Continuous monitoring module </a:t>
            </a:r>
          </a:p>
          <a:p>
            <a:r>
              <a:rPr lang="en-IN" dirty="0"/>
              <a:t>Stored in database </a:t>
            </a:r>
          </a:p>
          <a:p>
            <a:r>
              <a:rPr lang="en-IN" dirty="0"/>
              <a:t>Used for prediction </a:t>
            </a:r>
          </a:p>
          <a:p>
            <a:pPr marL="57150" indent="0">
              <a:buNone/>
            </a:pPr>
            <a:br>
              <a:rPr lang="en-IN" dirty="0"/>
            </a:br>
            <a:endParaRPr lang="en-IN" dirty="0"/>
          </a:p>
          <a:p>
            <a:pPr marL="57150" indent="0">
              <a:buNone/>
            </a:pPr>
            <a:r>
              <a:rPr lang="en-IN" b="1" dirty="0"/>
              <a:t>Data Characteristics:</a:t>
            </a:r>
          </a:p>
          <a:p>
            <a:r>
              <a:rPr lang="en-IN" dirty="0"/>
              <a:t>Time-series data </a:t>
            </a:r>
          </a:p>
          <a:p>
            <a:r>
              <a:rPr lang="en-IN" dirty="0"/>
              <a:t>Dynamic and bursty </a:t>
            </a:r>
          </a:p>
          <a:p>
            <a:r>
              <a:rPr lang="en-IN" dirty="0"/>
              <a:t>Real-time updates 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3CD52AB-91FB-FDE3-2D38-2C57B614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2846134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0B93C0-ECAB-B5DF-0AC9-7084A9FAFC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Prediction Model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581E6-D166-D273-6FBE-5A8CF0A1D8D2}"/>
              </a:ext>
            </a:extLst>
          </p:cNvPr>
          <p:cNvSpPr txBox="1"/>
          <p:nvPr/>
        </p:nvSpPr>
        <p:spPr>
          <a:xfrm>
            <a:off x="304800" y="1600200"/>
            <a:ext cx="6553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Moving Average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Linear Regression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Formula:</a:t>
            </a:r>
          </a:p>
          <a:p>
            <a:r>
              <a:rPr lang="en-IN" dirty="0"/>
              <a:t>👉 L̂(t+1) = </a:t>
            </a:r>
            <a:r>
              <a:rPr lang="el-GR" dirty="0"/>
              <a:t>α</a:t>
            </a:r>
            <a:r>
              <a:rPr lang="en-IN" dirty="0"/>
              <a:t>Lt + (1 − </a:t>
            </a:r>
            <a:r>
              <a:rPr lang="el-GR" dirty="0"/>
              <a:t>α)</a:t>
            </a:r>
            <a:r>
              <a:rPr lang="en-IN" dirty="0" err="1"/>
              <a:t>L̂t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Evaluation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MAE (Mean Absolute Error)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RMSE (Root Mean Square Error)</a:t>
            </a:r>
          </a:p>
        </p:txBody>
      </p:sp>
    </p:spTree>
    <p:extLst>
      <p:ext uri="{BB962C8B-B14F-4D97-AF65-F5344CB8AC3E}">
        <p14:creationId xmlns:p14="http://schemas.microsoft.com/office/powerpoint/2010/main" val="927917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0939B-627D-BA49-9085-0757A8AF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203A96-A02A-FACF-853E-546996A209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Scaling Strategy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0D408-A16F-7E56-9C49-9BDFE6AEC03B}"/>
              </a:ext>
            </a:extLst>
          </p:cNvPr>
          <p:cNvSpPr txBox="1"/>
          <p:nvPr/>
        </p:nvSpPr>
        <p:spPr>
          <a:xfrm>
            <a:off x="304800" y="1600200"/>
            <a:ext cx="655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latency spikes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scaling response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resource utilization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7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7927-85F0-3CC6-B2D4-25584839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0C16AE-C23C-1A50-D469-85179A69BA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844BC-A38A-DD9A-FF4C-B943405C8EF5}"/>
              </a:ext>
            </a:extLst>
          </p:cNvPr>
          <p:cNvSpPr txBox="1"/>
          <p:nvPr/>
        </p:nvSpPr>
        <p:spPr>
          <a:xfrm>
            <a:off x="304800" y="1600200"/>
            <a:ext cx="6553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Simulated workload scenarios: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Burst load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Gradual load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Comparison: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Reactive vs Predictive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Metrics analyzed: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Latency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SLA violations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Resource utilization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39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3DAC-BC40-60D1-CCFF-A07361F2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FA612D-AC75-B764-E0A3-4C8CAE641BE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Results &amp; Analysis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CEA71-FBF5-C8EF-0EC9-1BE73F7E8EE8}"/>
              </a:ext>
            </a:extLst>
          </p:cNvPr>
          <p:cNvSpPr txBox="1"/>
          <p:nvPr/>
        </p:nvSpPr>
        <p:spPr>
          <a:xfrm>
            <a:off x="304800" y="1600200"/>
            <a:ext cx="6553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latency spikes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scaling response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resource utilization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E9BD61-2AF6-8D1E-ACAB-925B86EE7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8" y="3200400"/>
            <a:ext cx="8049782" cy="221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44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1DC0-5EB1-9304-C87D-2B6FE6C2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938262-1C74-3774-A3FE-9975C75C2D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Current Progress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B7A740-1621-A0E4-E259-08E13ED2279D}"/>
              </a:ext>
            </a:extLst>
          </p:cNvPr>
          <p:cNvSpPr txBox="1"/>
          <p:nvPr/>
        </p:nvSpPr>
        <p:spPr>
          <a:xfrm>
            <a:off x="304800" y="1600200"/>
            <a:ext cx="6553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Architecture design ✅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Microservices implemented ✅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Monitoring module ⚙️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Prediction model ⚙️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Scaling logic ⚙️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78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8F1F-C475-AAD3-7BA8-555D243D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5ED4C6-8759-F5C1-CE4B-1366F127C4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90CF1E-6D03-A890-365E-BCF4CD2E06A0}"/>
              </a:ext>
            </a:extLst>
          </p:cNvPr>
          <p:cNvSpPr txBox="1"/>
          <p:nvPr/>
        </p:nvSpPr>
        <p:spPr>
          <a:xfrm>
            <a:off x="304800" y="1600200"/>
            <a:ext cx="655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Predictive scaling improves system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latency and SLA violations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Demonstrates integration of ML + distributed systems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9B40E-61A9-B555-EC7A-04E0B7F5C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28730"/>
            <a:ext cx="9181548" cy="261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2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38200" y="25908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900" b="1" dirty="0">
                <a:solidFill>
                  <a:srgbClr val="000000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125831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371600" y="27432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900" b="1" dirty="0">
                <a:solidFill>
                  <a:srgbClr val="0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9455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34cf85982a0545a5ab4ee61e467c601e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94565eb22089045cef1826c233ebbbb4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3C7F6D-B30A-4510-ACFC-242D8745D4D7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E9B90F7-7EA5-4223-958B-B70B32BE94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39F08F-4571-404F-8319-6806775BFB3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c752f1-bd77-4b32-bcd5-44afe1204fc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2783</TotalTime>
  <Words>401</Words>
  <Application>Microsoft Macintosh PowerPoint</Application>
  <PresentationFormat>On-screen Show (4:3)</PresentationFormat>
  <Paragraphs>142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1_Office Theme</vt:lpstr>
      <vt:lpstr> Adaptive Auto-Scaling of Microservices Using Predictive Workload  Mid-Sem Viva Presentation </vt:lpstr>
      <vt:lpstr>PowerPoint Presentation</vt:lpstr>
      <vt:lpstr>Problem with Existing Systems:</vt:lpstr>
      <vt:lpstr>PowerPoint Presentation</vt:lpstr>
      <vt:lpstr>PowerPoint Presentation</vt:lpstr>
      <vt:lpstr>Literature Review</vt:lpstr>
      <vt:lpstr>Research Methodology</vt:lpstr>
      <vt:lpstr>PowerPoint Presentation</vt:lpstr>
      <vt:lpstr>PowerPoint Presentation</vt:lpstr>
      <vt:lpstr>Data Collection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Harsh Pandey</cp:lastModifiedBy>
  <cp:revision>216</cp:revision>
  <cp:lastPrinted>2023-07-21T16:44:05Z</cp:lastPrinted>
  <dcterms:created xsi:type="dcterms:W3CDTF">2011-09-14T09:42:05Z</dcterms:created>
  <dcterms:modified xsi:type="dcterms:W3CDTF">2026-04-22T19:47:19Z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